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 id="2147483696" r:id="rId2"/>
    <p:sldMasterId id="2147483720" r:id="rId3"/>
    <p:sldMasterId id="2147483732" r:id="rId4"/>
    <p:sldMasterId id="2147483708" r:id="rId5"/>
  </p:sldMasterIdLst>
  <p:notesMasterIdLst>
    <p:notesMasterId r:id="rId50"/>
  </p:notesMasterIdLst>
  <p:sldIdLst>
    <p:sldId id="304" r:id="rId6"/>
    <p:sldId id="257" r:id="rId7"/>
    <p:sldId id="267" r:id="rId8"/>
    <p:sldId id="259" r:id="rId9"/>
    <p:sldId id="260" r:id="rId10"/>
    <p:sldId id="268" r:id="rId11"/>
    <p:sldId id="262" r:id="rId12"/>
    <p:sldId id="263" r:id="rId13"/>
    <p:sldId id="266" r:id="rId14"/>
    <p:sldId id="265"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7" r:id="rId42"/>
    <p:sldId id="298" r:id="rId43"/>
    <p:sldId id="299" r:id="rId44"/>
    <p:sldId id="300" r:id="rId45"/>
    <p:sldId id="301" r:id="rId46"/>
    <p:sldId id="258" r:id="rId47"/>
    <p:sldId id="305" r:id="rId48"/>
    <p:sldId id="30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9424"/>
    <a:srgbClr val="DF53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4660"/>
  </p:normalViewPr>
  <p:slideViewPr>
    <p:cSldViewPr snapToGrid="0">
      <p:cViewPr varScale="1">
        <p:scale>
          <a:sx n="78" d="100"/>
          <a:sy n="78" d="100"/>
        </p:scale>
        <p:origin x="112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9.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ata1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8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9.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81.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1A6531-3C20-45A5-981D-23D117C4A2A5}" type="doc">
      <dgm:prSet loTypeId="urn:microsoft.com/office/officeart/2016/7/layout/LinearArrowProcessNumbered" loCatId="process" qsTypeId="urn:microsoft.com/office/officeart/2005/8/quickstyle/simple1" qsCatId="simple" csTypeId="urn:microsoft.com/office/officeart/2005/8/colors/colorful5" csCatId="colorful" phldr="1"/>
      <dgm:spPr/>
      <dgm:t>
        <a:bodyPr/>
        <a:lstStyle/>
        <a:p>
          <a:endParaRPr lang="en-US"/>
        </a:p>
      </dgm:t>
    </dgm:pt>
    <dgm:pt modelId="{5CE42EDA-BADF-46EC-873A-FA7232A3400E}">
      <dgm:prSet custT="1"/>
      <dgm:spPr/>
      <dgm:t>
        <a:bodyPr/>
        <a:lstStyle/>
        <a:p>
          <a:pPr algn="ctr"/>
          <a:r>
            <a:rPr lang="ro-RO" sz="1800" noProof="0" dirty="0"/>
            <a:t>Autoritățile administrative transmiteau </a:t>
          </a:r>
          <a:r>
            <a:rPr lang="ro-RO" sz="1800" noProof="0"/>
            <a:t>informații eronate</a:t>
          </a:r>
          <a:endParaRPr lang="ro-RO" sz="1800" noProof="0" dirty="0"/>
        </a:p>
      </dgm:t>
    </dgm:pt>
    <dgm:pt modelId="{9551C6E1-52BC-4AC8-94D9-FBCCA8CC69DC}" type="parTrans" cxnId="{617EC70A-9C29-4AEB-8EE6-9566E03666AF}">
      <dgm:prSet/>
      <dgm:spPr/>
      <dgm:t>
        <a:bodyPr/>
        <a:lstStyle/>
        <a:p>
          <a:pPr algn="ctr"/>
          <a:endParaRPr lang="en-US" sz="3200"/>
        </a:p>
      </dgm:t>
    </dgm:pt>
    <dgm:pt modelId="{1395D10D-855F-4BD1-A738-30B3DA8A177F}" type="sibTrans" cxnId="{617EC70A-9C29-4AEB-8EE6-9566E03666AF}">
      <dgm:prSet phldrT="1" phldr="0" custT="1"/>
      <dgm:spPr>
        <a:solidFill>
          <a:srgbClr val="FF0000"/>
        </a:solidFill>
      </dgm:spPr>
      <dgm:t>
        <a:bodyPr/>
        <a:lstStyle/>
        <a:p>
          <a:pPr algn="ctr"/>
          <a:r>
            <a:rPr lang="ro-RO" sz="4800" noProof="0"/>
            <a:t>1</a:t>
          </a:r>
          <a:endParaRPr lang="ro-RO" sz="4800" noProof="0" dirty="0"/>
        </a:p>
      </dgm:t>
    </dgm:pt>
    <dgm:pt modelId="{C15A5505-6BCC-4A9F-B4D2-FAEB16A0049A}">
      <dgm:prSet custT="1"/>
      <dgm:spPr/>
      <dgm:t>
        <a:bodyPr/>
        <a:lstStyle/>
        <a:p>
          <a:pPr algn="ctr"/>
          <a:r>
            <a:rPr lang="ro-RO" sz="1800" noProof="0" dirty="0"/>
            <a:t>Populația nu a fost imediat înștiințată</a:t>
          </a:r>
        </a:p>
        <a:p>
          <a:pPr algn="ctr"/>
          <a:r>
            <a:rPr lang="ro-RO" sz="1600" noProof="0"/>
            <a:t> </a:t>
          </a:r>
          <a:endParaRPr lang="ro-RO" sz="1600" noProof="0" dirty="0"/>
        </a:p>
      </dgm:t>
    </dgm:pt>
    <dgm:pt modelId="{186587BB-CC4E-41B9-8D7D-C12F76C3862F}" type="parTrans" cxnId="{4525EBEA-DDA1-4F24-B47C-C614F78DD4B2}">
      <dgm:prSet/>
      <dgm:spPr/>
      <dgm:t>
        <a:bodyPr/>
        <a:lstStyle/>
        <a:p>
          <a:pPr algn="ctr"/>
          <a:endParaRPr lang="en-US" sz="3200"/>
        </a:p>
      </dgm:t>
    </dgm:pt>
    <dgm:pt modelId="{B3FD992F-DA0D-4D57-BBC6-7E5F29CBFCD7}" type="sibTrans" cxnId="{4525EBEA-DDA1-4F24-B47C-C614F78DD4B2}">
      <dgm:prSet phldrT="2" phldr="0" custT="1"/>
      <dgm:spPr>
        <a:solidFill>
          <a:schemeClr val="accent6">
            <a:lumMod val="60000"/>
            <a:lumOff val="40000"/>
          </a:schemeClr>
        </a:solidFill>
      </dgm:spPr>
      <dgm:t>
        <a:bodyPr/>
        <a:lstStyle/>
        <a:p>
          <a:pPr algn="ctr"/>
          <a:r>
            <a:rPr lang="ro-RO" sz="4800" noProof="0"/>
            <a:t>2</a:t>
          </a:r>
          <a:endParaRPr lang="ro-RO" sz="4800" noProof="0" dirty="0"/>
        </a:p>
      </dgm:t>
    </dgm:pt>
    <dgm:pt modelId="{AEDD7122-22FF-4C6A-8651-AFD9374A58A8}">
      <dgm:prSet custT="1"/>
      <dgm:spPr/>
      <dgm:t>
        <a:bodyPr/>
        <a:lstStyle/>
        <a:p>
          <a:pPr algn="ctr"/>
          <a:r>
            <a:rPr lang="ro-RO" sz="1800" noProof="0" dirty="0"/>
            <a:t>Evacuarea orașului a avut loc cu o zi mai </a:t>
          </a:r>
          <a:r>
            <a:rPr lang="ro-RO" sz="1800" noProof="0"/>
            <a:t>târziu </a:t>
          </a:r>
          <a:endParaRPr lang="ro-RO" sz="1800" noProof="0" dirty="0"/>
        </a:p>
      </dgm:t>
    </dgm:pt>
    <dgm:pt modelId="{46441396-D3E5-4ED6-8699-55C68438446F}" type="parTrans" cxnId="{32EC2674-7723-45B6-BA04-82FFEE5F6403}">
      <dgm:prSet/>
      <dgm:spPr/>
      <dgm:t>
        <a:bodyPr/>
        <a:lstStyle/>
        <a:p>
          <a:pPr algn="ctr"/>
          <a:endParaRPr lang="en-US" sz="3200"/>
        </a:p>
      </dgm:t>
    </dgm:pt>
    <dgm:pt modelId="{73D18B61-5B82-473C-8899-3E8872C358FB}" type="sibTrans" cxnId="{32EC2674-7723-45B6-BA04-82FFEE5F6403}">
      <dgm:prSet phldrT="3" phldr="0" custT="1"/>
      <dgm:spPr>
        <a:solidFill>
          <a:schemeClr val="accent5">
            <a:lumMod val="60000"/>
            <a:lumOff val="40000"/>
          </a:schemeClr>
        </a:solidFill>
      </dgm:spPr>
      <dgm:t>
        <a:bodyPr/>
        <a:lstStyle/>
        <a:p>
          <a:pPr algn="ctr"/>
          <a:r>
            <a:rPr lang="ro-RO" sz="4800" noProof="0"/>
            <a:t>3</a:t>
          </a:r>
          <a:endParaRPr lang="ro-RO" sz="4800" noProof="0" dirty="0"/>
        </a:p>
      </dgm:t>
    </dgm:pt>
    <dgm:pt modelId="{89689B12-DA8A-4302-B301-9F5849505274}">
      <dgm:prSet custT="1"/>
      <dgm:spPr/>
      <dgm:t>
        <a:bodyPr/>
        <a:lstStyle/>
        <a:p>
          <a:pPr algn="ctr"/>
          <a:r>
            <a:rPr lang="ro-RO" sz="1800" noProof="0" dirty="0"/>
            <a:t>Negarea incidentului la nivel </a:t>
          </a:r>
          <a:r>
            <a:rPr lang="ro-RO" sz="1800" noProof="0"/>
            <a:t>internațional </a:t>
          </a:r>
          <a:endParaRPr lang="ro-RO" sz="1800" noProof="0" dirty="0"/>
        </a:p>
      </dgm:t>
    </dgm:pt>
    <dgm:pt modelId="{6E118DE4-F23A-4B5D-8504-5F203AD03422}" type="parTrans" cxnId="{F39EC151-C596-45A7-91B1-E1AC0D605C3C}">
      <dgm:prSet/>
      <dgm:spPr/>
      <dgm:t>
        <a:bodyPr/>
        <a:lstStyle/>
        <a:p>
          <a:pPr algn="ctr"/>
          <a:endParaRPr lang="en-US" sz="3200"/>
        </a:p>
      </dgm:t>
    </dgm:pt>
    <dgm:pt modelId="{1EEDA392-1FD7-4CCA-B166-14FACBACF3C8}" type="sibTrans" cxnId="{F39EC151-C596-45A7-91B1-E1AC0D605C3C}">
      <dgm:prSet phldrT="4" phldr="0" custT="1"/>
      <dgm:spPr>
        <a:solidFill>
          <a:schemeClr val="accent5">
            <a:lumMod val="40000"/>
            <a:lumOff val="60000"/>
          </a:schemeClr>
        </a:solidFill>
      </dgm:spPr>
      <dgm:t>
        <a:bodyPr/>
        <a:lstStyle/>
        <a:p>
          <a:pPr algn="ctr"/>
          <a:r>
            <a:rPr lang="ro-RO" sz="4800" noProof="0"/>
            <a:t>4</a:t>
          </a:r>
          <a:endParaRPr lang="ro-RO" sz="4800" noProof="0" dirty="0"/>
        </a:p>
      </dgm:t>
    </dgm:pt>
    <dgm:pt modelId="{E0D9CA4E-E82D-4BC9-8130-A8ACDE9A506D}">
      <dgm:prSet custT="1"/>
      <dgm:spPr/>
      <dgm:t>
        <a:bodyPr/>
        <a:lstStyle/>
        <a:p>
          <a:pPr algn="ctr"/>
          <a:r>
            <a:rPr lang="ro-RO" sz="1800" noProof="0" dirty="0"/>
            <a:t>Recunoașterea incidentului cu minimalizarea </a:t>
          </a:r>
          <a:r>
            <a:rPr lang="ro-RO" sz="1800" noProof="0"/>
            <a:t>gravitații efectelor</a:t>
          </a:r>
        </a:p>
      </dgm:t>
    </dgm:pt>
    <dgm:pt modelId="{976E6D0A-1BCC-477A-9FFF-EA6B4ED71C09}" type="parTrans" cxnId="{D5E5DA5E-179D-4CF9-B90E-1EA6FCF4553E}">
      <dgm:prSet/>
      <dgm:spPr/>
      <dgm:t>
        <a:bodyPr/>
        <a:lstStyle/>
        <a:p>
          <a:pPr algn="ctr"/>
          <a:endParaRPr lang="en-US" sz="3200"/>
        </a:p>
      </dgm:t>
    </dgm:pt>
    <dgm:pt modelId="{682BD1EB-DE09-4CAE-91D1-9B3C75C96D54}" type="sibTrans" cxnId="{D5E5DA5E-179D-4CF9-B90E-1EA6FCF4553E}">
      <dgm:prSet phldrT="5" phldr="0" custT="1"/>
      <dgm:spPr>
        <a:solidFill>
          <a:srgbClr val="1E9424"/>
        </a:solidFill>
      </dgm:spPr>
      <dgm:t>
        <a:bodyPr/>
        <a:lstStyle/>
        <a:p>
          <a:pPr algn="ctr"/>
          <a:r>
            <a:rPr lang="ro-RO" sz="4800" noProof="0"/>
            <a:t>5</a:t>
          </a:r>
          <a:endParaRPr lang="ro-RO" sz="4800" noProof="0" dirty="0"/>
        </a:p>
      </dgm:t>
    </dgm:pt>
    <dgm:pt modelId="{51A728F4-9B55-437F-AE17-C5AABC5F3FE6}" type="pres">
      <dgm:prSet presAssocID="{3F1A6531-3C20-45A5-981D-23D117C4A2A5}" presName="linearFlow" presStyleCnt="0">
        <dgm:presLayoutVars>
          <dgm:dir/>
          <dgm:animLvl val="lvl"/>
          <dgm:resizeHandles val="exact"/>
        </dgm:presLayoutVars>
      </dgm:prSet>
      <dgm:spPr/>
    </dgm:pt>
    <dgm:pt modelId="{9FF9901A-DB58-49DF-8DBE-5AE7F1C723C6}" type="pres">
      <dgm:prSet presAssocID="{5CE42EDA-BADF-46EC-873A-FA7232A3400E}" presName="compositeNode" presStyleCnt="0"/>
      <dgm:spPr/>
    </dgm:pt>
    <dgm:pt modelId="{B3A2336B-4680-4DF2-A471-EC2E3AD0C048}" type="pres">
      <dgm:prSet presAssocID="{5CE42EDA-BADF-46EC-873A-FA7232A3400E}" presName="parTx" presStyleLbl="node1" presStyleIdx="0" presStyleCnt="0">
        <dgm:presLayoutVars>
          <dgm:chMax val="0"/>
          <dgm:chPref val="0"/>
          <dgm:bulletEnabled val="1"/>
        </dgm:presLayoutVars>
      </dgm:prSet>
      <dgm:spPr/>
    </dgm:pt>
    <dgm:pt modelId="{12C1F2E9-40E9-40F8-B815-AED65C38900A}" type="pres">
      <dgm:prSet presAssocID="{5CE42EDA-BADF-46EC-873A-FA7232A3400E}" presName="parSh" presStyleCnt="0"/>
      <dgm:spPr/>
    </dgm:pt>
    <dgm:pt modelId="{C88AB641-1006-4203-93CC-C407BD0ECA67}" type="pres">
      <dgm:prSet presAssocID="{5CE42EDA-BADF-46EC-873A-FA7232A3400E}" presName="lineNode" presStyleLbl="alignAccFollowNode1" presStyleIdx="0" presStyleCnt="15"/>
      <dgm:spPr/>
    </dgm:pt>
    <dgm:pt modelId="{2712C782-FD2D-45AB-9759-C17D53E9AB2F}" type="pres">
      <dgm:prSet presAssocID="{5CE42EDA-BADF-46EC-873A-FA7232A3400E}" presName="lineArrowNode" presStyleLbl="alignAccFollowNode1" presStyleIdx="1" presStyleCnt="15"/>
      <dgm:spPr/>
    </dgm:pt>
    <dgm:pt modelId="{F27C8328-BE74-44F2-9AB5-C7470131F8CE}" type="pres">
      <dgm:prSet presAssocID="{1395D10D-855F-4BD1-A738-30B3DA8A177F}" presName="sibTransNodeCircle" presStyleLbl="alignNode1" presStyleIdx="0" presStyleCnt="5">
        <dgm:presLayoutVars>
          <dgm:chMax val="0"/>
          <dgm:bulletEnabled/>
        </dgm:presLayoutVars>
      </dgm:prSet>
      <dgm:spPr/>
    </dgm:pt>
    <dgm:pt modelId="{6358046C-8761-479A-B18B-11FD20B5D988}" type="pres">
      <dgm:prSet presAssocID="{1395D10D-855F-4BD1-A738-30B3DA8A177F}" presName="spacerBetweenCircleAndCallout" presStyleCnt="0">
        <dgm:presLayoutVars/>
      </dgm:prSet>
      <dgm:spPr/>
    </dgm:pt>
    <dgm:pt modelId="{EF9E75C7-6DAE-4E6C-99C6-C25F14AC85B4}" type="pres">
      <dgm:prSet presAssocID="{5CE42EDA-BADF-46EC-873A-FA7232A3400E}" presName="nodeText" presStyleLbl="alignAccFollowNode1" presStyleIdx="2" presStyleCnt="15">
        <dgm:presLayoutVars>
          <dgm:bulletEnabled val="1"/>
        </dgm:presLayoutVars>
      </dgm:prSet>
      <dgm:spPr/>
    </dgm:pt>
    <dgm:pt modelId="{ED3BA9C6-D583-4A88-92DE-78B835E6584B}" type="pres">
      <dgm:prSet presAssocID="{1395D10D-855F-4BD1-A738-30B3DA8A177F}" presName="sibTransComposite" presStyleCnt="0"/>
      <dgm:spPr/>
    </dgm:pt>
    <dgm:pt modelId="{67116ACD-10BB-4192-83E0-4F83F7EB4D43}" type="pres">
      <dgm:prSet presAssocID="{C15A5505-6BCC-4A9F-B4D2-FAEB16A0049A}" presName="compositeNode" presStyleCnt="0"/>
      <dgm:spPr/>
    </dgm:pt>
    <dgm:pt modelId="{A50F6AD1-4434-402E-9200-9CC3BF23DD14}" type="pres">
      <dgm:prSet presAssocID="{C15A5505-6BCC-4A9F-B4D2-FAEB16A0049A}" presName="parTx" presStyleLbl="node1" presStyleIdx="0" presStyleCnt="0">
        <dgm:presLayoutVars>
          <dgm:chMax val="0"/>
          <dgm:chPref val="0"/>
          <dgm:bulletEnabled val="1"/>
        </dgm:presLayoutVars>
      </dgm:prSet>
      <dgm:spPr/>
    </dgm:pt>
    <dgm:pt modelId="{D65E9FBA-962A-4A52-9C3C-A3ACFC7DAB93}" type="pres">
      <dgm:prSet presAssocID="{C15A5505-6BCC-4A9F-B4D2-FAEB16A0049A}" presName="parSh" presStyleCnt="0"/>
      <dgm:spPr/>
    </dgm:pt>
    <dgm:pt modelId="{0B814A0B-2699-4B10-8D89-8A1861796408}" type="pres">
      <dgm:prSet presAssocID="{C15A5505-6BCC-4A9F-B4D2-FAEB16A0049A}" presName="lineNode" presStyleLbl="alignAccFollowNode1" presStyleIdx="3" presStyleCnt="15"/>
      <dgm:spPr/>
    </dgm:pt>
    <dgm:pt modelId="{3A994C6C-E77B-4546-8791-4F7947484035}" type="pres">
      <dgm:prSet presAssocID="{C15A5505-6BCC-4A9F-B4D2-FAEB16A0049A}" presName="lineArrowNode" presStyleLbl="alignAccFollowNode1" presStyleIdx="4" presStyleCnt="15"/>
      <dgm:spPr/>
    </dgm:pt>
    <dgm:pt modelId="{199C23F1-DA3E-4ABC-A75E-0137369F1314}" type="pres">
      <dgm:prSet presAssocID="{B3FD992F-DA0D-4D57-BBC6-7E5F29CBFCD7}" presName="sibTransNodeCircle" presStyleLbl="alignNode1" presStyleIdx="1" presStyleCnt="5">
        <dgm:presLayoutVars>
          <dgm:chMax val="0"/>
          <dgm:bulletEnabled/>
        </dgm:presLayoutVars>
      </dgm:prSet>
      <dgm:spPr/>
    </dgm:pt>
    <dgm:pt modelId="{326DBE3A-ED86-4199-845A-8DAAF753FAFD}" type="pres">
      <dgm:prSet presAssocID="{B3FD992F-DA0D-4D57-BBC6-7E5F29CBFCD7}" presName="spacerBetweenCircleAndCallout" presStyleCnt="0">
        <dgm:presLayoutVars/>
      </dgm:prSet>
      <dgm:spPr/>
    </dgm:pt>
    <dgm:pt modelId="{AE668774-5642-42FB-AE2D-269EFC9330C1}" type="pres">
      <dgm:prSet presAssocID="{C15A5505-6BCC-4A9F-B4D2-FAEB16A0049A}" presName="nodeText" presStyleLbl="alignAccFollowNode1" presStyleIdx="5" presStyleCnt="15">
        <dgm:presLayoutVars>
          <dgm:bulletEnabled val="1"/>
        </dgm:presLayoutVars>
      </dgm:prSet>
      <dgm:spPr/>
    </dgm:pt>
    <dgm:pt modelId="{CE5FE8E2-7359-41A8-8301-758DA04AA240}" type="pres">
      <dgm:prSet presAssocID="{B3FD992F-DA0D-4D57-BBC6-7E5F29CBFCD7}" presName="sibTransComposite" presStyleCnt="0"/>
      <dgm:spPr/>
    </dgm:pt>
    <dgm:pt modelId="{218BCF83-230E-4459-8AC2-57DF180533A9}" type="pres">
      <dgm:prSet presAssocID="{AEDD7122-22FF-4C6A-8651-AFD9374A58A8}" presName="compositeNode" presStyleCnt="0"/>
      <dgm:spPr/>
    </dgm:pt>
    <dgm:pt modelId="{A75B9DBE-99CD-4AF1-9B97-E73EA32B078A}" type="pres">
      <dgm:prSet presAssocID="{AEDD7122-22FF-4C6A-8651-AFD9374A58A8}" presName="parTx" presStyleLbl="node1" presStyleIdx="0" presStyleCnt="0">
        <dgm:presLayoutVars>
          <dgm:chMax val="0"/>
          <dgm:chPref val="0"/>
          <dgm:bulletEnabled val="1"/>
        </dgm:presLayoutVars>
      </dgm:prSet>
      <dgm:spPr/>
    </dgm:pt>
    <dgm:pt modelId="{207D63D8-686A-42FE-A4E6-9B7C23C1C264}" type="pres">
      <dgm:prSet presAssocID="{AEDD7122-22FF-4C6A-8651-AFD9374A58A8}" presName="parSh" presStyleCnt="0"/>
      <dgm:spPr/>
    </dgm:pt>
    <dgm:pt modelId="{EB447F89-8878-4E65-97D5-6D0393948E29}" type="pres">
      <dgm:prSet presAssocID="{AEDD7122-22FF-4C6A-8651-AFD9374A58A8}" presName="lineNode" presStyleLbl="alignAccFollowNode1" presStyleIdx="6" presStyleCnt="15"/>
      <dgm:spPr/>
    </dgm:pt>
    <dgm:pt modelId="{D8A82FD4-145C-4811-A972-531AF71A3DE2}" type="pres">
      <dgm:prSet presAssocID="{AEDD7122-22FF-4C6A-8651-AFD9374A58A8}" presName="lineArrowNode" presStyleLbl="alignAccFollowNode1" presStyleIdx="7" presStyleCnt="15"/>
      <dgm:spPr/>
    </dgm:pt>
    <dgm:pt modelId="{4C3C1002-33CC-4094-8241-CABF89F637D5}" type="pres">
      <dgm:prSet presAssocID="{73D18B61-5B82-473C-8899-3E8872C358FB}" presName="sibTransNodeCircle" presStyleLbl="alignNode1" presStyleIdx="2" presStyleCnt="5" custLinFactNeighborX="-1257" custLinFactNeighborY="2515">
        <dgm:presLayoutVars>
          <dgm:chMax val="0"/>
          <dgm:bulletEnabled/>
        </dgm:presLayoutVars>
      </dgm:prSet>
      <dgm:spPr/>
    </dgm:pt>
    <dgm:pt modelId="{59940591-3902-4F08-ADAB-0E8E9DA4175B}" type="pres">
      <dgm:prSet presAssocID="{73D18B61-5B82-473C-8899-3E8872C358FB}" presName="spacerBetweenCircleAndCallout" presStyleCnt="0">
        <dgm:presLayoutVars/>
      </dgm:prSet>
      <dgm:spPr/>
    </dgm:pt>
    <dgm:pt modelId="{B97DB4D9-0FC4-45B2-A202-DCDA9E3FE968}" type="pres">
      <dgm:prSet presAssocID="{AEDD7122-22FF-4C6A-8651-AFD9374A58A8}" presName="nodeText" presStyleLbl="alignAccFollowNode1" presStyleIdx="8" presStyleCnt="15">
        <dgm:presLayoutVars>
          <dgm:bulletEnabled val="1"/>
        </dgm:presLayoutVars>
      </dgm:prSet>
      <dgm:spPr/>
    </dgm:pt>
    <dgm:pt modelId="{6AD6A7BF-65B9-448B-98BA-A45E70D48A6D}" type="pres">
      <dgm:prSet presAssocID="{73D18B61-5B82-473C-8899-3E8872C358FB}" presName="sibTransComposite" presStyleCnt="0"/>
      <dgm:spPr/>
    </dgm:pt>
    <dgm:pt modelId="{922D37BA-9DFB-4A72-A010-A0F11B948047}" type="pres">
      <dgm:prSet presAssocID="{89689B12-DA8A-4302-B301-9F5849505274}" presName="compositeNode" presStyleCnt="0"/>
      <dgm:spPr/>
    </dgm:pt>
    <dgm:pt modelId="{4C2EDEF3-3A12-4E02-B257-ADF0B00F49F1}" type="pres">
      <dgm:prSet presAssocID="{89689B12-DA8A-4302-B301-9F5849505274}" presName="parTx" presStyleLbl="node1" presStyleIdx="0" presStyleCnt="0">
        <dgm:presLayoutVars>
          <dgm:chMax val="0"/>
          <dgm:chPref val="0"/>
          <dgm:bulletEnabled val="1"/>
        </dgm:presLayoutVars>
      </dgm:prSet>
      <dgm:spPr/>
    </dgm:pt>
    <dgm:pt modelId="{3FB469C1-B397-41BB-8436-5784DA0C8D57}" type="pres">
      <dgm:prSet presAssocID="{89689B12-DA8A-4302-B301-9F5849505274}" presName="parSh" presStyleCnt="0"/>
      <dgm:spPr/>
    </dgm:pt>
    <dgm:pt modelId="{A06DD6F8-E957-4438-BB61-AB711F489AA9}" type="pres">
      <dgm:prSet presAssocID="{89689B12-DA8A-4302-B301-9F5849505274}" presName="lineNode" presStyleLbl="alignAccFollowNode1" presStyleIdx="9" presStyleCnt="15"/>
      <dgm:spPr/>
    </dgm:pt>
    <dgm:pt modelId="{9418CA87-F585-49C4-8023-541FFCA75954}" type="pres">
      <dgm:prSet presAssocID="{89689B12-DA8A-4302-B301-9F5849505274}" presName="lineArrowNode" presStyleLbl="alignAccFollowNode1" presStyleIdx="10" presStyleCnt="15"/>
      <dgm:spPr/>
    </dgm:pt>
    <dgm:pt modelId="{277B9609-48D8-4307-BF3B-BDCA350F9711}" type="pres">
      <dgm:prSet presAssocID="{1EEDA392-1FD7-4CCA-B166-14FACBACF3C8}" presName="sibTransNodeCircle" presStyleLbl="alignNode1" presStyleIdx="3" presStyleCnt="5">
        <dgm:presLayoutVars>
          <dgm:chMax val="0"/>
          <dgm:bulletEnabled/>
        </dgm:presLayoutVars>
      </dgm:prSet>
      <dgm:spPr/>
    </dgm:pt>
    <dgm:pt modelId="{BEFC1F28-194A-4965-AB51-1D3E679563A9}" type="pres">
      <dgm:prSet presAssocID="{1EEDA392-1FD7-4CCA-B166-14FACBACF3C8}" presName="spacerBetweenCircleAndCallout" presStyleCnt="0">
        <dgm:presLayoutVars/>
      </dgm:prSet>
      <dgm:spPr/>
    </dgm:pt>
    <dgm:pt modelId="{AE2DCD1E-EAC4-4E28-9B24-0FFC390A20C5}" type="pres">
      <dgm:prSet presAssocID="{89689B12-DA8A-4302-B301-9F5849505274}" presName="nodeText" presStyleLbl="alignAccFollowNode1" presStyleIdx="11" presStyleCnt="15">
        <dgm:presLayoutVars>
          <dgm:bulletEnabled val="1"/>
        </dgm:presLayoutVars>
      </dgm:prSet>
      <dgm:spPr/>
    </dgm:pt>
    <dgm:pt modelId="{EAA3751E-ED6A-4D0A-874A-1DB5CCA9C25E}" type="pres">
      <dgm:prSet presAssocID="{1EEDA392-1FD7-4CCA-B166-14FACBACF3C8}" presName="sibTransComposite" presStyleCnt="0"/>
      <dgm:spPr/>
    </dgm:pt>
    <dgm:pt modelId="{25092A42-B98B-4135-BBBA-5ABCC31E2DA1}" type="pres">
      <dgm:prSet presAssocID="{E0D9CA4E-E82D-4BC9-8130-A8ACDE9A506D}" presName="compositeNode" presStyleCnt="0"/>
      <dgm:spPr/>
    </dgm:pt>
    <dgm:pt modelId="{EC1E784B-10EE-456D-B46A-B1E7B27C1AAD}" type="pres">
      <dgm:prSet presAssocID="{E0D9CA4E-E82D-4BC9-8130-A8ACDE9A506D}" presName="parTx" presStyleLbl="node1" presStyleIdx="0" presStyleCnt="0">
        <dgm:presLayoutVars>
          <dgm:chMax val="0"/>
          <dgm:chPref val="0"/>
          <dgm:bulletEnabled val="1"/>
        </dgm:presLayoutVars>
      </dgm:prSet>
      <dgm:spPr/>
    </dgm:pt>
    <dgm:pt modelId="{E4C49326-B4D6-480F-8C3D-2C4A3DDBE906}" type="pres">
      <dgm:prSet presAssocID="{E0D9CA4E-E82D-4BC9-8130-A8ACDE9A506D}" presName="parSh" presStyleCnt="0"/>
      <dgm:spPr/>
    </dgm:pt>
    <dgm:pt modelId="{898F3E7B-EC9C-4EFB-BAC9-BAAEFA23180F}" type="pres">
      <dgm:prSet presAssocID="{E0D9CA4E-E82D-4BC9-8130-A8ACDE9A506D}" presName="lineNode" presStyleLbl="alignAccFollowNode1" presStyleIdx="12" presStyleCnt="15"/>
      <dgm:spPr/>
    </dgm:pt>
    <dgm:pt modelId="{A90DCEAD-C98C-4B65-B7D4-757069A42490}" type="pres">
      <dgm:prSet presAssocID="{E0D9CA4E-E82D-4BC9-8130-A8ACDE9A506D}" presName="lineArrowNode" presStyleLbl="alignAccFollowNode1" presStyleIdx="13" presStyleCnt="15"/>
      <dgm:spPr/>
    </dgm:pt>
    <dgm:pt modelId="{7AFC76A8-28C2-4ACB-BCC0-C58F9AE6B466}" type="pres">
      <dgm:prSet presAssocID="{682BD1EB-DE09-4CAE-91D1-9B3C75C96D54}" presName="sibTransNodeCircle" presStyleLbl="alignNode1" presStyleIdx="4" presStyleCnt="5">
        <dgm:presLayoutVars>
          <dgm:chMax val="0"/>
          <dgm:bulletEnabled/>
        </dgm:presLayoutVars>
      </dgm:prSet>
      <dgm:spPr/>
    </dgm:pt>
    <dgm:pt modelId="{CBD226D7-B670-4E77-8C67-3128AE12FEEB}" type="pres">
      <dgm:prSet presAssocID="{682BD1EB-DE09-4CAE-91D1-9B3C75C96D54}" presName="spacerBetweenCircleAndCallout" presStyleCnt="0">
        <dgm:presLayoutVars/>
      </dgm:prSet>
      <dgm:spPr/>
    </dgm:pt>
    <dgm:pt modelId="{670896A7-0D1E-41EC-B1C9-3074F2825CAA}" type="pres">
      <dgm:prSet presAssocID="{E0D9CA4E-E82D-4BC9-8130-A8ACDE9A506D}" presName="nodeText" presStyleLbl="alignAccFollowNode1" presStyleIdx="14" presStyleCnt="15">
        <dgm:presLayoutVars>
          <dgm:bulletEnabled val="1"/>
        </dgm:presLayoutVars>
      </dgm:prSet>
      <dgm:spPr/>
    </dgm:pt>
  </dgm:ptLst>
  <dgm:cxnLst>
    <dgm:cxn modelId="{75EAB708-1F2C-439E-8CE0-021CA1469630}" type="presOf" srcId="{AEDD7122-22FF-4C6A-8651-AFD9374A58A8}" destId="{B97DB4D9-0FC4-45B2-A202-DCDA9E3FE968}" srcOrd="0" destOrd="0" presId="urn:microsoft.com/office/officeart/2016/7/layout/LinearArrowProcessNumbered"/>
    <dgm:cxn modelId="{617EC70A-9C29-4AEB-8EE6-9566E03666AF}" srcId="{3F1A6531-3C20-45A5-981D-23D117C4A2A5}" destId="{5CE42EDA-BADF-46EC-873A-FA7232A3400E}" srcOrd="0" destOrd="0" parTransId="{9551C6E1-52BC-4AC8-94D9-FBCCA8CC69DC}" sibTransId="{1395D10D-855F-4BD1-A738-30B3DA8A177F}"/>
    <dgm:cxn modelId="{8B052213-FB48-4398-807C-EF6D90DD57CE}" type="presOf" srcId="{C15A5505-6BCC-4A9F-B4D2-FAEB16A0049A}" destId="{AE668774-5642-42FB-AE2D-269EFC9330C1}" srcOrd="0" destOrd="0" presId="urn:microsoft.com/office/officeart/2016/7/layout/LinearArrowProcessNumbered"/>
    <dgm:cxn modelId="{D952003D-F5B4-42FF-8614-2DE289D9583B}" type="presOf" srcId="{E0D9CA4E-E82D-4BC9-8130-A8ACDE9A506D}" destId="{670896A7-0D1E-41EC-B1C9-3074F2825CAA}" srcOrd="0" destOrd="0" presId="urn:microsoft.com/office/officeart/2016/7/layout/LinearArrowProcessNumbered"/>
    <dgm:cxn modelId="{D5E5DA5E-179D-4CF9-B90E-1EA6FCF4553E}" srcId="{3F1A6531-3C20-45A5-981D-23D117C4A2A5}" destId="{E0D9CA4E-E82D-4BC9-8130-A8ACDE9A506D}" srcOrd="4" destOrd="0" parTransId="{976E6D0A-1BCC-477A-9FFF-EA6B4ED71C09}" sibTransId="{682BD1EB-DE09-4CAE-91D1-9B3C75C96D54}"/>
    <dgm:cxn modelId="{29498F45-AC9C-4C37-93BB-B3456AD8CCD3}" type="presOf" srcId="{B3FD992F-DA0D-4D57-BBC6-7E5F29CBFCD7}" destId="{199C23F1-DA3E-4ABC-A75E-0137369F1314}" srcOrd="0" destOrd="0" presId="urn:microsoft.com/office/officeart/2016/7/layout/LinearArrowProcessNumbered"/>
    <dgm:cxn modelId="{1BAB616A-B3F5-440C-9348-90424F1CDDA7}" type="presOf" srcId="{1EEDA392-1FD7-4CCA-B166-14FACBACF3C8}" destId="{277B9609-48D8-4307-BF3B-BDCA350F9711}" srcOrd="0" destOrd="0" presId="urn:microsoft.com/office/officeart/2016/7/layout/LinearArrowProcessNumbered"/>
    <dgm:cxn modelId="{39E1136C-F9E3-48A8-A92C-5C8DF1AC76F3}" type="presOf" srcId="{1395D10D-855F-4BD1-A738-30B3DA8A177F}" destId="{F27C8328-BE74-44F2-9AB5-C7470131F8CE}" srcOrd="0" destOrd="0" presId="urn:microsoft.com/office/officeart/2016/7/layout/LinearArrowProcessNumbered"/>
    <dgm:cxn modelId="{F39EC151-C596-45A7-91B1-E1AC0D605C3C}" srcId="{3F1A6531-3C20-45A5-981D-23D117C4A2A5}" destId="{89689B12-DA8A-4302-B301-9F5849505274}" srcOrd="3" destOrd="0" parTransId="{6E118DE4-F23A-4B5D-8504-5F203AD03422}" sibTransId="{1EEDA392-1FD7-4CCA-B166-14FACBACF3C8}"/>
    <dgm:cxn modelId="{2823B373-C1F3-42A9-BBF2-D35A1F098DE1}" type="presOf" srcId="{5CE42EDA-BADF-46EC-873A-FA7232A3400E}" destId="{EF9E75C7-6DAE-4E6C-99C6-C25F14AC85B4}" srcOrd="0" destOrd="0" presId="urn:microsoft.com/office/officeart/2016/7/layout/LinearArrowProcessNumbered"/>
    <dgm:cxn modelId="{32EC2674-7723-45B6-BA04-82FFEE5F6403}" srcId="{3F1A6531-3C20-45A5-981D-23D117C4A2A5}" destId="{AEDD7122-22FF-4C6A-8651-AFD9374A58A8}" srcOrd="2" destOrd="0" parTransId="{46441396-D3E5-4ED6-8699-55C68438446F}" sibTransId="{73D18B61-5B82-473C-8899-3E8872C358FB}"/>
    <dgm:cxn modelId="{B8C38DA0-5EDF-49BE-A903-1872943DD30C}" type="presOf" srcId="{89689B12-DA8A-4302-B301-9F5849505274}" destId="{AE2DCD1E-EAC4-4E28-9B24-0FFC390A20C5}" srcOrd="0" destOrd="0" presId="urn:microsoft.com/office/officeart/2016/7/layout/LinearArrowProcessNumbered"/>
    <dgm:cxn modelId="{410EA7B4-C8F2-4C43-AA59-433439DFCEF3}" type="presOf" srcId="{682BD1EB-DE09-4CAE-91D1-9B3C75C96D54}" destId="{7AFC76A8-28C2-4ACB-BCC0-C58F9AE6B466}" srcOrd="0" destOrd="0" presId="urn:microsoft.com/office/officeart/2016/7/layout/LinearArrowProcessNumbered"/>
    <dgm:cxn modelId="{4525EBEA-DDA1-4F24-B47C-C614F78DD4B2}" srcId="{3F1A6531-3C20-45A5-981D-23D117C4A2A5}" destId="{C15A5505-6BCC-4A9F-B4D2-FAEB16A0049A}" srcOrd="1" destOrd="0" parTransId="{186587BB-CC4E-41B9-8D7D-C12F76C3862F}" sibTransId="{B3FD992F-DA0D-4D57-BBC6-7E5F29CBFCD7}"/>
    <dgm:cxn modelId="{B8818DED-EA69-4EB7-A22E-416B05E3042F}" type="presOf" srcId="{73D18B61-5B82-473C-8899-3E8872C358FB}" destId="{4C3C1002-33CC-4094-8241-CABF89F637D5}" srcOrd="0" destOrd="0" presId="urn:microsoft.com/office/officeart/2016/7/layout/LinearArrowProcessNumbered"/>
    <dgm:cxn modelId="{5DC963FF-2A5C-4860-AAA2-BFA939CD8CD7}" type="presOf" srcId="{3F1A6531-3C20-45A5-981D-23D117C4A2A5}" destId="{51A728F4-9B55-437F-AE17-C5AABC5F3FE6}" srcOrd="0" destOrd="0" presId="urn:microsoft.com/office/officeart/2016/7/layout/LinearArrowProcessNumbered"/>
    <dgm:cxn modelId="{AC53E7B3-ADB9-4532-9925-4A701A4752CC}" type="presParOf" srcId="{51A728F4-9B55-437F-AE17-C5AABC5F3FE6}" destId="{9FF9901A-DB58-49DF-8DBE-5AE7F1C723C6}" srcOrd="0" destOrd="0" presId="urn:microsoft.com/office/officeart/2016/7/layout/LinearArrowProcessNumbered"/>
    <dgm:cxn modelId="{8BE65B48-0F09-4B09-BEF1-FDC908A7C214}" type="presParOf" srcId="{9FF9901A-DB58-49DF-8DBE-5AE7F1C723C6}" destId="{B3A2336B-4680-4DF2-A471-EC2E3AD0C048}" srcOrd="0" destOrd="0" presId="urn:microsoft.com/office/officeart/2016/7/layout/LinearArrowProcessNumbered"/>
    <dgm:cxn modelId="{4E32452C-2B28-444C-8F68-7C07D54A9D63}" type="presParOf" srcId="{9FF9901A-DB58-49DF-8DBE-5AE7F1C723C6}" destId="{12C1F2E9-40E9-40F8-B815-AED65C38900A}" srcOrd="1" destOrd="0" presId="urn:microsoft.com/office/officeart/2016/7/layout/LinearArrowProcessNumbered"/>
    <dgm:cxn modelId="{DD6F8A3D-7D5B-4E36-8216-EB83E7D99DEE}" type="presParOf" srcId="{12C1F2E9-40E9-40F8-B815-AED65C38900A}" destId="{C88AB641-1006-4203-93CC-C407BD0ECA67}" srcOrd="0" destOrd="0" presId="urn:microsoft.com/office/officeart/2016/7/layout/LinearArrowProcessNumbered"/>
    <dgm:cxn modelId="{8368FE21-BC2F-46E3-BBDE-7E39BFB04F65}" type="presParOf" srcId="{12C1F2E9-40E9-40F8-B815-AED65C38900A}" destId="{2712C782-FD2D-45AB-9759-C17D53E9AB2F}" srcOrd="1" destOrd="0" presId="urn:microsoft.com/office/officeart/2016/7/layout/LinearArrowProcessNumbered"/>
    <dgm:cxn modelId="{D3D6EF07-253B-43EF-AD21-8851E38FF61C}" type="presParOf" srcId="{12C1F2E9-40E9-40F8-B815-AED65C38900A}" destId="{F27C8328-BE74-44F2-9AB5-C7470131F8CE}" srcOrd="2" destOrd="0" presId="urn:microsoft.com/office/officeart/2016/7/layout/LinearArrowProcessNumbered"/>
    <dgm:cxn modelId="{BEEF5C85-658C-4553-8CA2-E5113B01D9B1}" type="presParOf" srcId="{12C1F2E9-40E9-40F8-B815-AED65C38900A}" destId="{6358046C-8761-479A-B18B-11FD20B5D988}" srcOrd="3" destOrd="0" presId="urn:microsoft.com/office/officeart/2016/7/layout/LinearArrowProcessNumbered"/>
    <dgm:cxn modelId="{8A01E06D-5FD0-4404-8B4B-03F32557B3B3}" type="presParOf" srcId="{9FF9901A-DB58-49DF-8DBE-5AE7F1C723C6}" destId="{EF9E75C7-6DAE-4E6C-99C6-C25F14AC85B4}" srcOrd="2" destOrd="0" presId="urn:microsoft.com/office/officeart/2016/7/layout/LinearArrowProcessNumbered"/>
    <dgm:cxn modelId="{F78BAB09-5110-448B-B0E2-146BD8451DC1}" type="presParOf" srcId="{51A728F4-9B55-437F-AE17-C5AABC5F3FE6}" destId="{ED3BA9C6-D583-4A88-92DE-78B835E6584B}" srcOrd="1" destOrd="0" presId="urn:microsoft.com/office/officeart/2016/7/layout/LinearArrowProcessNumbered"/>
    <dgm:cxn modelId="{B148333D-49BC-49D7-A387-8408C99442F7}" type="presParOf" srcId="{51A728F4-9B55-437F-AE17-C5AABC5F3FE6}" destId="{67116ACD-10BB-4192-83E0-4F83F7EB4D43}" srcOrd="2" destOrd="0" presId="urn:microsoft.com/office/officeart/2016/7/layout/LinearArrowProcessNumbered"/>
    <dgm:cxn modelId="{F35FF1BE-39FF-4D07-9E47-CACCF10DC84D}" type="presParOf" srcId="{67116ACD-10BB-4192-83E0-4F83F7EB4D43}" destId="{A50F6AD1-4434-402E-9200-9CC3BF23DD14}" srcOrd="0" destOrd="0" presId="urn:microsoft.com/office/officeart/2016/7/layout/LinearArrowProcessNumbered"/>
    <dgm:cxn modelId="{9072AD19-D940-490C-819F-93C7B194CDC5}" type="presParOf" srcId="{67116ACD-10BB-4192-83E0-4F83F7EB4D43}" destId="{D65E9FBA-962A-4A52-9C3C-A3ACFC7DAB93}" srcOrd="1" destOrd="0" presId="urn:microsoft.com/office/officeart/2016/7/layout/LinearArrowProcessNumbered"/>
    <dgm:cxn modelId="{E4FE4B95-4F85-4E03-B1B2-23C6AE3BBBB3}" type="presParOf" srcId="{D65E9FBA-962A-4A52-9C3C-A3ACFC7DAB93}" destId="{0B814A0B-2699-4B10-8D89-8A1861796408}" srcOrd="0" destOrd="0" presId="urn:microsoft.com/office/officeart/2016/7/layout/LinearArrowProcessNumbered"/>
    <dgm:cxn modelId="{E463A982-01E8-40A0-9179-09EEDA79E841}" type="presParOf" srcId="{D65E9FBA-962A-4A52-9C3C-A3ACFC7DAB93}" destId="{3A994C6C-E77B-4546-8791-4F7947484035}" srcOrd="1" destOrd="0" presId="urn:microsoft.com/office/officeart/2016/7/layout/LinearArrowProcessNumbered"/>
    <dgm:cxn modelId="{C5B32C61-45CD-49CE-993C-9081265E940B}" type="presParOf" srcId="{D65E9FBA-962A-4A52-9C3C-A3ACFC7DAB93}" destId="{199C23F1-DA3E-4ABC-A75E-0137369F1314}" srcOrd="2" destOrd="0" presId="urn:microsoft.com/office/officeart/2016/7/layout/LinearArrowProcessNumbered"/>
    <dgm:cxn modelId="{6F7EE697-A6AF-496C-BA9E-1B1085FF1DCC}" type="presParOf" srcId="{D65E9FBA-962A-4A52-9C3C-A3ACFC7DAB93}" destId="{326DBE3A-ED86-4199-845A-8DAAF753FAFD}" srcOrd="3" destOrd="0" presId="urn:microsoft.com/office/officeart/2016/7/layout/LinearArrowProcessNumbered"/>
    <dgm:cxn modelId="{D0465FFC-FF13-42D3-82D2-92AD7A562B8B}" type="presParOf" srcId="{67116ACD-10BB-4192-83E0-4F83F7EB4D43}" destId="{AE668774-5642-42FB-AE2D-269EFC9330C1}" srcOrd="2" destOrd="0" presId="urn:microsoft.com/office/officeart/2016/7/layout/LinearArrowProcessNumbered"/>
    <dgm:cxn modelId="{98EA0F75-947E-4E9C-B86C-7ADD1E57C527}" type="presParOf" srcId="{51A728F4-9B55-437F-AE17-C5AABC5F3FE6}" destId="{CE5FE8E2-7359-41A8-8301-758DA04AA240}" srcOrd="3" destOrd="0" presId="urn:microsoft.com/office/officeart/2016/7/layout/LinearArrowProcessNumbered"/>
    <dgm:cxn modelId="{4243CD62-A45B-4B2A-AA56-1D0E146D165A}" type="presParOf" srcId="{51A728F4-9B55-437F-AE17-C5AABC5F3FE6}" destId="{218BCF83-230E-4459-8AC2-57DF180533A9}" srcOrd="4" destOrd="0" presId="urn:microsoft.com/office/officeart/2016/7/layout/LinearArrowProcessNumbered"/>
    <dgm:cxn modelId="{02E57EE0-203E-4291-BBAE-8406E0012756}" type="presParOf" srcId="{218BCF83-230E-4459-8AC2-57DF180533A9}" destId="{A75B9DBE-99CD-4AF1-9B97-E73EA32B078A}" srcOrd="0" destOrd="0" presId="urn:microsoft.com/office/officeart/2016/7/layout/LinearArrowProcessNumbered"/>
    <dgm:cxn modelId="{E12B0C9D-E369-45E0-8BA7-F1B8ADBC09DD}" type="presParOf" srcId="{218BCF83-230E-4459-8AC2-57DF180533A9}" destId="{207D63D8-686A-42FE-A4E6-9B7C23C1C264}" srcOrd="1" destOrd="0" presId="urn:microsoft.com/office/officeart/2016/7/layout/LinearArrowProcessNumbered"/>
    <dgm:cxn modelId="{E48555CE-9461-4B49-BFEE-7351647D97B6}" type="presParOf" srcId="{207D63D8-686A-42FE-A4E6-9B7C23C1C264}" destId="{EB447F89-8878-4E65-97D5-6D0393948E29}" srcOrd="0" destOrd="0" presId="urn:microsoft.com/office/officeart/2016/7/layout/LinearArrowProcessNumbered"/>
    <dgm:cxn modelId="{F4F21238-F973-4439-AD9E-81770F96B7C2}" type="presParOf" srcId="{207D63D8-686A-42FE-A4E6-9B7C23C1C264}" destId="{D8A82FD4-145C-4811-A972-531AF71A3DE2}" srcOrd="1" destOrd="0" presId="urn:microsoft.com/office/officeart/2016/7/layout/LinearArrowProcessNumbered"/>
    <dgm:cxn modelId="{A7407DD0-DBA9-46A0-B4B8-12563874733B}" type="presParOf" srcId="{207D63D8-686A-42FE-A4E6-9B7C23C1C264}" destId="{4C3C1002-33CC-4094-8241-CABF89F637D5}" srcOrd="2" destOrd="0" presId="urn:microsoft.com/office/officeart/2016/7/layout/LinearArrowProcessNumbered"/>
    <dgm:cxn modelId="{46A897D4-9D2A-4676-8FBC-E85D71613B71}" type="presParOf" srcId="{207D63D8-686A-42FE-A4E6-9B7C23C1C264}" destId="{59940591-3902-4F08-ADAB-0E8E9DA4175B}" srcOrd="3" destOrd="0" presId="urn:microsoft.com/office/officeart/2016/7/layout/LinearArrowProcessNumbered"/>
    <dgm:cxn modelId="{DF70C3F1-984B-47DA-ACA9-72FD76BB70B9}" type="presParOf" srcId="{218BCF83-230E-4459-8AC2-57DF180533A9}" destId="{B97DB4D9-0FC4-45B2-A202-DCDA9E3FE968}" srcOrd="2" destOrd="0" presId="urn:microsoft.com/office/officeart/2016/7/layout/LinearArrowProcessNumbered"/>
    <dgm:cxn modelId="{C1E20956-49CD-417E-99A2-D197AD06B657}" type="presParOf" srcId="{51A728F4-9B55-437F-AE17-C5AABC5F3FE6}" destId="{6AD6A7BF-65B9-448B-98BA-A45E70D48A6D}" srcOrd="5" destOrd="0" presId="urn:microsoft.com/office/officeart/2016/7/layout/LinearArrowProcessNumbered"/>
    <dgm:cxn modelId="{6BDA53F6-DF1B-403E-9D93-D0D0DEABCFB8}" type="presParOf" srcId="{51A728F4-9B55-437F-AE17-C5AABC5F3FE6}" destId="{922D37BA-9DFB-4A72-A010-A0F11B948047}" srcOrd="6" destOrd="0" presId="urn:microsoft.com/office/officeart/2016/7/layout/LinearArrowProcessNumbered"/>
    <dgm:cxn modelId="{4C57AAFB-8F82-4542-8FD8-54661A464C05}" type="presParOf" srcId="{922D37BA-9DFB-4A72-A010-A0F11B948047}" destId="{4C2EDEF3-3A12-4E02-B257-ADF0B00F49F1}" srcOrd="0" destOrd="0" presId="urn:microsoft.com/office/officeart/2016/7/layout/LinearArrowProcessNumbered"/>
    <dgm:cxn modelId="{BD238D3F-530D-4F18-84B1-42B0C805D884}" type="presParOf" srcId="{922D37BA-9DFB-4A72-A010-A0F11B948047}" destId="{3FB469C1-B397-41BB-8436-5784DA0C8D57}" srcOrd="1" destOrd="0" presId="urn:microsoft.com/office/officeart/2016/7/layout/LinearArrowProcessNumbered"/>
    <dgm:cxn modelId="{CF5E15DD-8EE9-42B0-95FE-EF812A24D0B5}" type="presParOf" srcId="{3FB469C1-B397-41BB-8436-5784DA0C8D57}" destId="{A06DD6F8-E957-4438-BB61-AB711F489AA9}" srcOrd="0" destOrd="0" presId="urn:microsoft.com/office/officeart/2016/7/layout/LinearArrowProcessNumbered"/>
    <dgm:cxn modelId="{D734DE0D-E09D-427C-8AC8-DD20D705A01D}" type="presParOf" srcId="{3FB469C1-B397-41BB-8436-5784DA0C8D57}" destId="{9418CA87-F585-49C4-8023-541FFCA75954}" srcOrd="1" destOrd="0" presId="urn:microsoft.com/office/officeart/2016/7/layout/LinearArrowProcessNumbered"/>
    <dgm:cxn modelId="{F7F9D8E8-AC1A-4608-B911-1D76FF1FED2F}" type="presParOf" srcId="{3FB469C1-B397-41BB-8436-5784DA0C8D57}" destId="{277B9609-48D8-4307-BF3B-BDCA350F9711}" srcOrd="2" destOrd="0" presId="urn:microsoft.com/office/officeart/2016/7/layout/LinearArrowProcessNumbered"/>
    <dgm:cxn modelId="{8D0F2BED-1F62-4AEA-BD03-AC27CDB599E6}" type="presParOf" srcId="{3FB469C1-B397-41BB-8436-5784DA0C8D57}" destId="{BEFC1F28-194A-4965-AB51-1D3E679563A9}" srcOrd="3" destOrd="0" presId="urn:microsoft.com/office/officeart/2016/7/layout/LinearArrowProcessNumbered"/>
    <dgm:cxn modelId="{E0015064-9DBF-46B5-8A9C-198B83F2C644}" type="presParOf" srcId="{922D37BA-9DFB-4A72-A010-A0F11B948047}" destId="{AE2DCD1E-EAC4-4E28-9B24-0FFC390A20C5}" srcOrd="2" destOrd="0" presId="urn:microsoft.com/office/officeart/2016/7/layout/LinearArrowProcessNumbered"/>
    <dgm:cxn modelId="{6B69E1D1-564A-428C-9F83-3809AECAF211}" type="presParOf" srcId="{51A728F4-9B55-437F-AE17-C5AABC5F3FE6}" destId="{EAA3751E-ED6A-4D0A-874A-1DB5CCA9C25E}" srcOrd="7" destOrd="0" presId="urn:microsoft.com/office/officeart/2016/7/layout/LinearArrowProcessNumbered"/>
    <dgm:cxn modelId="{CF490FEE-114A-42E8-8C73-F6DD1C65A4A9}" type="presParOf" srcId="{51A728F4-9B55-437F-AE17-C5AABC5F3FE6}" destId="{25092A42-B98B-4135-BBBA-5ABCC31E2DA1}" srcOrd="8" destOrd="0" presId="urn:microsoft.com/office/officeart/2016/7/layout/LinearArrowProcessNumbered"/>
    <dgm:cxn modelId="{A0C9151F-B3F5-4E20-BBAE-377E57A93974}" type="presParOf" srcId="{25092A42-B98B-4135-BBBA-5ABCC31E2DA1}" destId="{EC1E784B-10EE-456D-B46A-B1E7B27C1AAD}" srcOrd="0" destOrd="0" presId="urn:microsoft.com/office/officeart/2016/7/layout/LinearArrowProcessNumbered"/>
    <dgm:cxn modelId="{E7612BC9-7FAC-448A-BEC4-A83A630369EE}" type="presParOf" srcId="{25092A42-B98B-4135-BBBA-5ABCC31E2DA1}" destId="{E4C49326-B4D6-480F-8C3D-2C4A3DDBE906}" srcOrd="1" destOrd="0" presId="urn:microsoft.com/office/officeart/2016/7/layout/LinearArrowProcessNumbered"/>
    <dgm:cxn modelId="{7591C63D-2A91-4D1F-A96C-8C97EF8D098A}" type="presParOf" srcId="{E4C49326-B4D6-480F-8C3D-2C4A3DDBE906}" destId="{898F3E7B-EC9C-4EFB-BAC9-BAAEFA23180F}" srcOrd="0" destOrd="0" presId="urn:microsoft.com/office/officeart/2016/7/layout/LinearArrowProcessNumbered"/>
    <dgm:cxn modelId="{882BA5AF-10F2-4B81-A231-42DB1A28505C}" type="presParOf" srcId="{E4C49326-B4D6-480F-8C3D-2C4A3DDBE906}" destId="{A90DCEAD-C98C-4B65-B7D4-757069A42490}" srcOrd="1" destOrd="0" presId="urn:microsoft.com/office/officeart/2016/7/layout/LinearArrowProcessNumbered"/>
    <dgm:cxn modelId="{4938C725-B687-4891-8F5B-C5A62946910E}" type="presParOf" srcId="{E4C49326-B4D6-480F-8C3D-2C4A3DDBE906}" destId="{7AFC76A8-28C2-4ACB-BCC0-C58F9AE6B466}" srcOrd="2" destOrd="0" presId="urn:microsoft.com/office/officeart/2016/7/layout/LinearArrowProcessNumbered"/>
    <dgm:cxn modelId="{EB8F67D9-FCBE-4154-B984-F47EE9A2EB21}" type="presParOf" srcId="{E4C49326-B4D6-480F-8C3D-2C4A3DDBE906}" destId="{CBD226D7-B670-4E77-8C67-3128AE12FEEB}" srcOrd="3" destOrd="0" presId="urn:microsoft.com/office/officeart/2016/7/layout/LinearArrowProcessNumbered"/>
    <dgm:cxn modelId="{8096CF65-5550-4FC6-BB7C-27074FFD9910}" type="presParOf" srcId="{25092A42-B98B-4135-BBBA-5ABCC31E2DA1}" destId="{670896A7-0D1E-41EC-B1C9-3074F2825CAA}"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FE8724-7747-4B55-A234-A4E528293A1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582C60A-C86D-43AF-B7CE-B838F0DE3D78}">
      <dgm:prSet custT="1"/>
      <dgm:spPr/>
      <dgm:t>
        <a:bodyPr/>
        <a:lstStyle/>
        <a:p>
          <a:pPr>
            <a:lnSpc>
              <a:spcPct val="100000"/>
            </a:lnSpc>
          </a:pPr>
          <a:r>
            <a:rPr lang="ro-RO" sz="1200" noProof="0"/>
            <a:t>Din </a:t>
          </a:r>
          <a:r>
            <a:rPr lang="ro-RO" sz="1200" noProof="0" dirty="0"/>
            <a:t>cei </a:t>
          </a:r>
          <a:r>
            <a:rPr lang="ro-RO" sz="1200" b="1" noProof="0" dirty="0"/>
            <a:t>237 de pompieri</a:t>
          </a:r>
          <a:r>
            <a:rPr lang="ro-RO" sz="1200" noProof="0" dirty="0"/>
            <a:t>, cel puțin </a:t>
          </a:r>
          <a:r>
            <a:rPr lang="ro-RO" sz="1200" b="1" noProof="0" dirty="0"/>
            <a:t>134</a:t>
          </a:r>
          <a:r>
            <a:rPr lang="ro-RO" sz="1200" noProof="0" dirty="0"/>
            <a:t> au prezentat forme de cancer, iar </a:t>
          </a:r>
          <a:r>
            <a:rPr lang="ro-RO" sz="1200" b="1" noProof="0" dirty="0"/>
            <a:t>28</a:t>
          </a:r>
          <a:r>
            <a:rPr lang="ro-RO" sz="1200" noProof="0" dirty="0"/>
            <a:t> </a:t>
          </a:r>
          <a:r>
            <a:rPr lang="ro-RO" sz="1200" noProof="0"/>
            <a:t>au murit</a:t>
          </a:r>
          <a:endParaRPr lang="ro-RO" sz="1200" noProof="0" dirty="0"/>
        </a:p>
      </dgm:t>
    </dgm:pt>
    <dgm:pt modelId="{8A9B4719-21E3-4EAF-AA5D-82AF4CAC6355}" type="parTrans" cxnId="{DB829FAE-070C-457D-8321-A3EA21F890D5}">
      <dgm:prSet/>
      <dgm:spPr/>
      <dgm:t>
        <a:bodyPr/>
        <a:lstStyle/>
        <a:p>
          <a:pPr algn="ctr"/>
          <a:endParaRPr lang="en-US" sz="2000"/>
        </a:p>
      </dgm:t>
    </dgm:pt>
    <dgm:pt modelId="{74C6BCF6-6716-4746-9D51-C9AC0D672D8C}" type="sibTrans" cxnId="{DB829FAE-070C-457D-8321-A3EA21F890D5}">
      <dgm:prSet/>
      <dgm:spPr/>
      <dgm:t>
        <a:bodyPr/>
        <a:lstStyle/>
        <a:p>
          <a:pPr algn="ctr"/>
          <a:endParaRPr lang="en-US" sz="2000"/>
        </a:p>
      </dgm:t>
    </dgm:pt>
    <dgm:pt modelId="{DA03B6D3-CA55-46B9-8F77-1E050815BA4F}">
      <dgm:prSet custT="1"/>
      <dgm:spPr/>
      <dgm:t>
        <a:bodyPr/>
        <a:lstStyle/>
        <a:p>
          <a:pPr>
            <a:lnSpc>
              <a:spcPct val="100000"/>
            </a:lnSpc>
          </a:pPr>
          <a:r>
            <a:rPr lang="ro-RO" sz="1200" noProof="0" dirty="0"/>
            <a:t>Din cei </a:t>
          </a:r>
          <a:r>
            <a:rPr lang="ro-RO" sz="1200" b="1" noProof="0" dirty="0"/>
            <a:t>50.000 </a:t>
          </a:r>
          <a:r>
            <a:rPr lang="ro-RO" sz="1200" b="1" noProof="0"/>
            <a:t>de cetățeni,</a:t>
          </a:r>
          <a:r>
            <a:rPr lang="ro-RO" sz="1200" noProof="0"/>
            <a:t> aproximativ </a:t>
          </a:r>
          <a:r>
            <a:rPr lang="ro-RO" sz="1200" b="1" noProof="0" dirty="0"/>
            <a:t>60%</a:t>
          </a:r>
          <a:r>
            <a:rPr lang="ro-RO" sz="1200" noProof="0" dirty="0"/>
            <a:t> au prezentat creșteri ale nivelului de radiație primită</a:t>
          </a:r>
        </a:p>
      </dgm:t>
    </dgm:pt>
    <dgm:pt modelId="{2F86658F-3E1C-4BE7-BE93-6CC936A74E57}" type="parTrans" cxnId="{2BA30F58-C232-4AE7-983A-F883FBDFE740}">
      <dgm:prSet/>
      <dgm:spPr/>
      <dgm:t>
        <a:bodyPr/>
        <a:lstStyle/>
        <a:p>
          <a:pPr algn="ctr"/>
          <a:endParaRPr lang="en-US" sz="2000"/>
        </a:p>
      </dgm:t>
    </dgm:pt>
    <dgm:pt modelId="{06F4916D-601D-4F19-8B7D-D96EB129BC8F}" type="sibTrans" cxnId="{2BA30F58-C232-4AE7-983A-F883FBDFE740}">
      <dgm:prSet/>
      <dgm:spPr/>
      <dgm:t>
        <a:bodyPr/>
        <a:lstStyle/>
        <a:p>
          <a:pPr algn="ctr"/>
          <a:endParaRPr lang="en-US" sz="2000"/>
        </a:p>
      </dgm:t>
    </dgm:pt>
    <dgm:pt modelId="{827F542B-E672-46E3-8591-D823A556A1C7}">
      <dgm:prSet custT="1"/>
      <dgm:spPr/>
      <dgm:t>
        <a:bodyPr/>
        <a:lstStyle/>
        <a:p>
          <a:pPr>
            <a:lnSpc>
              <a:spcPct val="100000"/>
            </a:lnSpc>
          </a:pPr>
          <a:r>
            <a:rPr lang="ro-RO" sz="1200" noProof="0" dirty="0"/>
            <a:t>Populația tânără aflată în zonele contaminate era estimată la </a:t>
          </a:r>
          <a:r>
            <a:rPr lang="ro-RO" sz="1200" b="1" noProof="0"/>
            <a:t>200.000</a:t>
          </a:r>
          <a:r>
            <a:rPr lang="ro-RO" sz="1200" noProof="0"/>
            <a:t>, </a:t>
          </a:r>
          <a:r>
            <a:rPr lang="ro-RO" sz="1200" b="1" noProof="0"/>
            <a:t>75% nu </a:t>
          </a:r>
          <a:r>
            <a:rPr lang="ro-RO" sz="1200" noProof="0"/>
            <a:t>au primit tratament preventiv</a:t>
          </a:r>
          <a:endParaRPr lang="ro-RO" sz="1200" noProof="0" dirty="0"/>
        </a:p>
      </dgm:t>
    </dgm:pt>
    <dgm:pt modelId="{1426DAED-6C72-4368-AED4-4689101EF94F}" type="parTrans" cxnId="{4362B755-E2E1-4211-986E-71BDAF2D9BE3}">
      <dgm:prSet/>
      <dgm:spPr/>
      <dgm:t>
        <a:bodyPr/>
        <a:lstStyle/>
        <a:p>
          <a:pPr algn="ctr"/>
          <a:endParaRPr lang="en-US" sz="2000"/>
        </a:p>
      </dgm:t>
    </dgm:pt>
    <dgm:pt modelId="{D3433081-6EC7-479A-AC27-F42D488CF496}" type="sibTrans" cxnId="{4362B755-E2E1-4211-986E-71BDAF2D9BE3}">
      <dgm:prSet/>
      <dgm:spPr/>
      <dgm:t>
        <a:bodyPr/>
        <a:lstStyle/>
        <a:p>
          <a:pPr algn="ctr"/>
          <a:endParaRPr lang="en-US" sz="2000"/>
        </a:p>
      </dgm:t>
    </dgm:pt>
    <dgm:pt modelId="{64D9A6F1-05E1-479E-8858-1CFD16B7E77C}" type="pres">
      <dgm:prSet presAssocID="{41FE8724-7747-4B55-A234-A4E528293A12}" presName="root" presStyleCnt="0">
        <dgm:presLayoutVars>
          <dgm:dir/>
          <dgm:resizeHandles val="exact"/>
        </dgm:presLayoutVars>
      </dgm:prSet>
      <dgm:spPr/>
    </dgm:pt>
    <dgm:pt modelId="{F28AB0FF-B4CB-4D41-91DE-3E4BAAC07CC2}" type="pres">
      <dgm:prSet presAssocID="{9582C60A-C86D-43AF-B7CE-B838F0DE3D78}" presName="compNode" presStyleCnt="0"/>
      <dgm:spPr/>
    </dgm:pt>
    <dgm:pt modelId="{EAFB818F-A810-4669-BC8A-A3EE27F822F1}" type="pres">
      <dgm:prSet presAssocID="{9582C60A-C86D-43AF-B7CE-B838F0DE3D78}"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Firefighter male with solid fill"/>
        </a:ext>
      </dgm:extLst>
    </dgm:pt>
    <dgm:pt modelId="{1C53CF8A-D259-4D74-9A69-25933E0500A5}" type="pres">
      <dgm:prSet presAssocID="{9582C60A-C86D-43AF-B7CE-B838F0DE3D78}" presName="spaceRect" presStyleCnt="0"/>
      <dgm:spPr/>
    </dgm:pt>
    <dgm:pt modelId="{A708D336-295A-469C-8EC4-B34D51DFC348}" type="pres">
      <dgm:prSet presAssocID="{9582C60A-C86D-43AF-B7CE-B838F0DE3D78}" presName="textRect" presStyleLbl="revTx" presStyleIdx="0" presStyleCnt="3">
        <dgm:presLayoutVars>
          <dgm:chMax val="1"/>
          <dgm:chPref val="1"/>
        </dgm:presLayoutVars>
      </dgm:prSet>
      <dgm:spPr/>
    </dgm:pt>
    <dgm:pt modelId="{83BE36F4-315E-46B3-AFB8-BF7FB6120249}" type="pres">
      <dgm:prSet presAssocID="{74C6BCF6-6716-4746-9D51-C9AC0D672D8C}" presName="sibTrans" presStyleCnt="0"/>
      <dgm:spPr/>
    </dgm:pt>
    <dgm:pt modelId="{713602CF-516E-4D39-BAA8-D7ACAFD442DC}" type="pres">
      <dgm:prSet presAssocID="{DA03B6D3-CA55-46B9-8F77-1E050815BA4F}" presName="compNode" presStyleCnt="0"/>
      <dgm:spPr/>
    </dgm:pt>
    <dgm:pt modelId="{E70B0A60-E192-4599-AE5B-A02A79295F57}" type="pres">
      <dgm:prSet presAssocID="{DA03B6D3-CA55-46B9-8F77-1E050815BA4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ientist"/>
        </a:ext>
      </dgm:extLst>
    </dgm:pt>
    <dgm:pt modelId="{EC08100C-59D0-4EC8-9E32-902D065BE4B7}" type="pres">
      <dgm:prSet presAssocID="{DA03B6D3-CA55-46B9-8F77-1E050815BA4F}" presName="spaceRect" presStyleCnt="0"/>
      <dgm:spPr/>
    </dgm:pt>
    <dgm:pt modelId="{9BE12A33-3FD1-48DD-A837-65C279E3E7AE}" type="pres">
      <dgm:prSet presAssocID="{DA03B6D3-CA55-46B9-8F77-1E050815BA4F}" presName="textRect" presStyleLbl="revTx" presStyleIdx="1" presStyleCnt="3">
        <dgm:presLayoutVars>
          <dgm:chMax val="1"/>
          <dgm:chPref val="1"/>
        </dgm:presLayoutVars>
      </dgm:prSet>
      <dgm:spPr/>
    </dgm:pt>
    <dgm:pt modelId="{72CF65BA-5DEB-4B00-9512-8A52822534D7}" type="pres">
      <dgm:prSet presAssocID="{06F4916D-601D-4F19-8B7D-D96EB129BC8F}" presName="sibTrans" presStyleCnt="0"/>
      <dgm:spPr/>
    </dgm:pt>
    <dgm:pt modelId="{A93C29DA-C626-48B9-AC63-4DC1C483004F}" type="pres">
      <dgm:prSet presAssocID="{827F542B-E672-46E3-8591-D823A556A1C7}" presName="compNode" presStyleCnt="0"/>
      <dgm:spPr/>
    </dgm:pt>
    <dgm:pt modelId="{9A066890-2182-499A-AC13-A31D1D13F606}" type="pres">
      <dgm:prSet presAssocID="{827F542B-E672-46E3-8591-D823A556A1C7}"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Adhesive Bandage with solid fill"/>
        </a:ext>
      </dgm:extLst>
    </dgm:pt>
    <dgm:pt modelId="{EAB20523-E651-4C47-ACB7-4F62AE15EEDE}" type="pres">
      <dgm:prSet presAssocID="{827F542B-E672-46E3-8591-D823A556A1C7}" presName="spaceRect" presStyleCnt="0"/>
      <dgm:spPr/>
    </dgm:pt>
    <dgm:pt modelId="{6FCD14DA-BD7F-4AD7-B504-B91D2EC661EF}" type="pres">
      <dgm:prSet presAssocID="{827F542B-E672-46E3-8591-D823A556A1C7}" presName="textRect" presStyleLbl="revTx" presStyleIdx="2" presStyleCnt="3">
        <dgm:presLayoutVars>
          <dgm:chMax val="1"/>
          <dgm:chPref val="1"/>
        </dgm:presLayoutVars>
      </dgm:prSet>
      <dgm:spPr/>
    </dgm:pt>
  </dgm:ptLst>
  <dgm:cxnLst>
    <dgm:cxn modelId="{88686042-ED24-46E2-864B-2250E11E789F}" type="presOf" srcId="{DA03B6D3-CA55-46B9-8F77-1E050815BA4F}" destId="{9BE12A33-3FD1-48DD-A837-65C279E3E7AE}" srcOrd="0" destOrd="0" presId="urn:microsoft.com/office/officeart/2018/2/layout/IconLabelList"/>
    <dgm:cxn modelId="{4362B755-E2E1-4211-986E-71BDAF2D9BE3}" srcId="{41FE8724-7747-4B55-A234-A4E528293A12}" destId="{827F542B-E672-46E3-8591-D823A556A1C7}" srcOrd="2" destOrd="0" parTransId="{1426DAED-6C72-4368-AED4-4689101EF94F}" sibTransId="{D3433081-6EC7-479A-AC27-F42D488CF496}"/>
    <dgm:cxn modelId="{2BA30F58-C232-4AE7-983A-F883FBDFE740}" srcId="{41FE8724-7747-4B55-A234-A4E528293A12}" destId="{DA03B6D3-CA55-46B9-8F77-1E050815BA4F}" srcOrd="1" destOrd="0" parTransId="{2F86658F-3E1C-4BE7-BE93-6CC936A74E57}" sibTransId="{06F4916D-601D-4F19-8B7D-D96EB129BC8F}"/>
    <dgm:cxn modelId="{98E619AE-2426-4202-B00F-5FE423CA9216}" type="presOf" srcId="{9582C60A-C86D-43AF-B7CE-B838F0DE3D78}" destId="{A708D336-295A-469C-8EC4-B34D51DFC348}" srcOrd="0" destOrd="0" presId="urn:microsoft.com/office/officeart/2018/2/layout/IconLabelList"/>
    <dgm:cxn modelId="{DB829FAE-070C-457D-8321-A3EA21F890D5}" srcId="{41FE8724-7747-4B55-A234-A4E528293A12}" destId="{9582C60A-C86D-43AF-B7CE-B838F0DE3D78}" srcOrd="0" destOrd="0" parTransId="{8A9B4719-21E3-4EAF-AA5D-82AF4CAC6355}" sibTransId="{74C6BCF6-6716-4746-9D51-C9AC0D672D8C}"/>
    <dgm:cxn modelId="{0DF30AED-248A-4550-92EE-7E981044C466}" type="presOf" srcId="{41FE8724-7747-4B55-A234-A4E528293A12}" destId="{64D9A6F1-05E1-479E-8858-1CFD16B7E77C}" srcOrd="0" destOrd="0" presId="urn:microsoft.com/office/officeart/2018/2/layout/IconLabelList"/>
    <dgm:cxn modelId="{C07A3CED-D504-4856-B000-7595CED6C5B2}" type="presOf" srcId="{827F542B-E672-46E3-8591-D823A556A1C7}" destId="{6FCD14DA-BD7F-4AD7-B504-B91D2EC661EF}" srcOrd="0" destOrd="0" presId="urn:microsoft.com/office/officeart/2018/2/layout/IconLabelList"/>
    <dgm:cxn modelId="{950AF786-5FDB-4699-B346-4321416AFAB5}" type="presParOf" srcId="{64D9A6F1-05E1-479E-8858-1CFD16B7E77C}" destId="{F28AB0FF-B4CB-4D41-91DE-3E4BAAC07CC2}" srcOrd="0" destOrd="0" presId="urn:microsoft.com/office/officeart/2018/2/layout/IconLabelList"/>
    <dgm:cxn modelId="{383F4B58-CB32-463E-8F69-EAF4A3445EF2}" type="presParOf" srcId="{F28AB0FF-B4CB-4D41-91DE-3E4BAAC07CC2}" destId="{EAFB818F-A810-4669-BC8A-A3EE27F822F1}" srcOrd="0" destOrd="0" presId="urn:microsoft.com/office/officeart/2018/2/layout/IconLabelList"/>
    <dgm:cxn modelId="{BBA92BFC-FB91-4712-AA7B-675DE6C62823}" type="presParOf" srcId="{F28AB0FF-B4CB-4D41-91DE-3E4BAAC07CC2}" destId="{1C53CF8A-D259-4D74-9A69-25933E0500A5}" srcOrd="1" destOrd="0" presId="urn:microsoft.com/office/officeart/2018/2/layout/IconLabelList"/>
    <dgm:cxn modelId="{9CFF6122-CAB8-42DA-AAEE-3B77DA3F45ED}" type="presParOf" srcId="{F28AB0FF-B4CB-4D41-91DE-3E4BAAC07CC2}" destId="{A708D336-295A-469C-8EC4-B34D51DFC348}" srcOrd="2" destOrd="0" presId="urn:microsoft.com/office/officeart/2018/2/layout/IconLabelList"/>
    <dgm:cxn modelId="{5C8DFEE7-8AB1-4EE1-A653-7CC0C9DAC9CC}" type="presParOf" srcId="{64D9A6F1-05E1-479E-8858-1CFD16B7E77C}" destId="{83BE36F4-315E-46B3-AFB8-BF7FB6120249}" srcOrd="1" destOrd="0" presId="urn:microsoft.com/office/officeart/2018/2/layout/IconLabelList"/>
    <dgm:cxn modelId="{AB56CB71-D751-40DA-BCFC-4FD346A769AA}" type="presParOf" srcId="{64D9A6F1-05E1-479E-8858-1CFD16B7E77C}" destId="{713602CF-516E-4D39-BAA8-D7ACAFD442DC}" srcOrd="2" destOrd="0" presId="urn:microsoft.com/office/officeart/2018/2/layout/IconLabelList"/>
    <dgm:cxn modelId="{46B21F59-2281-4E8B-9564-ACCEFA9F1BF3}" type="presParOf" srcId="{713602CF-516E-4D39-BAA8-D7ACAFD442DC}" destId="{E70B0A60-E192-4599-AE5B-A02A79295F57}" srcOrd="0" destOrd="0" presId="urn:microsoft.com/office/officeart/2018/2/layout/IconLabelList"/>
    <dgm:cxn modelId="{247457F2-0B1A-4FD2-BE31-2FE1C4261E1C}" type="presParOf" srcId="{713602CF-516E-4D39-BAA8-D7ACAFD442DC}" destId="{EC08100C-59D0-4EC8-9E32-902D065BE4B7}" srcOrd="1" destOrd="0" presId="urn:microsoft.com/office/officeart/2018/2/layout/IconLabelList"/>
    <dgm:cxn modelId="{85BB1837-DBDA-4E22-AD0B-EF98FA862175}" type="presParOf" srcId="{713602CF-516E-4D39-BAA8-D7ACAFD442DC}" destId="{9BE12A33-3FD1-48DD-A837-65C279E3E7AE}" srcOrd="2" destOrd="0" presId="urn:microsoft.com/office/officeart/2018/2/layout/IconLabelList"/>
    <dgm:cxn modelId="{EB4EEEDA-984A-423D-A4B2-6C5D67088E5C}" type="presParOf" srcId="{64D9A6F1-05E1-479E-8858-1CFD16B7E77C}" destId="{72CF65BA-5DEB-4B00-9512-8A52822534D7}" srcOrd="3" destOrd="0" presId="urn:microsoft.com/office/officeart/2018/2/layout/IconLabelList"/>
    <dgm:cxn modelId="{AF8B32D8-E382-4080-B81B-50ECBC8F6AF9}" type="presParOf" srcId="{64D9A6F1-05E1-479E-8858-1CFD16B7E77C}" destId="{A93C29DA-C626-48B9-AC63-4DC1C483004F}" srcOrd="4" destOrd="0" presId="urn:microsoft.com/office/officeart/2018/2/layout/IconLabelList"/>
    <dgm:cxn modelId="{D69B8703-1ACD-46B5-9908-6D4E7244CFAB}" type="presParOf" srcId="{A93C29DA-C626-48B9-AC63-4DC1C483004F}" destId="{9A066890-2182-499A-AC13-A31D1D13F606}" srcOrd="0" destOrd="0" presId="urn:microsoft.com/office/officeart/2018/2/layout/IconLabelList"/>
    <dgm:cxn modelId="{363F5034-9C3A-4389-ABDF-D224A5114BDD}" type="presParOf" srcId="{A93C29DA-C626-48B9-AC63-4DC1C483004F}" destId="{EAB20523-E651-4C47-ACB7-4F62AE15EEDE}" srcOrd="1" destOrd="0" presId="urn:microsoft.com/office/officeart/2018/2/layout/IconLabelList"/>
    <dgm:cxn modelId="{B831546D-9DB7-41A3-8EA3-B6CD0378072E}" type="presParOf" srcId="{A93C29DA-C626-48B9-AC63-4DC1C483004F}" destId="{6FCD14DA-BD7F-4AD7-B504-B91D2EC661E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205A79-62BE-4A45-9E1A-09B53AD3FBF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0A2BF53-2BFC-4A7E-8252-921820129C78}">
      <dgm:prSet custT="1"/>
      <dgm:spPr>
        <a:ln>
          <a:solidFill>
            <a:schemeClr val="bg1"/>
          </a:solidFill>
        </a:ln>
      </dgm:spPr>
      <dgm:t>
        <a:bodyPr/>
        <a:lstStyle/>
        <a:p>
          <a:r>
            <a:rPr lang="ro-RO" sz="1800" noProof="0" dirty="0"/>
            <a:t>Statul sovietic a pus </a:t>
          </a:r>
          <a:r>
            <a:rPr lang="ro-RO" sz="1800" b="1" noProof="0" dirty="0"/>
            <a:t>imaginea politică</a:t>
          </a:r>
          <a:r>
            <a:rPr lang="ro-RO" sz="1800" noProof="0" dirty="0"/>
            <a:t>, la nivel regional și internațional, pe primul loc, în detrimentul sănătății publice.</a:t>
          </a:r>
        </a:p>
      </dgm:t>
    </dgm:pt>
    <dgm:pt modelId="{963C40E2-221F-446E-9DCF-713CC6314B3D}" type="parTrans" cxnId="{BE766EAC-AAF1-4111-A08B-3C15B89F0C37}">
      <dgm:prSet/>
      <dgm:spPr/>
      <dgm:t>
        <a:bodyPr/>
        <a:lstStyle/>
        <a:p>
          <a:endParaRPr lang="en-US" sz="1800"/>
        </a:p>
      </dgm:t>
    </dgm:pt>
    <dgm:pt modelId="{DDD3512A-5D96-4B24-A5E6-1A11E7EBFA33}" type="sibTrans" cxnId="{BE766EAC-AAF1-4111-A08B-3C15B89F0C37}">
      <dgm:prSet/>
      <dgm:spPr/>
      <dgm:t>
        <a:bodyPr/>
        <a:lstStyle/>
        <a:p>
          <a:endParaRPr lang="en-US" sz="1800"/>
        </a:p>
      </dgm:t>
    </dgm:pt>
    <dgm:pt modelId="{C02351CB-59CB-4077-AF5F-652482878C3A}">
      <dgm:prSet custT="1"/>
      <dgm:spPr/>
      <dgm:t>
        <a:bodyPr/>
        <a:lstStyle/>
        <a:p>
          <a:r>
            <a:rPr lang="ro-RO" sz="1800" noProof="0" dirty="0"/>
            <a:t>Oamenii numiți politic, </a:t>
          </a:r>
          <a:r>
            <a:rPr lang="ro-RO" sz="1800" b="1" noProof="0" dirty="0"/>
            <a:t>prin lipsă de transparență</a:t>
          </a:r>
          <a:r>
            <a:rPr lang="ro-RO" sz="1800" noProof="0" dirty="0"/>
            <a:t>, au ocupat poziții în cadrul centralei nucleare, unde au </a:t>
          </a:r>
          <a:r>
            <a:rPr lang="ro-RO" sz="1800" noProof="0"/>
            <a:t>produs erori.</a:t>
          </a:r>
          <a:endParaRPr lang="ro-RO" sz="1800" noProof="0" dirty="0"/>
        </a:p>
      </dgm:t>
    </dgm:pt>
    <dgm:pt modelId="{7C58D0BE-4380-4FB1-8C25-B067A2443D4F}" type="parTrans" cxnId="{3945F406-EEE9-4A45-A7A9-ECDB2A2A8720}">
      <dgm:prSet/>
      <dgm:spPr/>
      <dgm:t>
        <a:bodyPr/>
        <a:lstStyle/>
        <a:p>
          <a:endParaRPr lang="en-US" sz="1800"/>
        </a:p>
      </dgm:t>
    </dgm:pt>
    <dgm:pt modelId="{1823E2B8-AFFA-4475-B8D7-E833033AF0BC}" type="sibTrans" cxnId="{3945F406-EEE9-4A45-A7A9-ECDB2A2A8720}">
      <dgm:prSet/>
      <dgm:spPr/>
      <dgm:t>
        <a:bodyPr/>
        <a:lstStyle/>
        <a:p>
          <a:endParaRPr lang="en-US" sz="1800"/>
        </a:p>
      </dgm:t>
    </dgm:pt>
    <dgm:pt modelId="{C5A73002-86EA-4769-91CB-EE6D14F8C4D3}">
      <dgm:prSet custT="1"/>
      <dgm:spPr/>
      <dgm:t>
        <a:bodyPr/>
        <a:lstStyle/>
        <a:p>
          <a:r>
            <a:rPr lang="ro-RO" sz="1800" noProof="0" dirty="0"/>
            <a:t>Pedepsirea oamenilor de știință care aveau opinii diferite de cele ale partidului, a dus la greșeli în lanțul de comandă – </a:t>
          </a:r>
          <a:r>
            <a:rPr lang="ro-RO" sz="1800" b="1" noProof="0" dirty="0"/>
            <a:t>informația exactă a </a:t>
          </a:r>
          <a:r>
            <a:rPr lang="ro-RO" sz="1800" b="1" noProof="0"/>
            <a:t>fost neglijată.</a:t>
          </a:r>
          <a:endParaRPr lang="ro-RO" sz="1800" b="1" noProof="0" dirty="0"/>
        </a:p>
        <a:p>
          <a:endParaRPr lang="ro-RO" sz="1800" noProof="0" dirty="0"/>
        </a:p>
        <a:p>
          <a:r>
            <a:rPr lang="ro-RO" sz="1800" noProof="0" dirty="0"/>
            <a:t>.</a:t>
          </a:r>
        </a:p>
      </dgm:t>
    </dgm:pt>
    <dgm:pt modelId="{1B6C2ECC-A0B9-4183-AF6A-53ED2F924AF0}" type="parTrans" cxnId="{04565111-F394-4542-AB14-6A09C217C747}">
      <dgm:prSet/>
      <dgm:spPr/>
      <dgm:t>
        <a:bodyPr/>
        <a:lstStyle/>
        <a:p>
          <a:endParaRPr lang="en-US" sz="1800"/>
        </a:p>
      </dgm:t>
    </dgm:pt>
    <dgm:pt modelId="{35C15876-4EB0-4197-9976-37E292CB6D84}" type="sibTrans" cxnId="{04565111-F394-4542-AB14-6A09C217C747}">
      <dgm:prSet/>
      <dgm:spPr/>
      <dgm:t>
        <a:bodyPr/>
        <a:lstStyle/>
        <a:p>
          <a:endParaRPr lang="en-US" sz="1800"/>
        </a:p>
      </dgm:t>
    </dgm:pt>
    <dgm:pt modelId="{2CCCD1F8-4A87-4E02-88F1-88C459D38CBC}" type="pres">
      <dgm:prSet presAssocID="{25205A79-62BE-4A45-9E1A-09B53AD3FBF0}" presName="vert0" presStyleCnt="0">
        <dgm:presLayoutVars>
          <dgm:dir/>
          <dgm:animOne val="branch"/>
          <dgm:animLvl val="lvl"/>
        </dgm:presLayoutVars>
      </dgm:prSet>
      <dgm:spPr/>
    </dgm:pt>
    <dgm:pt modelId="{B1E537C2-9CF8-4E03-AFC7-4A2D08D5CA99}" type="pres">
      <dgm:prSet presAssocID="{E0A2BF53-2BFC-4A7E-8252-921820129C78}" presName="thickLine" presStyleLbl="alignNode1" presStyleIdx="0" presStyleCnt="3"/>
      <dgm:spPr/>
    </dgm:pt>
    <dgm:pt modelId="{A83CF121-D376-4102-9118-35FF3084588E}" type="pres">
      <dgm:prSet presAssocID="{E0A2BF53-2BFC-4A7E-8252-921820129C78}" presName="horz1" presStyleCnt="0"/>
      <dgm:spPr/>
    </dgm:pt>
    <dgm:pt modelId="{FFBC3630-5DE0-40ED-B378-EC2EFBE0DB10}" type="pres">
      <dgm:prSet presAssocID="{E0A2BF53-2BFC-4A7E-8252-921820129C78}" presName="tx1" presStyleLbl="revTx" presStyleIdx="0" presStyleCnt="3"/>
      <dgm:spPr/>
    </dgm:pt>
    <dgm:pt modelId="{A9ED0362-917F-4627-BA91-3A3FD3922979}" type="pres">
      <dgm:prSet presAssocID="{E0A2BF53-2BFC-4A7E-8252-921820129C78}" presName="vert1" presStyleCnt="0"/>
      <dgm:spPr/>
    </dgm:pt>
    <dgm:pt modelId="{457A3013-CDDC-436D-91F9-94D0C663BA18}" type="pres">
      <dgm:prSet presAssocID="{C02351CB-59CB-4077-AF5F-652482878C3A}" presName="thickLine" presStyleLbl="alignNode1" presStyleIdx="1" presStyleCnt="3"/>
      <dgm:spPr/>
    </dgm:pt>
    <dgm:pt modelId="{F9C259C3-960F-492C-89DF-94CA25587D29}" type="pres">
      <dgm:prSet presAssocID="{C02351CB-59CB-4077-AF5F-652482878C3A}" presName="horz1" presStyleCnt="0"/>
      <dgm:spPr/>
    </dgm:pt>
    <dgm:pt modelId="{1C95D726-96D2-4077-9115-FF43A3B2C4CF}" type="pres">
      <dgm:prSet presAssocID="{C02351CB-59CB-4077-AF5F-652482878C3A}" presName="tx1" presStyleLbl="revTx" presStyleIdx="1" presStyleCnt="3"/>
      <dgm:spPr/>
    </dgm:pt>
    <dgm:pt modelId="{012E71C6-466A-4290-814C-BD05258C2C57}" type="pres">
      <dgm:prSet presAssocID="{C02351CB-59CB-4077-AF5F-652482878C3A}" presName="vert1" presStyleCnt="0"/>
      <dgm:spPr/>
    </dgm:pt>
    <dgm:pt modelId="{C95C93BD-302C-42DE-B2FF-D20DD6CDDA7D}" type="pres">
      <dgm:prSet presAssocID="{C5A73002-86EA-4769-91CB-EE6D14F8C4D3}" presName="thickLine" presStyleLbl="alignNode1" presStyleIdx="2" presStyleCnt="3"/>
      <dgm:spPr/>
    </dgm:pt>
    <dgm:pt modelId="{7C141F06-1C1A-4C75-9CCF-ABA28B791734}" type="pres">
      <dgm:prSet presAssocID="{C5A73002-86EA-4769-91CB-EE6D14F8C4D3}" presName="horz1" presStyleCnt="0"/>
      <dgm:spPr/>
    </dgm:pt>
    <dgm:pt modelId="{38942C7F-7476-4AEB-B0D1-1124FCBFF116}" type="pres">
      <dgm:prSet presAssocID="{C5A73002-86EA-4769-91CB-EE6D14F8C4D3}" presName="tx1" presStyleLbl="revTx" presStyleIdx="2" presStyleCnt="3"/>
      <dgm:spPr/>
    </dgm:pt>
    <dgm:pt modelId="{3EDB5079-D7A1-41A6-9454-F905D5B0CB36}" type="pres">
      <dgm:prSet presAssocID="{C5A73002-86EA-4769-91CB-EE6D14F8C4D3}" presName="vert1" presStyleCnt="0"/>
      <dgm:spPr/>
    </dgm:pt>
  </dgm:ptLst>
  <dgm:cxnLst>
    <dgm:cxn modelId="{3945F406-EEE9-4A45-A7A9-ECDB2A2A8720}" srcId="{25205A79-62BE-4A45-9E1A-09B53AD3FBF0}" destId="{C02351CB-59CB-4077-AF5F-652482878C3A}" srcOrd="1" destOrd="0" parTransId="{7C58D0BE-4380-4FB1-8C25-B067A2443D4F}" sibTransId="{1823E2B8-AFFA-4475-B8D7-E833033AF0BC}"/>
    <dgm:cxn modelId="{04565111-F394-4542-AB14-6A09C217C747}" srcId="{25205A79-62BE-4A45-9E1A-09B53AD3FBF0}" destId="{C5A73002-86EA-4769-91CB-EE6D14F8C4D3}" srcOrd="2" destOrd="0" parTransId="{1B6C2ECC-A0B9-4183-AF6A-53ED2F924AF0}" sibTransId="{35C15876-4EB0-4197-9976-37E292CB6D84}"/>
    <dgm:cxn modelId="{DB739C12-AED8-4DFD-8C4F-84CE0EE097B1}" type="presOf" srcId="{E0A2BF53-2BFC-4A7E-8252-921820129C78}" destId="{FFBC3630-5DE0-40ED-B378-EC2EFBE0DB10}" srcOrd="0" destOrd="0" presId="urn:microsoft.com/office/officeart/2008/layout/LinedList"/>
    <dgm:cxn modelId="{89DFD86D-806E-4A38-9496-3179B1A54519}" type="presOf" srcId="{25205A79-62BE-4A45-9E1A-09B53AD3FBF0}" destId="{2CCCD1F8-4A87-4E02-88F1-88C459D38CBC}" srcOrd="0" destOrd="0" presId="urn:microsoft.com/office/officeart/2008/layout/LinedList"/>
    <dgm:cxn modelId="{BE766EAC-AAF1-4111-A08B-3C15B89F0C37}" srcId="{25205A79-62BE-4A45-9E1A-09B53AD3FBF0}" destId="{E0A2BF53-2BFC-4A7E-8252-921820129C78}" srcOrd="0" destOrd="0" parTransId="{963C40E2-221F-446E-9DCF-713CC6314B3D}" sibTransId="{DDD3512A-5D96-4B24-A5E6-1A11E7EBFA33}"/>
    <dgm:cxn modelId="{012B4FE6-121A-4C48-8E56-C4B4E99F9E98}" type="presOf" srcId="{C02351CB-59CB-4077-AF5F-652482878C3A}" destId="{1C95D726-96D2-4077-9115-FF43A3B2C4CF}" srcOrd="0" destOrd="0" presId="urn:microsoft.com/office/officeart/2008/layout/LinedList"/>
    <dgm:cxn modelId="{D49286E8-21B0-4873-9AD8-D75E53AD35E3}" type="presOf" srcId="{C5A73002-86EA-4769-91CB-EE6D14F8C4D3}" destId="{38942C7F-7476-4AEB-B0D1-1124FCBFF116}" srcOrd="0" destOrd="0" presId="urn:microsoft.com/office/officeart/2008/layout/LinedList"/>
    <dgm:cxn modelId="{529F84F2-A4D6-405D-8FBF-1EE878062B61}" type="presParOf" srcId="{2CCCD1F8-4A87-4E02-88F1-88C459D38CBC}" destId="{B1E537C2-9CF8-4E03-AFC7-4A2D08D5CA99}" srcOrd="0" destOrd="0" presId="urn:microsoft.com/office/officeart/2008/layout/LinedList"/>
    <dgm:cxn modelId="{5F442F07-BB86-4D67-B42F-55BA02D7A397}" type="presParOf" srcId="{2CCCD1F8-4A87-4E02-88F1-88C459D38CBC}" destId="{A83CF121-D376-4102-9118-35FF3084588E}" srcOrd="1" destOrd="0" presId="urn:microsoft.com/office/officeart/2008/layout/LinedList"/>
    <dgm:cxn modelId="{B9800CD0-737A-448D-8573-A1DB50D6C686}" type="presParOf" srcId="{A83CF121-D376-4102-9118-35FF3084588E}" destId="{FFBC3630-5DE0-40ED-B378-EC2EFBE0DB10}" srcOrd="0" destOrd="0" presId="urn:microsoft.com/office/officeart/2008/layout/LinedList"/>
    <dgm:cxn modelId="{7DED1E88-917B-4C35-B00B-49A3815F2B51}" type="presParOf" srcId="{A83CF121-D376-4102-9118-35FF3084588E}" destId="{A9ED0362-917F-4627-BA91-3A3FD3922979}" srcOrd="1" destOrd="0" presId="urn:microsoft.com/office/officeart/2008/layout/LinedList"/>
    <dgm:cxn modelId="{F452AF04-CC2A-4AB2-B395-983ECB377F12}" type="presParOf" srcId="{2CCCD1F8-4A87-4E02-88F1-88C459D38CBC}" destId="{457A3013-CDDC-436D-91F9-94D0C663BA18}" srcOrd="2" destOrd="0" presId="urn:microsoft.com/office/officeart/2008/layout/LinedList"/>
    <dgm:cxn modelId="{E6F959A0-D15A-434F-8005-AB18934722C3}" type="presParOf" srcId="{2CCCD1F8-4A87-4E02-88F1-88C459D38CBC}" destId="{F9C259C3-960F-492C-89DF-94CA25587D29}" srcOrd="3" destOrd="0" presId="urn:microsoft.com/office/officeart/2008/layout/LinedList"/>
    <dgm:cxn modelId="{03FDB928-409E-4404-B717-A5632BBBA480}" type="presParOf" srcId="{F9C259C3-960F-492C-89DF-94CA25587D29}" destId="{1C95D726-96D2-4077-9115-FF43A3B2C4CF}" srcOrd="0" destOrd="0" presId="urn:microsoft.com/office/officeart/2008/layout/LinedList"/>
    <dgm:cxn modelId="{0A49D22B-2C8C-4699-9D62-90E79802F4A6}" type="presParOf" srcId="{F9C259C3-960F-492C-89DF-94CA25587D29}" destId="{012E71C6-466A-4290-814C-BD05258C2C57}" srcOrd="1" destOrd="0" presId="urn:microsoft.com/office/officeart/2008/layout/LinedList"/>
    <dgm:cxn modelId="{C0929677-2B47-4665-BF3E-0204439F1776}" type="presParOf" srcId="{2CCCD1F8-4A87-4E02-88F1-88C459D38CBC}" destId="{C95C93BD-302C-42DE-B2FF-D20DD6CDDA7D}" srcOrd="4" destOrd="0" presId="urn:microsoft.com/office/officeart/2008/layout/LinedList"/>
    <dgm:cxn modelId="{0255E0C8-E487-4A76-865E-026C4063D43F}" type="presParOf" srcId="{2CCCD1F8-4A87-4E02-88F1-88C459D38CBC}" destId="{7C141F06-1C1A-4C75-9CCF-ABA28B791734}" srcOrd="5" destOrd="0" presId="urn:microsoft.com/office/officeart/2008/layout/LinedList"/>
    <dgm:cxn modelId="{5FD8ADF1-7819-4122-8A55-590D3A580E4F}" type="presParOf" srcId="{7C141F06-1C1A-4C75-9CCF-ABA28B791734}" destId="{38942C7F-7476-4AEB-B0D1-1124FCBFF116}" srcOrd="0" destOrd="0" presId="urn:microsoft.com/office/officeart/2008/layout/LinedList"/>
    <dgm:cxn modelId="{77EFC333-6E12-4FFD-9D2F-34AB4F9608F3}" type="presParOf" srcId="{7C141F06-1C1A-4C75-9CCF-ABA28B791734}" destId="{3EDB5079-D7A1-41A6-9454-F905D5B0CB3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205A79-62BE-4A45-9E1A-09B53AD3FBF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0A2BF53-2BFC-4A7E-8252-921820129C78}">
      <dgm:prSet custT="1"/>
      <dgm:spPr>
        <a:ln>
          <a:solidFill>
            <a:schemeClr val="bg1"/>
          </a:solidFill>
        </a:ln>
      </dgm:spPr>
      <dgm:t>
        <a:bodyPr/>
        <a:lstStyle/>
        <a:p>
          <a:r>
            <a:rPr lang="ro-RO" sz="1800" noProof="0" dirty="0"/>
            <a:t>Prin acest eveniment, instituțiile sovietice au </a:t>
          </a:r>
          <a:r>
            <a:rPr lang="ro-RO" sz="1800" b="1" noProof="0" dirty="0"/>
            <a:t>erodat încrederea populației</a:t>
          </a:r>
          <a:r>
            <a:rPr lang="ro-RO" sz="1800" noProof="0" dirty="0"/>
            <a:t> în siguranța oferită de stat.</a:t>
          </a:r>
        </a:p>
      </dgm:t>
    </dgm:pt>
    <dgm:pt modelId="{963C40E2-221F-446E-9DCF-713CC6314B3D}" type="parTrans" cxnId="{BE766EAC-AAF1-4111-A08B-3C15B89F0C37}">
      <dgm:prSet/>
      <dgm:spPr/>
      <dgm:t>
        <a:bodyPr/>
        <a:lstStyle/>
        <a:p>
          <a:endParaRPr lang="en-US" sz="1800"/>
        </a:p>
      </dgm:t>
    </dgm:pt>
    <dgm:pt modelId="{DDD3512A-5D96-4B24-A5E6-1A11E7EBFA33}" type="sibTrans" cxnId="{BE766EAC-AAF1-4111-A08B-3C15B89F0C37}">
      <dgm:prSet/>
      <dgm:spPr/>
      <dgm:t>
        <a:bodyPr/>
        <a:lstStyle/>
        <a:p>
          <a:endParaRPr lang="en-US" sz="1800"/>
        </a:p>
      </dgm:t>
    </dgm:pt>
    <dgm:pt modelId="{C02351CB-59CB-4077-AF5F-652482878C3A}">
      <dgm:prSet custT="1"/>
      <dgm:spPr/>
      <dgm:t>
        <a:bodyPr/>
        <a:lstStyle/>
        <a:p>
          <a:r>
            <a:rPr lang="ro-RO" sz="1800" noProof="0" dirty="0"/>
            <a:t>Creșterea nevoii de </a:t>
          </a:r>
          <a:r>
            <a:rPr lang="ro-RO" sz="1800" b="1" noProof="0" dirty="0"/>
            <a:t>transparență și libertate </a:t>
          </a:r>
          <a:r>
            <a:rPr lang="ro-RO" sz="1800" b="1" noProof="0"/>
            <a:t>de exprimare</a:t>
          </a:r>
          <a:r>
            <a:rPr lang="ro-RO" sz="1800" b="0" noProof="0"/>
            <a:t>, unde informația exactă are prioritate</a:t>
          </a:r>
          <a:endParaRPr lang="ro-RO" sz="1800" noProof="0" dirty="0"/>
        </a:p>
      </dgm:t>
    </dgm:pt>
    <dgm:pt modelId="{7C58D0BE-4380-4FB1-8C25-B067A2443D4F}" type="parTrans" cxnId="{3945F406-EEE9-4A45-A7A9-ECDB2A2A8720}">
      <dgm:prSet/>
      <dgm:spPr/>
      <dgm:t>
        <a:bodyPr/>
        <a:lstStyle/>
        <a:p>
          <a:endParaRPr lang="en-US" sz="1800"/>
        </a:p>
      </dgm:t>
    </dgm:pt>
    <dgm:pt modelId="{1823E2B8-AFFA-4475-B8D7-E833033AF0BC}" type="sibTrans" cxnId="{3945F406-EEE9-4A45-A7A9-ECDB2A2A8720}">
      <dgm:prSet/>
      <dgm:spPr/>
      <dgm:t>
        <a:bodyPr/>
        <a:lstStyle/>
        <a:p>
          <a:endParaRPr lang="en-US" sz="1800"/>
        </a:p>
      </dgm:t>
    </dgm:pt>
    <dgm:pt modelId="{C5A73002-86EA-4769-91CB-EE6D14F8C4D3}">
      <dgm:prSet custT="1"/>
      <dgm:spPr/>
      <dgm:t>
        <a:bodyPr/>
        <a:lstStyle/>
        <a:p>
          <a:r>
            <a:rPr lang="ro-RO" sz="1800" noProof="0"/>
            <a:t>Dezastrele și problemele din ultimii ani ai Uniunii Sovietice, au dus la destrămarea acestui sistem bazat pe </a:t>
          </a:r>
          <a:r>
            <a:rPr lang="ro-RO" sz="1800" b="1" noProof="0"/>
            <a:t>dezinformare și a lipsei de etică</a:t>
          </a:r>
          <a:r>
            <a:rPr lang="ro-RO" sz="1800" b="0" noProof="0"/>
            <a:t>.</a:t>
          </a:r>
          <a:endParaRPr lang="ro-RO" sz="1800" noProof="0" dirty="0"/>
        </a:p>
      </dgm:t>
    </dgm:pt>
    <dgm:pt modelId="{35C15876-4EB0-4197-9976-37E292CB6D84}" type="sibTrans" cxnId="{04565111-F394-4542-AB14-6A09C217C747}">
      <dgm:prSet/>
      <dgm:spPr/>
      <dgm:t>
        <a:bodyPr/>
        <a:lstStyle/>
        <a:p>
          <a:endParaRPr lang="en-US" sz="1800"/>
        </a:p>
      </dgm:t>
    </dgm:pt>
    <dgm:pt modelId="{1B6C2ECC-A0B9-4183-AF6A-53ED2F924AF0}" type="parTrans" cxnId="{04565111-F394-4542-AB14-6A09C217C747}">
      <dgm:prSet/>
      <dgm:spPr/>
      <dgm:t>
        <a:bodyPr/>
        <a:lstStyle/>
        <a:p>
          <a:endParaRPr lang="en-US" sz="1800"/>
        </a:p>
      </dgm:t>
    </dgm:pt>
    <dgm:pt modelId="{2CCCD1F8-4A87-4E02-88F1-88C459D38CBC}" type="pres">
      <dgm:prSet presAssocID="{25205A79-62BE-4A45-9E1A-09B53AD3FBF0}" presName="vert0" presStyleCnt="0">
        <dgm:presLayoutVars>
          <dgm:dir/>
          <dgm:animOne val="branch"/>
          <dgm:animLvl val="lvl"/>
        </dgm:presLayoutVars>
      </dgm:prSet>
      <dgm:spPr/>
    </dgm:pt>
    <dgm:pt modelId="{B1E537C2-9CF8-4E03-AFC7-4A2D08D5CA99}" type="pres">
      <dgm:prSet presAssocID="{E0A2BF53-2BFC-4A7E-8252-921820129C78}" presName="thickLine" presStyleLbl="alignNode1" presStyleIdx="0" presStyleCnt="3"/>
      <dgm:spPr/>
    </dgm:pt>
    <dgm:pt modelId="{A83CF121-D376-4102-9118-35FF3084588E}" type="pres">
      <dgm:prSet presAssocID="{E0A2BF53-2BFC-4A7E-8252-921820129C78}" presName="horz1" presStyleCnt="0"/>
      <dgm:spPr/>
    </dgm:pt>
    <dgm:pt modelId="{FFBC3630-5DE0-40ED-B378-EC2EFBE0DB10}" type="pres">
      <dgm:prSet presAssocID="{E0A2BF53-2BFC-4A7E-8252-921820129C78}" presName="tx1" presStyleLbl="revTx" presStyleIdx="0" presStyleCnt="3"/>
      <dgm:spPr/>
    </dgm:pt>
    <dgm:pt modelId="{A9ED0362-917F-4627-BA91-3A3FD3922979}" type="pres">
      <dgm:prSet presAssocID="{E0A2BF53-2BFC-4A7E-8252-921820129C78}" presName="vert1" presStyleCnt="0"/>
      <dgm:spPr/>
    </dgm:pt>
    <dgm:pt modelId="{457A3013-CDDC-436D-91F9-94D0C663BA18}" type="pres">
      <dgm:prSet presAssocID="{C02351CB-59CB-4077-AF5F-652482878C3A}" presName="thickLine" presStyleLbl="alignNode1" presStyleIdx="1" presStyleCnt="3"/>
      <dgm:spPr/>
    </dgm:pt>
    <dgm:pt modelId="{F9C259C3-960F-492C-89DF-94CA25587D29}" type="pres">
      <dgm:prSet presAssocID="{C02351CB-59CB-4077-AF5F-652482878C3A}" presName="horz1" presStyleCnt="0"/>
      <dgm:spPr/>
    </dgm:pt>
    <dgm:pt modelId="{1C95D726-96D2-4077-9115-FF43A3B2C4CF}" type="pres">
      <dgm:prSet presAssocID="{C02351CB-59CB-4077-AF5F-652482878C3A}" presName="tx1" presStyleLbl="revTx" presStyleIdx="1" presStyleCnt="3"/>
      <dgm:spPr/>
    </dgm:pt>
    <dgm:pt modelId="{012E71C6-466A-4290-814C-BD05258C2C57}" type="pres">
      <dgm:prSet presAssocID="{C02351CB-59CB-4077-AF5F-652482878C3A}" presName="vert1" presStyleCnt="0"/>
      <dgm:spPr/>
    </dgm:pt>
    <dgm:pt modelId="{C95C93BD-302C-42DE-B2FF-D20DD6CDDA7D}" type="pres">
      <dgm:prSet presAssocID="{C5A73002-86EA-4769-91CB-EE6D14F8C4D3}" presName="thickLine" presStyleLbl="alignNode1" presStyleIdx="2" presStyleCnt="3"/>
      <dgm:spPr/>
    </dgm:pt>
    <dgm:pt modelId="{7C141F06-1C1A-4C75-9CCF-ABA28B791734}" type="pres">
      <dgm:prSet presAssocID="{C5A73002-86EA-4769-91CB-EE6D14F8C4D3}" presName="horz1" presStyleCnt="0"/>
      <dgm:spPr/>
    </dgm:pt>
    <dgm:pt modelId="{38942C7F-7476-4AEB-B0D1-1124FCBFF116}" type="pres">
      <dgm:prSet presAssocID="{C5A73002-86EA-4769-91CB-EE6D14F8C4D3}" presName="tx1" presStyleLbl="revTx" presStyleIdx="2" presStyleCnt="3"/>
      <dgm:spPr/>
    </dgm:pt>
    <dgm:pt modelId="{3EDB5079-D7A1-41A6-9454-F905D5B0CB36}" type="pres">
      <dgm:prSet presAssocID="{C5A73002-86EA-4769-91CB-EE6D14F8C4D3}" presName="vert1" presStyleCnt="0"/>
      <dgm:spPr/>
    </dgm:pt>
  </dgm:ptLst>
  <dgm:cxnLst>
    <dgm:cxn modelId="{3945F406-EEE9-4A45-A7A9-ECDB2A2A8720}" srcId="{25205A79-62BE-4A45-9E1A-09B53AD3FBF0}" destId="{C02351CB-59CB-4077-AF5F-652482878C3A}" srcOrd="1" destOrd="0" parTransId="{7C58D0BE-4380-4FB1-8C25-B067A2443D4F}" sibTransId="{1823E2B8-AFFA-4475-B8D7-E833033AF0BC}"/>
    <dgm:cxn modelId="{04565111-F394-4542-AB14-6A09C217C747}" srcId="{25205A79-62BE-4A45-9E1A-09B53AD3FBF0}" destId="{C5A73002-86EA-4769-91CB-EE6D14F8C4D3}" srcOrd="2" destOrd="0" parTransId="{1B6C2ECC-A0B9-4183-AF6A-53ED2F924AF0}" sibTransId="{35C15876-4EB0-4197-9976-37E292CB6D84}"/>
    <dgm:cxn modelId="{DB739C12-AED8-4DFD-8C4F-84CE0EE097B1}" type="presOf" srcId="{E0A2BF53-2BFC-4A7E-8252-921820129C78}" destId="{FFBC3630-5DE0-40ED-B378-EC2EFBE0DB10}" srcOrd="0" destOrd="0" presId="urn:microsoft.com/office/officeart/2008/layout/LinedList"/>
    <dgm:cxn modelId="{89DFD86D-806E-4A38-9496-3179B1A54519}" type="presOf" srcId="{25205A79-62BE-4A45-9E1A-09B53AD3FBF0}" destId="{2CCCD1F8-4A87-4E02-88F1-88C459D38CBC}" srcOrd="0" destOrd="0" presId="urn:microsoft.com/office/officeart/2008/layout/LinedList"/>
    <dgm:cxn modelId="{BE766EAC-AAF1-4111-A08B-3C15B89F0C37}" srcId="{25205A79-62BE-4A45-9E1A-09B53AD3FBF0}" destId="{E0A2BF53-2BFC-4A7E-8252-921820129C78}" srcOrd="0" destOrd="0" parTransId="{963C40E2-221F-446E-9DCF-713CC6314B3D}" sibTransId="{DDD3512A-5D96-4B24-A5E6-1A11E7EBFA33}"/>
    <dgm:cxn modelId="{012B4FE6-121A-4C48-8E56-C4B4E99F9E98}" type="presOf" srcId="{C02351CB-59CB-4077-AF5F-652482878C3A}" destId="{1C95D726-96D2-4077-9115-FF43A3B2C4CF}" srcOrd="0" destOrd="0" presId="urn:microsoft.com/office/officeart/2008/layout/LinedList"/>
    <dgm:cxn modelId="{D49286E8-21B0-4873-9AD8-D75E53AD35E3}" type="presOf" srcId="{C5A73002-86EA-4769-91CB-EE6D14F8C4D3}" destId="{38942C7F-7476-4AEB-B0D1-1124FCBFF116}" srcOrd="0" destOrd="0" presId="urn:microsoft.com/office/officeart/2008/layout/LinedList"/>
    <dgm:cxn modelId="{529F84F2-A4D6-405D-8FBF-1EE878062B61}" type="presParOf" srcId="{2CCCD1F8-4A87-4E02-88F1-88C459D38CBC}" destId="{B1E537C2-9CF8-4E03-AFC7-4A2D08D5CA99}" srcOrd="0" destOrd="0" presId="urn:microsoft.com/office/officeart/2008/layout/LinedList"/>
    <dgm:cxn modelId="{5F442F07-BB86-4D67-B42F-55BA02D7A397}" type="presParOf" srcId="{2CCCD1F8-4A87-4E02-88F1-88C459D38CBC}" destId="{A83CF121-D376-4102-9118-35FF3084588E}" srcOrd="1" destOrd="0" presId="urn:microsoft.com/office/officeart/2008/layout/LinedList"/>
    <dgm:cxn modelId="{B9800CD0-737A-448D-8573-A1DB50D6C686}" type="presParOf" srcId="{A83CF121-D376-4102-9118-35FF3084588E}" destId="{FFBC3630-5DE0-40ED-B378-EC2EFBE0DB10}" srcOrd="0" destOrd="0" presId="urn:microsoft.com/office/officeart/2008/layout/LinedList"/>
    <dgm:cxn modelId="{7DED1E88-917B-4C35-B00B-49A3815F2B51}" type="presParOf" srcId="{A83CF121-D376-4102-9118-35FF3084588E}" destId="{A9ED0362-917F-4627-BA91-3A3FD3922979}" srcOrd="1" destOrd="0" presId="urn:microsoft.com/office/officeart/2008/layout/LinedList"/>
    <dgm:cxn modelId="{F452AF04-CC2A-4AB2-B395-983ECB377F12}" type="presParOf" srcId="{2CCCD1F8-4A87-4E02-88F1-88C459D38CBC}" destId="{457A3013-CDDC-436D-91F9-94D0C663BA18}" srcOrd="2" destOrd="0" presId="urn:microsoft.com/office/officeart/2008/layout/LinedList"/>
    <dgm:cxn modelId="{E6F959A0-D15A-434F-8005-AB18934722C3}" type="presParOf" srcId="{2CCCD1F8-4A87-4E02-88F1-88C459D38CBC}" destId="{F9C259C3-960F-492C-89DF-94CA25587D29}" srcOrd="3" destOrd="0" presId="urn:microsoft.com/office/officeart/2008/layout/LinedList"/>
    <dgm:cxn modelId="{03FDB928-409E-4404-B717-A5632BBBA480}" type="presParOf" srcId="{F9C259C3-960F-492C-89DF-94CA25587D29}" destId="{1C95D726-96D2-4077-9115-FF43A3B2C4CF}" srcOrd="0" destOrd="0" presId="urn:microsoft.com/office/officeart/2008/layout/LinedList"/>
    <dgm:cxn modelId="{0A49D22B-2C8C-4699-9D62-90E79802F4A6}" type="presParOf" srcId="{F9C259C3-960F-492C-89DF-94CA25587D29}" destId="{012E71C6-466A-4290-814C-BD05258C2C57}" srcOrd="1" destOrd="0" presId="urn:microsoft.com/office/officeart/2008/layout/LinedList"/>
    <dgm:cxn modelId="{C0929677-2B47-4665-BF3E-0204439F1776}" type="presParOf" srcId="{2CCCD1F8-4A87-4E02-88F1-88C459D38CBC}" destId="{C95C93BD-302C-42DE-B2FF-D20DD6CDDA7D}" srcOrd="4" destOrd="0" presId="urn:microsoft.com/office/officeart/2008/layout/LinedList"/>
    <dgm:cxn modelId="{0255E0C8-E487-4A76-865E-026C4063D43F}" type="presParOf" srcId="{2CCCD1F8-4A87-4E02-88F1-88C459D38CBC}" destId="{7C141F06-1C1A-4C75-9CCF-ABA28B791734}" srcOrd="5" destOrd="0" presId="urn:microsoft.com/office/officeart/2008/layout/LinedList"/>
    <dgm:cxn modelId="{5FD8ADF1-7819-4122-8A55-590D3A580E4F}" type="presParOf" srcId="{7C141F06-1C1A-4C75-9CCF-ABA28B791734}" destId="{38942C7F-7476-4AEB-B0D1-1124FCBFF116}" srcOrd="0" destOrd="0" presId="urn:microsoft.com/office/officeart/2008/layout/LinedList"/>
    <dgm:cxn modelId="{77EFC333-6E12-4FFD-9D2F-34AB4F9608F3}" type="presParOf" srcId="{7C141F06-1C1A-4C75-9CCF-ABA28B791734}" destId="{3EDB5079-D7A1-41A6-9454-F905D5B0CB3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83A9DE-8556-4B80-90C5-1E9D1AC13D4D}"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B8EF5DC-4D73-46FE-9B12-CEEB13AABED2}">
      <dgm:prSet custT="1"/>
      <dgm:spPr/>
      <dgm:t>
        <a:bodyPr/>
        <a:lstStyle/>
        <a:p>
          <a:pPr algn="ctr">
            <a:lnSpc>
              <a:spcPct val="100000"/>
            </a:lnSpc>
          </a:pPr>
          <a:r>
            <a:rPr lang="ro-RO" sz="1200" noProof="0" dirty="0"/>
            <a:t>Deși evenimentul a avut loc la o oră târzie, un eventual clip de la o cameră de supraveghere ar fi fost publicat pe internet. </a:t>
          </a:r>
        </a:p>
      </dgm:t>
    </dgm:pt>
    <dgm:pt modelId="{0104559A-B0A0-40FF-B6E1-C279A24228F4}" type="parTrans" cxnId="{4465363B-842F-4142-B1F4-FE7CAA51C31F}">
      <dgm:prSet/>
      <dgm:spPr/>
      <dgm:t>
        <a:bodyPr/>
        <a:lstStyle/>
        <a:p>
          <a:pPr algn="ctr"/>
          <a:endParaRPr lang="en-US" sz="2000"/>
        </a:p>
      </dgm:t>
    </dgm:pt>
    <dgm:pt modelId="{2E821E56-C463-42EB-94D0-4A9B2788BF6A}" type="sibTrans" cxnId="{4465363B-842F-4142-B1F4-FE7CAA51C31F}">
      <dgm:prSet/>
      <dgm:spPr/>
      <dgm:t>
        <a:bodyPr/>
        <a:lstStyle/>
        <a:p>
          <a:pPr algn="ctr">
            <a:lnSpc>
              <a:spcPct val="100000"/>
            </a:lnSpc>
          </a:pPr>
          <a:endParaRPr lang="en-US" sz="2000"/>
        </a:p>
      </dgm:t>
    </dgm:pt>
    <dgm:pt modelId="{E733F612-2C54-4C8C-91D3-B2762B5FF886}">
      <dgm:prSet custT="1"/>
      <dgm:spPr/>
      <dgm:t>
        <a:bodyPr/>
        <a:lstStyle/>
        <a:p>
          <a:pPr algn="ctr">
            <a:lnSpc>
              <a:spcPct val="100000"/>
            </a:lnSpc>
          </a:pPr>
          <a:r>
            <a:rPr lang="ro-RO" sz="1200" noProof="0"/>
            <a:t>Acestea </a:t>
          </a:r>
          <a:r>
            <a:rPr lang="ro-RO" sz="1200" noProof="0" dirty="0"/>
            <a:t>s-ar fi viralizat—dacă nu inițial în URSS, atunci cu siguranță în Europa de Vest sau pe continentul american, unde utilizatorii ar fi ridicat semne de întrebare.</a:t>
          </a:r>
        </a:p>
      </dgm:t>
    </dgm:pt>
    <dgm:pt modelId="{0EF08C8C-2F07-4B60-8185-B9595E2AB099}" type="parTrans" cxnId="{2458483A-ED8A-4DD3-84E5-8BC1EAD05976}">
      <dgm:prSet/>
      <dgm:spPr/>
      <dgm:t>
        <a:bodyPr/>
        <a:lstStyle/>
        <a:p>
          <a:pPr algn="ctr"/>
          <a:endParaRPr lang="en-US" sz="2000"/>
        </a:p>
      </dgm:t>
    </dgm:pt>
    <dgm:pt modelId="{E5764901-2160-4275-9022-7C625AECD14C}" type="sibTrans" cxnId="{2458483A-ED8A-4DD3-84E5-8BC1EAD05976}">
      <dgm:prSet/>
      <dgm:spPr/>
      <dgm:t>
        <a:bodyPr/>
        <a:lstStyle/>
        <a:p>
          <a:pPr algn="ctr">
            <a:lnSpc>
              <a:spcPct val="100000"/>
            </a:lnSpc>
          </a:pPr>
          <a:endParaRPr lang="en-US" sz="2000"/>
        </a:p>
      </dgm:t>
    </dgm:pt>
    <dgm:pt modelId="{C9436A7F-FEE5-4093-ACC4-0B65AF0164FB}">
      <dgm:prSet custT="1"/>
      <dgm:spPr/>
      <dgm:t>
        <a:bodyPr/>
        <a:lstStyle/>
        <a:p>
          <a:pPr algn="ctr">
            <a:lnSpc>
              <a:spcPct val="100000"/>
            </a:lnSpc>
          </a:pPr>
          <a:r>
            <a:rPr lang="ro-RO" sz="1200" noProof="0" dirty="0"/>
            <a:t>Trusturile de presă ar fi preluat această îngrijorare din social media și ar fi solicitat puncte de vedere din partea autorităților.</a:t>
          </a:r>
        </a:p>
      </dgm:t>
    </dgm:pt>
    <dgm:pt modelId="{4DD4C0DC-10E3-41D4-9333-E9A4BE053030}" type="parTrans" cxnId="{78D12DC0-640B-445C-A60A-1F1DED5850E6}">
      <dgm:prSet/>
      <dgm:spPr/>
      <dgm:t>
        <a:bodyPr/>
        <a:lstStyle/>
        <a:p>
          <a:pPr algn="ctr"/>
          <a:endParaRPr lang="en-US" sz="2000"/>
        </a:p>
      </dgm:t>
    </dgm:pt>
    <dgm:pt modelId="{FEF1C5B9-E0F4-4386-B1F7-15DBAE244264}" type="sibTrans" cxnId="{78D12DC0-640B-445C-A60A-1F1DED5850E6}">
      <dgm:prSet/>
      <dgm:spPr/>
      <dgm:t>
        <a:bodyPr/>
        <a:lstStyle/>
        <a:p>
          <a:pPr algn="ctr"/>
          <a:endParaRPr lang="en-US" sz="2000"/>
        </a:p>
      </dgm:t>
    </dgm:pt>
    <dgm:pt modelId="{9D728BCB-498A-43C3-AAB4-D23DFB0743CB}" type="pres">
      <dgm:prSet presAssocID="{C383A9DE-8556-4B80-90C5-1E9D1AC13D4D}" presName="root" presStyleCnt="0">
        <dgm:presLayoutVars>
          <dgm:dir/>
          <dgm:resizeHandles val="exact"/>
        </dgm:presLayoutVars>
      </dgm:prSet>
      <dgm:spPr/>
    </dgm:pt>
    <dgm:pt modelId="{274F928A-E0BF-49E6-9671-5962D6051769}" type="pres">
      <dgm:prSet presAssocID="{C383A9DE-8556-4B80-90C5-1E9D1AC13D4D}" presName="container" presStyleCnt="0">
        <dgm:presLayoutVars>
          <dgm:dir/>
          <dgm:resizeHandles val="exact"/>
        </dgm:presLayoutVars>
      </dgm:prSet>
      <dgm:spPr/>
    </dgm:pt>
    <dgm:pt modelId="{04E662D0-DF75-4EFA-83DE-90C4F0F86C4B}" type="pres">
      <dgm:prSet presAssocID="{8B8EF5DC-4D73-46FE-9B12-CEEB13AABED2}" presName="compNode" presStyleCnt="0"/>
      <dgm:spPr/>
    </dgm:pt>
    <dgm:pt modelId="{EABB18AE-2818-42A2-8C97-56D9F7E5836E}" type="pres">
      <dgm:prSet presAssocID="{8B8EF5DC-4D73-46FE-9B12-CEEB13AABED2}" presName="iconBgRect" presStyleLbl="bgShp" presStyleIdx="0" presStyleCnt="3"/>
      <dgm:spPr/>
    </dgm:pt>
    <dgm:pt modelId="{D874C5CB-6B13-4209-9B4F-316EA4380749}" type="pres">
      <dgm:prSet presAssocID="{8B8EF5DC-4D73-46FE-9B12-CEEB13AABED2}"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Online Network with solid fill"/>
        </a:ext>
      </dgm:extLst>
    </dgm:pt>
    <dgm:pt modelId="{755C6417-1A77-43B2-8378-0A27E0513FBF}" type="pres">
      <dgm:prSet presAssocID="{8B8EF5DC-4D73-46FE-9B12-CEEB13AABED2}" presName="spaceRect" presStyleCnt="0"/>
      <dgm:spPr/>
    </dgm:pt>
    <dgm:pt modelId="{C2CE46AF-0DB2-4C8E-8F13-FBCE2EB3A8B7}" type="pres">
      <dgm:prSet presAssocID="{8B8EF5DC-4D73-46FE-9B12-CEEB13AABED2}" presName="textRect" presStyleLbl="revTx" presStyleIdx="0" presStyleCnt="3">
        <dgm:presLayoutVars>
          <dgm:chMax val="1"/>
          <dgm:chPref val="1"/>
        </dgm:presLayoutVars>
      </dgm:prSet>
      <dgm:spPr/>
    </dgm:pt>
    <dgm:pt modelId="{F2971E51-5CF1-464E-82F4-82A15B76978D}" type="pres">
      <dgm:prSet presAssocID="{2E821E56-C463-42EB-94D0-4A9B2788BF6A}" presName="sibTrans" presStyleLbl="sibTrans2D1" presStyleIdx="0" presStyleCnt="0"/>
      <dgm:spPr/>
    </dgm:pt>
    <dgm:pt modelId="{358B5AD5-E2E6-4609-9B34-CF31D72F788F}" type="pres">
      <dgm:prSet presAssocID="{E733F612-2C54-4C8C-91D3-B2762B5FF886}" presName="compNode" presStyleCnt="0"/>
      <dgm:spPr/>
    </dgm:pt>
    <dgm:pt modelId="{6547041D-D687-4C9B-8B19-51149B701017}" type="pres">
      <dgm:prSet presAssocID="{E733F612-2C54-4C8C-91D3-B2762B5FF886}" presName="iconBgRect" presStyleLbl="bgShp" presStyleIdx="1" presStyleCnt="3"/>
      <dgm:spPr>
        <a:ln>
          <a:noFill/>
        </a:ln>
      </dgm:spPr>
    </dgm:pt>
    <dgm:pt modelId="{9984812D-A12E-4AFD-A318-D9BEA9CE27CB}" type="pres">
      <dgm:prSet presAssocID="{E733F612-2C54-4C8C-91D3-B2762B5FF886}"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arth globe: Americas with solid fill"/>
        </a:ext>
      </dgm:extLst>
    </dgm:pt>
    <dgm:pt modelId="{01E2D299-B5BE-465F-8B77-13330D271F03}" type="pres">
      <dgm:prSet presAssocID="{E733F612-2C54-4C8C-91D3-B2762B5FF886}" presName="spaceRect" presStyleCnt="0"/>
      <dgm:spPr/>
    </dgm:pt>
    <dgm:pt modelId="{08867DA2-1C5C-49D4-9ED6-B5937A495EC1}" type="pres">
      <dgm:prSet presAssocID="{E733F612-2C54-4C8C-91D3-B2762B5FF886}" presName="textRect" presStyleLbl="revTx" presStyleIdx="1" presStyleCnt="3">
        <dgm:presLayoutVars>
          <dgm:chMax val="1"/>
          <dgm:chPref val="1"/>
        </dgm:presLayoutVars>
      </dgm:prSet>
      <dgm:spPr/>
    </dgm:pt>
    <dgm:pt modelId="{80252DAC-723E-4859-998B-68FD45B89312}" type="pres">
      <dgm:prSet presAssocID="{E5764901-2160-4275-9022-7C625AECD14C}" presName="sibTrans" presStyleLbl="sibTrans2D1" presStyleIdx="0" presStyleCnt="0"/>
      <dgm:spPr/>
    </dgm:pt>
    <dgm:pt modelId="{A28FB098-40EF-4687-A1E7-BAEC3B282ED7}" type="pres">
      <dgm:prSet presAssocID="{C9436A7F-FEE5-4093-ACC4-0B65AF0164FB}" presName="compNode" presStyleCnt="0"/>
      <dgm:spPr/>
    </dgm:pt>
    <dgm:pt modelId="{88636066-9282-4FB3-BE9C-643B70CC4F09}" type="pres">
      <dgm:prSet presAssocID="{C9436A7F-FEE5-4093-ACC4-0B65AF0164FB}" presName="iconBgRect" presStyleLbl="bgShp" presStyleIdx="2" presStyleCnt="3"/>
      <dgm:spPr>
        <a:ln>
          <a:noFill/>
        </a:ln>
      </dgm:spPr>
    </dgm:pt>
    <dgm:pt modelId="{F3B9CE66-7A43-427A-8C8A-BE956F4D3319}" type="pres">
      <dgm:prSet presAssocID="{C9436A7F-FEE5-4093-ACC4-0B65AF0164FB}"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Newspaper with solid fill"/>
        </a:ext>
      </dgm:extLst>
    </dgm:pt>
    <dgm:pt modelId="{7EBA9BB8-99FD-4B19-87C3-ABE9CAE2CFB6}" type="pres">
      <dgm:prSet presAssocID="{C9436A7F-FEE5-4093-ACC4-0B65AF0164FB}" presName="spaceRect" presStyleCnt="0"/>
      <dgm:spPr/>
    </dgm:pt>
    <dgm:pt modelId="{387BF5C3-3514-475B-91DA-E6BF7BAA0240}" type="pres">
      <dgm:prSet presAssocID="{C9436A7F-FEE5-4093-ACC4-0B65AF0164FB}" presName="textRect" presStyleLbl="revTx" presStyleIdx="2" presStyleCnt="3">
        <dgm:presLayoutVars>
          <dgm:chMax val="1"/>
          <dgm:chPref val="1"/>
        </dgm:presLayoutVars>
      </dgm:prSet>
      <dgm:spPr/>
    </dgm:pt>
  </dgm:ptLst>
  <dgm:cxnLst>
    <dgm:cxn modelId="{FC219E38-E58E-4F91-A10D-845EA13A7061}" type="presOf" srcId="{E733F612-2C54-4C8C-91D3-B2762B5FF886}" destId="{08867DA2-1C5C-49D4-9ED6-B5937A495EC1}" srcOrd="0" destOrd="0" presId="urn:microsoft.com/office/officeart/2018/2/layout/IconCircleList"/>
    <dgm:cxn modelId="{2458483A-ED8A-4DD3-84E5-8BC1EAD05976}" srcId="{C383A9DE-8556-4B80-90C5-1E9D1AC13D4D}" destId="{E733F612-2C54-4C8C-91D3-B2762B5FF886}" srcOrd="1" destOrd="0" parTransId="{0EF08C8C-2F07-4B60-8185-B9595E2AB099}" sibTransId="{E5764901-2160-4275-9022-7C625AECD14C}"/>
    <dgm:cxn modelId="{4465363B-842F-4142-B1F4-FE7CAA51C31F}" srcId="{C383A9DE-8556-4B80-90C5-1E9D1AC13D4D}" destId="{8B8EF5DC-4D73-46FE-9B12-CEEB13AABED2}" srcOrd="0" destOrd="0" parTransId="{0104559A-B0A0-40FF-B6E1-C279A24228F4}" sibTransId="{2E821E56-C463-42EB-94D0-4A9B2788BF6A}"/>
    <dgm:cxn modelId="{899C9678-8533-4511-8A26-62514D851899}" type="presOf" srcId="{8B8EF5DC-4D73-46FE-9B12-CEEB13AABED2}" destId="{C2CE46AF-0DB2-4C8E-8F13-FBCE2EB3A8B7}" srcOrd="0" destOrd="0" presId="urn:microsoft.com/office/officeart/2018/2/layout/IconCircleList"/>
    <dgm:cxn modelId="{5A331386-3714-4FE9-A648-734250057D78}" type="presOf" srcId="{E5764901-2160-4275-9022-7C625AECD14C}" destId="{80252DAC-723E-4859-998B-68FD45B89312}" srcOrd="0" destOrd="0" presId="urn:microsoft.com/office/officeart/2018/2/layout/IconCircleList"/>
    <dgm:cxn modelId="{C4D79594-3015-4DDB-95F7-C1D59CBA86A9}" type="presOf" srcId="{C383A9DE-8556-4B80-90C5-1E9D1AC13D4D}" destId="{9D728BCB-498A-43C3-AAB4-D23DFB0743CB}" srcOrd="0" destOrd="0" presId="urn:microsoft.com/office/officeart/2018/2/layout/IconCircleList"/>
    <dgm:cxn modelId="{78D12DC0-640B-445C-A60A-1F1DED5850E6}" srcId="{C383A9DE-8556-4B80-90C5-1E9D1AC13D4D}" destId="{C9436A7F-FEE5-4093-ACC4-0B65AF0164FB}" srcOrd="2" destOrd="0" parTransId="{4DD4C0DC-10E3-41D4-9333-E9A4BE053030}" sibTransId="{FEF1C5B9-E0F4-4386-B1F7-15DBAE244264}"/>
    <dgm:cxn modelId="{56EDF5CC-6E01-463B-A9F0-48D957858A8C}" type="presOf" srcId="{C9436A7F-FEE5-4093-ACC4-0B65AF0164FB}" destId="{387BF5C3-3514-475B-91DA-E6BF7BAA0240}" srcOrd="0" destOrd="0" presId="urn:microsoft.com/office/officeart/2018/2/layout/IconCircleList"/>
    <dgm:cxn modelId="{E89CDED9-25CB-4077-A084-F097054693C9}" type="presOf" srcId="{2E821E56-C463-42EB-94D0-4A9B2788BF6A}" destId="{F2971E51-5CF1-464E-82F4-82A15B76978D}" srcOrd="0" destOrd="0" presId="urn:microsoft.com/office/officeart/2018/2/layout/IconCircleList"/>
    <dgm:cxn modelId="{6642FE1A-796C-467F-B791-3FD2F87F2442}" type="presParOf" srcId="{9D728BCB-498A-43C3-AAB4-D23DFB0743CB}" destId="{274F928A-E0BF-49E6-9671-5962D6051769}" srcOrd="0" destOrd="0" presId="urn:microsoft.com/office/officeart/2018/2/layout/IconCircleList"/>
    <dgm:cxn modelId="{0C330B5F-F20E-4AB3-B46D-0AB01AC4CE3A}" type="presParOf" srcId="{274F928A-E0BF-49E6-9671-5962D6051769}" destId="{04E662D0-DF75-4EFA-83DE-90C4F0F86C4B}" srcOrd="0" destOrd="0" presId="urn:microsoft.com/office/officeart/2018/2/layout/IconCircleList"/>
    <dgm:cxn modelId="{43BA869A-5F29-4D94-99AA-3CB4BC7CCBF9}" type="presParOf" srcId="{04E662D0-DF75-4EFA-83DE-90C4F0F86C4B}" destId="{EABB18AE-2818-42A2-8C97-56D9F7E5836E}" srcOrd="0" destOrd="0" presId="urn:microsoft.com/office/officeart/2018/2/layout/IconCircleList"/>
    <dgm:cxn modelId="{46E37540-788F-42E0-8DD3-F676AA723E27}" type="presParOf" srcId="{04E662D0-DF75-4EFA-83DE-90C4F0F86C4B}" destId="{D874C5CB-6B13-4209-9B4F-316EA4380749}" srcOrd="1" destOrd="0" presId="urn:microsoft.com/office/officeart/2018/2/layout/IconCircleList"/>
    <dgm:cxn modelId="{2383708B-C11D-4BEA-98D3-C3A8104D3FE0}" type="presParOf" srcId="{04E662D0-DF75-4EFA-83DE-90C4F0F86C4B}" destId="{755C6417-1A77-43B2-8378-0A27E0513FBF}" srcOrd="2" destOrd="0" presId="urn:microsoft.com/office/officeart/2018/2/layout/IconCircleList"/>
    <dgm:cxn modelId="{8E0F1233-2088-463B-B834-9903568F0926}" type="presParOf" srcId="{04E662D0-DF75-4EFA-83DE-90C4F0F86C4B}" destId="{C2CE46AF-0DB2-4C8E-8F13-FBCE2EB3A8B7}" srcOrd="3" destOrd="0" presId="urn:microsoft.com/office/officeart/2018/2/layout/IconCircleList"/>
    <dgm:cxn modelId="{27D4BE07-4B88-4493-BC07-03BE92AF5300}" type="presParOf" srcId="{274F928A-E0BF-49E6-9671-5962D6051769}" destId="{F2971E51-5CF1-464E-82F4-82A15B76978D}" srcOrd="1" destOrd="0" presId="urn:microsoft.com/office/officeart/2018/2/layout/IconCircleList"/>
    <dgm:cxn modelId="{6C31A2BC-4AE0-4EF6-87A3-AD0628B01405}" type="presParOf" srcId="{274F928A-E0BF-49E6-9671-5962D6051769}" destId="{358B5AD5-E2E6-4609-9B34-CF31D72F788F}" srcOrd="2" destOrd="0" presId="urn:microsoft.com/office/officeart/2018/2/layout/IconCircleList"/>
    <dgm:cxn modelId="{82567991-C910-433A-B6DB-4AE4C5025F38}" type="presParOf" srcId="{358B5AD5-E2E6-4609-9B34-CF31D72F788F}" destId="{6547041D-D687-4C9B-8B19-51149B701017}" srcOrd="0" destOrd="0" presId="urn:microsoft.com/office/officeart/2018/2/layout/IconCircleList"/>
    <dgm:cxn modelId="{7C2B3DBF-3AA0-4126-93F2-DBE759EED343}" type="presParOf" srcId="{358B5AD5-E2E6-4609-9B34-CF31D72F788F}" destId="{9984812D-A12E-4AFD-A318-D9BEA9CE27CB}" srcOrd="1" destOrd="0" presId="urn:microsoft.com/office/officeart/2018/2/layout/IconCircleList"/>
    <dgm:cxn modelId="{79FFDAEC-B82D-4172-9328-090B2171715C}" type="presParOf" srcId="{358B5AD5-E2E6-4609-9B34-CF31D72F788F}" destId="{01E2D299-B5BE-465F-8B77-13330D271F03}" srcOrd="2" destOrd="0" presId="urn:microsoft.com/office/officeart/2018/2/layout/IconCircleList"/>
    <dgm:cxn modelId="{55123064-934D-4069-9E3E-C6B11D94DA75}" type="presParOf" srcId="{358B5AD5-E2E6-4609-9B34-CF31D72F788F}" destId="{08867DA2-1C5C-49D4-9ED6-B5937A495EC1}" srcOrd="3" destOrd="0" presId="urn:microsoft.com/office/officeart/2018/2/layout/IconCircleList"/>
    <dgm:cxn modelId="{DF2488F1-50A1-4F89-8278-D57BD979AFCF}" type="presParOf" srcId="{274F928A-E0BF-49E6-9671-5962D6051769}" destId="{80252DAC-723E-4859-998B-68FD45B89312}" srcOrd="3" destOrd="0" presId="urn:microsoft.com/office/officeart/2018/2/layout/IconCircleList"/>
    <dgm:cxn modelId="{20D88085-AE07-4565-BCC9-1564AA578F62}" type="presParOf" srcId="{274F928A-E0BF-49E6-9671-5962D6051769}" destId="{A28FB098-40EF-4687-A1E7-BAEC3B282ED7}" srcOrd="4" destOrd="0" presId="urn:microsoft.com/office/officeart/2018/2/layout/IconCircleList"/>
    <dgm:cxn modelId="{052CCD5A-324C-4C69-A1F6-81AAEAE1894F}" type="presParOf" srcId="{A28FB098-40EF-4687-A1E7-BAEC3B282ED7}" destId="{88636066-9282-4FB3-BE9C-643B70CC4F09}" srcOrd="0" destOrd="0" presId="urn:microsoft.com/office/officeart/2018/2/layout/IconCircleList"/>
    <dgm:cxn modelId="{71614E81-95F6-46C0-9216-759428D6F7B5}" type="presParOf" srcId="{A28FB098-40EF-4687-A1E7-BAEC3B282ED7}" destId="{F3B9CE66-7A43-427A-8C8A-BE956F4D3319}" srcOrd="1" destOrd="0" presId="urn:microsoft.com/office/officeart/2018/2/layout/IconCircleList"/>
    <dgm:cxn modelId="{BD5D1114-782F-402D-A21A-86778DAFEBD2}" type="presParOf" srcId="{A28FB098-40EF-4687-A1E7-BAEC3B282ED7}" destId="{7EBA9BB8-99FD-4B19-87C3-ABE9CAE2CFB6}" srcOrd="2" destOrd="0" presId="urn:microsoft.com/office/officeart/2018/2/layout/IconCircleList"/>
    <dgm:cxn modelId="{A561F643-1AD3-4EF6-B5DC-454F61937167}" type="presParOf" srcId="{A28FB098-40EF-4687-A1E7-BAEC3B282ED7}" destId="{387BF5C3-3514-475B-91DA-E6BF7BAA024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205A79-62BE-4A45-9E1A-09B53AD3FBF0}" type="doc">
      <dgm:prSet loTypeId="urn:microsoft.com/office/officeart/2005/8/layout/hProcess3" loCatId="process" qsTypeId="urn:microsoft.com/office/officeart/2005/8/quickstyle/simple1" qsCatId="simple" csTypeId="urn:microsoft.com/office/officeart/2005/8/colors/accent1_2" csCatId="accent1" phldr="1"/>
      <dgm:spPr/>
      <dgm:t>
        <a:bodyPr/>
        <a:lstStyle/>
        <a:p>
          <a:endParaRPr lang="en-US"/>
        </a:p>
      </dgm:t>
    </dgm:pt>
    <dgm:pt modelId="{C02351CB-59CB-4077-AF5F-652482878C3A}">
      <dgm:prSet custT="1"/>
      <dgm:spPr/>
      <dgm:t>
        <a:bodyPr/>
        <a:lstStyle/>
        <a:p>
          <a:pPr algn="ctr"/>
          <a:r>
            <a:rPr lang="ro-RO" sz="1800" noProof="0" dirty="0"/>
            <a:t>Spre dimineață, ne-am fi putut aștepta la o presiune puternică asupra autorităților de a face declarații.</a:t>
          </a:r>
        </a:p>
      </dgm:t>
    </dgm:pt>
    <dgm:pt modelId="{7C58D0BE-4380-4FB1-8C25-B067A2443D4F}" type="parTrans" cxnId="{3945F406-EEE9-4A45-A7A9-ECDB2A2A8720}">
      <dgm:prSet/>
      <dgm:spPr/>
      <dgm:t>
        <a:bodyPr/>
        <a:lstStyle/>
        <a:p>
          <a:pPr algn="ctr"/>
          <a:endParaRPr lang="en-US" sz="1800"/>
        </a:p>
      </dgm:t>
    </dgm:pt>
    <dgm:pt modelId="{1823E2B8-AFFA-4475-B8D7-E833033AF0BC}" type="sibTrans" cxnId="{3945F406-EEE9-4A45-A7A9-ECDB2A2A8720}">
      <dgm:prSet phldrT="02"/>
      <dgm:spPr/>
      <dgm:t>
        <a:bodyPr/>
        <a:lstStyle/>
        <a:p>
          <a:pPr algn="ctr"/>
          <a:endParaRPr lang="ro-RO" sz="1800" noProof="0" dirty="0"/>
        </a:p>
      </dgm:t>
    </dgm:pt>
    <dgm:pt modelId="{C5A73002-86EA-4769-91CB-EE6D14F8C4D3}">
      <dgm:prSet custT="1"/>
      <dgm:spPr/>
      <dgm:t>
        <a:bodyPr/>
        <a:lstStyle/>
        <a:p>
          <a:pPr algn="ctr"/>
          <a:r>
            <a:rPr lang="ro-RO" sz="1800" noProof="0" dirty="0"/>
            <a:t>Lipsa unor reacții oficiale ar fi declanșat un efect de turmă, în care cetățenii s-ar fi evacuat singuri.</a:t>
          </a:r>
        </a:p>
      </dgm:t>
    </dgm:pt>
    <dgm:pt modelId="{1B6C2ECC-A0B9-4183-AF6A-53ED2F924AF0}" type="parTrans" cxnId="{04565111-F394-4542-AB14-6A09C217C747}">
      <dgm:prSet/>
      <dgm:spPr/>
      <dgm:t>
        <a:bodyPr/>
        <a:lstStyle/>
        <a:p>
          <a:pPr algn="ctr"/>
          <a:endParaRPr lang="en-US" sz="1800"/>
        </a:p>
      </dgm:t>
    </dgm:pt>
    <dgm:pt modelId="{35C15876-4EB0-4197-9976-37E292CB6D84}" type="sibTrans" cxnId="{04565111-F394-4542-AB14-6A09C217C747}">
      <dgm:prSet phldrT="03"/>
      <dgm:spPr/>
    </dgm:pt>
    <dgm:pt modelId="{ECCB56C8-2319-4A54-817D-FEEC1AAC28FD}">
      <dgm:prSet custT="1"/>
      <dgm:spPr/>
      <dgm:t>
        <a:bodyPr/>
        <a:lstStyle/>
        <a:p>
          <a:pPr algn="ctr"/>
          <a:r>
            <a:rPr lang="ro-RO" sz="1800" noProof="0" dirty="0"/>
            <a:t>Apariția unor declarații eronate sau mușamalizate ar fi generat o dezbatere aprinsă în comentarii </a:t>
          </a:r>
          <a:r>
            <a:rPr lang="ro-RO" sz="1800" noProof="0"/>
            <a:t>și postări.</a:t>
          </a:r>
          <a:endParaRPr lang="ro-RO" sz="1800" noProof="0" dirty="0"/>
        </a:p>
      </dgm:t>
    </dgm:pt>
    <dgm:pt modelId="{02325B98-2E44-496E-8482-4958F887D1C7}" type="parTrans" cxnId="{996231EC-EC82-4D9B-9C8F-BA87CD15540D}">
      <dgm:prSet/>
      <dgm:spPr/>
      <dgm:t>
        <a:bodyPr/>
        <a:lstStyle/>
        <a:p>
          <a:pPr algn="ctr"/>
          <a:endParaRPr lang="en-GB"/>
        </a:p>
      </dgm:t>
    </dgm:pt>
    <dgm:pt modelId="{E6054E5E-AAC8-4AAA-8F56-E74EC8A69092}" type="sibTrans" cxnId="{996231EC-EC82-4D9B-9C8F-BA87CD15540D}">
      <dgm:prSet phldrT="04"/>
      <dgm:spPr/>
    </dgm:pt>
    <dgm:pt modelId="{E0A2BF53-2BFC-4A7E-8252-921820129C78}">
      <dgm:prSet custT="1"/>
      <dgm:spPr>
        <a:ln>
          <a:solidFill>
            <a:schemeClr val="bg1"/>
          </a:solidFill>
        </a:ln>
      </dgm:spPr>
      <dgm:t>
        <a:bodyPr/>
        <a:lstStyle/>
        <a:p>
          <a:pPr algn="ctr"/>
          <a:r>
            <a:rPr lang="ro-RO" sz="1800" noProof="0"/>
            <a:t>Pompierii </a:t>
          </a:r>
          <a:r>
            <a:rPr lang="ro-RO" sz="1800" noProof="0" dirty="0"/>
            <a:t>ajunși la fața locului ar fi făcut publice mai multe imagini, amplificând </a:t>
          </a:r>
          <a:r>
            <a:rPr lang="ro-RO" sz="1800" noProof="0"/>
            <a:t>astfel îngrijorarea în rândul societății.</a:t>
          </a:r>
          <a:endParaRPr lang="ro-RO" sz="1800" noProof="0" dirty="0"/>
        </a:p>
      </dgm:t>
    </dgm:pt>
    <dgm:pt modelId="{DDD3512A-5D96-4B24-A5E6-1A11E7EBFA33}" type="sibTrans" cxnId="{BE766EAC-AAF1-4111-A08B-3C15B89F0C37}">
      <dgm:prSet phldrT="01"/>
      <dgm:spPr/>
    </dgm:pt>
    <dgm:pt modelId="{963C40E2-221F-446E-9DCF-713CC6314B3D}" type="parTrans" cxnId="{BE766EAC-AAF1-4111-A08B-3C15B89F0C37}">
      <dgm:prSet/>
      <dgm:spPr/>
      <dgm:t>
        <a:bodyPr/>
        <a:lstStyle/>
        <a:p>
          <a:pPr algn="ctr"/>
          <a:endParaRPr lang="en-US" sz="1800"/>
        </a:p>
      </dgm:t>
    </dgm:pt>
    <dgm:pt modelId="{9FC5F7B7-B96E-4B16-84A0-544ADEC48F62}" type="pres">
      <dgm:prSet presAssocID="{25205A79-62BE-4A45-9E1A-09B53AD3FBF0}" presName="Name0" presStyleCnt="0">
        <dgm:presLayoutVars>
          <dgm:dir/>
          <dgm:animLvl val="lvl"/>
          <dgm:resizeHandles val="exact"/>
        </dgm:presLayoutVars>
      </dgm:prSet>
      <dgm:spPr/>
    </dgm:pt>
    <dgm:pt modelId="{ED2CE93E-C4F1-4645-A9A3-946F2654C8E6}" type="pres">
      <dgm:prSet presAssocID="{25205A79-62BE-4A45-9E1A-09B53AD3FBF0}" presName="dummy" presStyleCnt="0"/>
      <dgm:spPr/>
    </dgm:pt>
    <dgm:pt modelId="{0592114F-6FCE-4B3D-8062-21985B84E244}" type="pres">
      <dgm:prSet presAssocID="{25205A79-62BE-4A45-9E1A-09B53AD3FBF0}" presName="linH" presStyleCnt="0"/>
      <dgm:spPr/>
    </dgm:pt>
    <dgm:pt modelId="{975245C3-4025-45AF-9D56-3F2DD181DFEB}" type="pres">
      <dgm:prSet presAssocID="{25205A79-62BE-4A45-9E1A-09B53AD3FBF0}" presName="padding1" presStyleCnt="0"/>
      <dgm:spPr/>
    </dgm:pt>
    <dgm:pt modelId="{AB7B3242-FCFC-4FCD-B8C5-3CD5577FFDBA}" type="pres">
      <dgm:prSet presAssocID="{E0A2BF53-2BFC-4A7E-8252-921820129C78}" presName="linV" presStyleCnt="0"/>
      <dgm:spPr/>
    </dgm:pt>
    <dgm:pt modelId="{01E9D805-6AF5-4019-8649-F66EA423DCC6}" type="pres">
      <dgm:prSet presAssocID="{E0A2BF53-2BFC-4A7E-8252-921820129C78}" presName="spVertical1" presStyleCnt="0"/>
      <dgm:spPr/>
    </dgm:pt>
    <dgm:pt modelId="{8F7244AF-1EBF-4240-9217-A6EEE75E035D}" type="pres">
      <dgm:prSet presAssocID="{E0A2BF53-2BFC-4A7E-8252-921820129C78}" presName="parTx" presStyleLbl="revTx" presStyleIdx="0" presStyleCnt="4">
        <dgm:presLayoutVars>
          <dgm:chMax val="0"/>
          <dgm:chPref val="0"/>
          <dgm:bulletEnabled val="1"/>
        </dgm:presLayoutVars>
      </dgm:prSet>
      <dgm:spPr/>
    </dgm:pt>
    <dgm:pt modelId="{384D3CBC-087A-4C86-9E56-D1265C3EEEFC}" type="pres">
      <dgm:prSet presAssocID="{E0A2BF53-2BFC-4A7E-8252-921820129C78}" presName="spVertical2" presStyleCnt="0"/>
      <dgm:spPr/>
    </dgm:pt>
    <dgm:pt modelId="{928CBF97-49EA-477C-B06D-CC896C252107}" type="pres">
      <dgm:prSet presAssocID="{E0A2BF53-2BFC-4A7E-8252-921820129C78}" presName="spVertical3" presStyleCnt="0"/>
      <dgm:spPr/>
    </dgm:pt>
    <dgm:pt modelId="{FFB8D599-710D-4FA7-9B38-830C5BC59A9F}" type="pres">
      <dgm:prSet presAssocID="{DDD3512A-5D96-4B24-A5E6-1A11E7EBFA33}" presName="space" presStyleCnt="0"/>
      <dgm:spPr/>
    </dgm:pt>
    <dgm:pt modelId="{8B67418D-6682-4D30-92F4-9BE3B4B8E464}" type="pres">
      <dgm:prSet presAssocID="{C02351CB-59CB-4077-AF5F-652482878C3A}" presName="linV" presStyleCnt="0"/>
      <dgm:spPr/>
    </dgm:pt>
    <dgm:pt modelId="{E26153F0-D619-453B-A066-F2A45C9C14C6}" type="pres">
      <dgm:prSet presAssocID="{C02351CB-59CB-4077-AF5F-652482878C3A}" presName="spVertical1" presStyleCnt="0"/>
      <dgm:spPr/>
    </dgm:pt>
    <dgm:pt modelId="{C7D6D9A7-C2CF-40C1-A982-08C2BBC00DE7}" type="pres">
      <dgm:prSet presAssocID="{C02351CB-59CB-4077-AF5F-652482878C3A}" presName="parTx" presStyleLbl="revTx" presStyleIdx="1" presStyleCnt="4" custScaleX="127616" custLinFactNeighborX="428" custLinFactNeighborY="-41214">
        <dgm:presLayoutVars>
          <dgm:chMax val="0"/>
          <dgm:chPref val="0"/>
          <dgm:bulletEnabled val="1"/>
        </dgm:presLayoutVars>
      </dgm:prSet>
      <dgm:spPr/>
    </dgm:pt>
    <dgm:pt modelId="{31EB3FD7-EF14-46C8-9CE5-6926D01D21E5}" type="pres">
      <dgm:prSet presAssocID="{C02351CB-59CB-4077-AF5F-652482878C3A}" presName="spVertical2" presStyleCnt="0"/>
      <dgm:spPr/>
    </dgm:pt>
    <dgm:pt modelId="{7DF4C2A9-580D-4773-8C25-96A370C37B08}" type="pres">
      <dgm:prSet presAssocID="{C02351CB-59CB-4077-AF5F-652482878C3A}" presName="spVertical3" presStyleCnt="0"/>
      <dgm:spPr/>
    </dgm:pt>
    <dgm:pt modelId="{E83EE79C-9CC8-4696-B8AF-99F86C16C143}" type="pres">
      <dgm:prSet presAssocID="{1823E2B8-AFFA-4475-B8D7-E833033AF0BC}" presName="space" presStyleCnt="0"/>
      <dgm:spPr/>
    </dgm:pt>
    <dgm:pt modelId="{06256EA0-9D8E-4F6A-A456-14A4F938D310}" type="pres">
      <dgm:prSet presAssocID="{C5A73002-86EA-4769-91CB-EE6D14F8C4D3}" presName="linV" presStyleCnt="0"/>
      <dgm:spPr/>
    </dgm:pt>
    <dgm:pt modelId="{27C47335-02B4-4D99-9726-96A0A547F31D}" type="pres">
      <dgm:prSet presAssocID="{C5A73002-86EA-4769-91CB-EE6D14F8C4D3}" presName="spVertical1" presStyleCnt="0"/>
      <dgm:spPr/>
    </dgm:pt>
    <dgm:pt modelId="{E210C239-7EBC-4C11-A37A-DFD2A509DC1E}" type="pres">
      <dgm:prSet presAssocID="{C5A73002-86EA-4769-91CB-EE6D14F8C4D3}" presName="parTx" presStyleLbl="revTx" presStyleIdx="2" presStyleCnt="4" custLinFactNeighborX="-2142" custLinFactNeighborY="-15283">
        <dgm:presLayoutVars>
          <dgm:chMax val="0"/>
          <dgm:chPref val="0"/>
          <dgm:bulletEnabled val="1"/>
        </dgm:presLayoutVars>
      </dgm:prSet>
      <dgm:spPr/>
    </dgm:pt>
    <dgm:pt modelId="{AAA076B9-C532-4BBD-B041-B3E7D7D697EF}" type="pres">
      <dgm:prSet presAssocID="{C5A73002-86EA-4769-91CB-EE6D14F8C4D3}" presName="spVertical2" presStyleCnt="0"/>
      <dgm:spPr/>
    </dgm:pt>
    <dgm:pt modelId="{0A8A69DB-42F7-463C-ABFB-559FE5F90493}" type="pres">
      <dgm:prSet presAssocID="{C5A73002-86EA-4769-91CB-EE6D14F8C4D3}" presName="spVertical3" presStyleCnt="0"/>
      <dgm:spPr/>
    </dgm:pt>
    <dgm:pt modelId="{5FD71380-E8A0-4EDF-9A4D-DDEF89341671}" type="pres">
      <dgm:prSet presAssocID="{35C15876-4EB0-4197-9976-37E292CB6D84}" presName="space" presStyleCnt="0"/>
      <dgm:spPr/>
    </dgm:pt>
    <dgm:pt modelId="{C7BE9AF4-C11E-4B2E-AFE4-D6AAC9530C61}" type="pres">
      <dgm:prSet presAssocID="{ECCB56C8-2319-4A54-817D-FEEC1AAC28FD}" presName="linV" presStyleCnt="0"/>
      <dgm:spPr/>
    </dgm:pt>
    <dgm:pt modelId="{858C6D6D-D674-474A-99C2-A15D2149C3AC}" type="pres">
      <dgm:prSet presAssocID="{ECCB56C8-2319-4A54-817D-FEEC1AAC28FD}" presName="spVertical1" presStyleCnt="0"/>
      <dgm:spPr/>
    </dgm:pt>
    <dgm:pt modelId="{9396E339-4C29-48F5-8902-234EE37F89B4}" type="pres">
      <dgm:prSet presAssocID="{ECCB56C8-2319-4A54-817D-FEEC1AAC28FD}" presName="parTx" presStyleLbl="revTx" presStyleIdx="3" presStyleCnt="4">
        <dgm:presLayoutVars>
          <dgm:chMax val="0"/>
          <dgm:chPref val="0"/>
          <dgm:bulletEnabled val="1"/>
        </dgm:presLayoutVars>
      </dgm:prSet>
      <dgm:spPr/>
    </dgm:pt>
    <dgm:pt modelId="{072DAE06-0204-4A74-A2C4-9CBDD3B5C80A}" type="pres">
      <dgm:prSet presAssocID="{ECCB56C8-2319-4A54-817D-FEEC1AAC28FD}" presName="spVertical2" presStyleCnt="0"/>
      <dgm:spPr/>
    </dgm:pt>
    <dgm:pt modelId="{09AF69B9-7D0B-40D7-A93A-ABDCF21F904B}" type="pres">
      <dgm:prSet presAssocID="{ECCB56C8-2319-4A54-817D-FEEC1AAC28FD}" presName="spVertical3" presStyleCnt="0"/>
      <dgm:spPr/>
    </dgm:pt>
    <dgm:pt modelId="{E66471E9-FD65-4667-A42C-B183371CC40E}" type="pres">
      <dgm:prSet presAssocID="{25205A79-62BE-4A45-9E1A-09B53AD3FBF0}" presName="padding2" presStyleCnt="0"/>
      <dgm:spPr/>
    </dgm:pt>
    <dgm:pt modelId="{8B1704F9-9DD9-498C-941B-04F594B95794}" type="pres">
      <dgm:prSet presAssocID="{25205A79-62BE-4A45-9E1A-09B53AD3FBF0}" presName="negArrow" presStyleCnt="0"/>
      <dgm:spPr/>
    </dgm:pt>
    <dgm:pt modelId="{2D187AF1-0CE1-4AAC-A394-2EF955F16D11}" type="pres">
      <dgm:prSet presAssocID="{25205A79-62BE-4A45-9E1A-09B53AD3FBF0}" presName="backgroundArrow" presStyleLbl="node1" presStyleIdx="0" presStyleCnt="1" custLinFactNeighborX="24" custLinFactNeighborY="-74031"/>
      <dgm:spPr/>
    </dgm:pt>
  </dgm:ptLst>
  <dgm:cxnLst>
    <dgm:cxn modelId="{3945F406-EEE9-4A45-A7A9-ECDB2A2A8720}" srcId="{25205A79-62BE-4A45-9E1A-09B53AD3FBF0}" destId="{C02351CB-59CB-4077-AF5F-652482878C3A}" srcOrd="1" destOrd="0" parTransId="{7C58D0BE-4380-4FB1-8C25-B067A2443D4F}" sibTransId="{1823E2B8-AFFA-4475-B8D7-E833033AF0BC}"/>
    <dgm:cxn modelId="{E9BD5F11-1455-4519-8459-0E64F558C054}" type="presOf" srcId="{E0A2BF53-2BFC-4A7E-8252-921820129C78}" destId="{8F7244AF-1EBF-4240-9217-A6EEE75E035D}" srcOrd="0" destOrd="0" presId="urn:microsoft.com/office/officeart/2005/8/layout/hProcess3"/>
    <dgm:cxn modelId="{04565111-F394-4542-AB14-6A09C217C747}" srcId="{25205A79-62BE-4A45-9E1A-09B53AD3FBF0}" destId="{C5A73002-86EA-4769-91CB-EE6D14F8C4D3}" srcOrd="2" destOrd="0" parTransId="{1B6C2ECC-A0B9-4183-AF6A-53ED2F924AF0}" sibTransId="{35C15876-4EB0-4197-9976-37E292CB6D84}"/>
    <dgm:cxn modelId="{F190F339-08E9-487E-ADB6-EAD88BA9DBC0}" type="presOf" srcId="{25205A79-62BE-4A45-9E1A-09B53AD3FBF0}" destId="{9FC5F7B7-B96E-4B16-84A0-544ADEC48F62}" srcOrd="0" destOrd="0" presId="urn:microsoft.com/office/officeart/2005/8/layout/hProcess3"/>
    <dgm:cxn modelId="{FFC5EB42-825D-44C5-8D81-CC30EE73C53C}" type="presOf" srcId="{C02351CB-59CB-4077-AF5F-652482878C3A}" destId="{C7D6D9A7-C2CF-40C1-A982-08C2BBC00DE7}" srcOrd="0" destOrd="0" presId="urn:microsoft.com/office/officeart/2005/8/layout/hProcess3"/>
    <dgm:cxn modelId="{A32D8556-3F1C-4702-9549-D78632909C81}" type="presOf" srcId="{ECCB56C8-2319-4A54-817D-FEEC1AAC28FD}" destId="{9396E339-4C29-48F5-8902-234EE37F89B4}" srcOrd="0" destOrd="0" presId="urn:microsoft.com/office/officeart/2005/8/layout/hProcess3"/>
    <dgm:cxn modelId="{BE766EAC-AAF1-4111-A08B-3C15B89F0C37}" srcId="{25205A79-62BE-4A45-9E1A-09B53AD3FBF0}" destId="{E0A2BF53-2BFC-4A7E-8252-921820129C78}" srcOrd="0" destOrd="0" parTransId="{963C40E2-221F-446E-9DCF-713CC6314B3D}" sibTransId="{DDD3512A-5D96-4B24-A5E6-1A11E7EBFA33}"/>
    <dgm:cxn modelId="{3070D7C6-70D7-4A74-8918-9341E90BF445}" type="presOf" srcId="{C5A73002-86EA-4769-91CB-EE6D14F8C4D3}" destId="{E210C239-7EBC-4C11-A37A-DFD2A509DC1E}" srcOrd="0" destOrd="0" presId="urn:microsoft.com/office/officeart/2005/8/layout/hProcess3"/>
    <dgm:cxn modelId="{996231EC-EC82-4D9B-9C8F-BA87CD15540D}" srcId="{25205A79-62BE-4A45-9E1A-09B53AD3FBF0}" destId="{ECCB56C8-2319-4A54-817D-FEEC1AAC28FD}" srcOrd="3" destOrd="0" parTransId="{02325B98-2E44-496E-8482-4958F887D1C7}" sibTransId="{E6054E5E-AAC8-4AAA-8F56-E74EC8A69092}"/>
    <dgm:cxn modelId="{4C68086C-634E-47C4-8FE7-48FBD189A4AB}" type="presParOf" srcId="{9FC5F7B7-B96E-4B16-84A0-544ADEC48F62}" destId="{ED2CE93E-C4F1-4645-A9A3-946F2654C8E6}" srcOrd="0" destOrd="0" presId="urn:microsoft.com/office/officeart/2005/8/layout/hProcess3"/>
    <dgm:cxn modelId="{5FA0F051-93D7-44DB-A1C7-9408E9747772}" type="presParOf" srcId="{9FC5F7B7-B96E-4B16-84A0-544ADEC48F62}" destId="{0592114F-6FCE-4B3D-8062-21985B84E244}" srcOrd="1" destOrd="0" presId="urn:microsoft.com/office/officeart/2005/8/layout/hProcess3"/>
    <dgm:cxn modelId="{FD5BC5B7-DF15-471F-83EE-FD797B3C6B08}" type="presParOf" srcId="{0592114F-6FCE-4B3D-8062-21985B84E244}" destId="{975245C3-4025-45AF-9D56-3F2DD181DFEB}" srcOrd="0" destOrd="0" presId="urn:microsoft.com/office/officeart/2005/8/layout/hProcess3"/>
    <dgm:cxn modelId="{B4EB2FDF-84EC-4797-8735-449965979C4C}" type="presParOf" srcId="{0592114F-6FCE-4B3D-8062-21985B84E244}" destId="{AB7B3242-FCFC-4FCD-B8C5-3CD5577FFDBA}" srcOrd="1" destOrd="0" presId="urn:microsoft.com/office/officeart/2005/8/layout/hProcess3"/>
    <dgm:cxn modelId="{73A511B9-1AF3-47C8-A7DD-9F8F5F15F356}" type="presParOf" srcId="{AB7B3242-FCFC-4FCD-B8C5-3CD5577FFDBA}" destId="{01E9D805-6AF5-4019-8649-F66EA423DCC6}" srcOrd="0" destOrd="0" presId="urn:microsoft.com/office/officeart/2005/8/layout/hProcess3"/>
    <dgm:cxn modelId="{CE9C873C-E652-4A00-B484-6A479F0C4515}" type="presParOf" srcId="{AB7B3242-FCFC-4FCD-B8C5-3CD5577FFDBA}" destId="{8F7244AF-1EBF-4240-9217-A6EEE75E035D}" srcOrd="1" destOrd="0" presId="urn:microsoft.com/office/officeart/2005/8/layout/hProcess3"/>
    <dgm:cxn modelId="{B767E2C5-1A64-4D98-9528-CBDB1DA03EA5}" type="presParOf" srcId="{AB7B3242-FCFC-4FCD-B8C5-3CD5577FFDBA}" destId="{384D3CBC-087A-4C86-9E56-D1265C3EEEFC}" srcOrd="2" destOrd="0" presId="urn:microsoft.com/office/officeart/2005/8/layout/hProcess3"/>
    <dgm:cxn modelId="{DDA89B5D-768A-4ADE-A3CD-F4865CD663F4}" type="presParOf" srcId="{AB7B3242-FCFC-4FCD-B8C5-3CD5577FFDBA}" destId="{928CBF97-49EA-477C-B06D-CC896C252107}" srcOrd="3" destOrd="0" presId="urn:microsoft.com/office/officeart/2005/8/layout/hProcess3"/>
    <dgm:cxn modelId="{012FB969-4CC6-45D4-8735-E4466A288743}" type="presParOf" srcId="{0592114F-6FCE-4B3D-8062-21985B84E244}" destId="{FFB8D599-710D-4FA7-9B38-830C5BC59A9F}" srcOrd="2" destOrd="0" presId="urn:microsoft.com/office/officeart/2005/8/layout/hProcess3"/>
    <dgm:cxn modelId="{644C9977-C4A2-40A1-85FB-778287612660}" type="presParOf" srcId="{0592114F-6FCE-4B3D-8062-21985B84E244}" destId="{8B67418D-6682-4D30-92F4-9BE3B4B8E464}" srcOrd="3" destOrd="0" presId="urn:microsoft.com/office/officeart/2005/8/layout/hProcess3"/>
    <dgm:cxn modelId="{18F12BDF-6AA8-4CBA-B9CA-181966008DF6}" type="presParOf" srcId="{8B67418D-6682-4D30-92F4-9BE3B4B8E464}" destId="{E26153F0-D619-453B-A066-F2A45C9C14C6}" srcOrd="0" destOrd="0" presId="urn:microsoft.com/office/officeart/2005/8/layout/hProcess3"/>
    <dgm:cxn modelId="{3CFCBD09-C360-43D0-B10C-4A81AC193C26}" type="presParOf" srcId="{8B67418D-6682-4D30-92F4-9BE3B4B8E464}" destId="{C7D6D9A7-C2CF-40C1-A982-08C2BBC00DE7}" srcOrd="1" destOrd="0" presId="urn:microsoft.com/office/officeart/2005/8/layout/hProcess3"/>
    <dgm:cxn modelId="{3B995F0C-B6F8-43F3-AC8C-BE93ECAF2A6F}" type="presParOf" srcId="{8B67418D-6682-4D30-92F4-9BE3B4B8E464}" destId="{31EB3FD7-EF14-46C8-9CE5-6926D01D21E5}" srcOrd="2" destOrd="0" presId="urn:microsoft.com/office/officeart/2005/8/layout/hProcess3"/>
    <dgm:cxn modelId="{8A6D047A-C987-4B2E-BFCA-CFF2B574E306}" type="presParOf" srcId="{8B67418D-6682-4D30-92F4-9BE3B4B8E464}" destId="{7DF4C2A9-580D-4773-8C25-96A370C37B08}" srcOrd="3" destOrd="0" presId="urn:microsoft.com/office/officeart/2005/8/layout/hProcess3"/>
    <dgm:cxn modelId="{792DBB54-5EE3-49C4-B517-192CB75F009C}" type="presParOf" srcId="{0592114F-6FCE-4B3D-8062-21985B84E244}" destId="{E83EE79C-9CC8-4696-B8AF-99F86C16C143}" srcOrd="4" destOrd="0" presId="urn:microsoft.com/office/officeart/2005/8/layout/hProcess3"/>
    <dgm:cxn modelId="{93DF04C2-17EE-46C3-9546-ECB80C12A6CE}" type="presParOf" srcId="{0592114F-6FCE-4B3D-8062-21985B84E244}" destId="{06256EA0-9D8E-4F6A-A456-14A4F938D310}" srcOrd="5" destOrd="0" presId="urn:microsoft.com/office/officeart/2005/8/layout/hProcess3"/>
    <dgm:cxn modelId="{4B449993-EE57-44FF-9D45-73468B0E190E}" type="presParOf" srcId="{06256EA0-9D8E-4F6A-A456-14A4F938D310}" destId="{27C47335-02B4-4D99-9726-96A0A547F31D}" srcOrd="0" destOrd="0" presId="urn:microsoft.com/office/officeart/2005/8/layout/hProcess3"/>
    <dgm:cxn modelId="{E1E24871-FC95-4F8E-B1D7-07EA58DADB57}" type="presParOf" srcId="{06256EA0-9D8E-4F6A-A456-14A4F938D310}" destId="{E210C239-7EBC-4C11-A37A-DFD2A509DC1E}" srcOrd="1" destOrd="0" presId="urn:microsoft.com/office/officeart/2005/8/layout/hProcess3"/>
    <dgm:cxn modelId="{8901403C-5DF0-4677-A4E7-808792403089}" type="presParOf" srcId="{06256EA0-9D8E-4F6A-A456-14A4F938D310}" destId="{AAA076B9-C532-4BBD-B041-B3E7D7D697EF}" srcOrd="2" destOrd="0" presId="urn:microsoft.com/office/officeart/2005/8/layout/hProcess3"/>
    <dgm:cxn modelId="{1D71D7A3-8609-476D-8CBF-4B3D997B51E9}" type="presParOf" srcId="{06256EA0-9D8E-4F6A-A456-14A4F938D310}" destId="{0A8A69DB-42F7-463C-ABFB-559FE5F90493}" srcOrd="3" destOrd="0" presId="urn:microsoft.com/office/officeart/2005/8/layout/hProcess3"/>
    <dgm:cxn modelId="{E2AB4500-D85B-428A-B277-43BEFAF86CC9}" type="presParOf" srcId="{0592114F-6FCE-4B3D-8062-21985B84E244}" destId="{5FD71380-E8A0-4EDF-9A4D-DDEF89341671}" srcOrd="6" destOrd="0" presId="urn:microsoft.com/office/officeart/2005/8/layout/hProcess3"/>
    <dgm:cxn modelId="{C5DC037B-5B41-42B2-B995-0F82F4AF304C}" type="presParOf" srcId="{0592114F-6FCE-4B3D-8062-21985B84E244}" destId="{C7BE9AF4-C11E-4B2E-AFE4-D6AAC9530C61}" srcOrd="7" destOrd="0" presId="urn:microsoft.com/office/officeart/2005/8/layout/hProcess3"/>
    <dgm:cxn modelId="{67D11E05-ECAE-4EAE-A484-C1F95BC08F14}" type="presParOf" srcId="{C7BE9AF4-C11E-4B2E-AFE4-D6AAC9530C61}" destId="{858C6D6D-D674-474A-99C2-A15D2149C3AC}" srcOrd="0" destOrd="0" presId="urn:microsoft.com/office/officeart/2005/8/layout/hProcess3"/>
    <dgm:cxn modelId="{7D659BA5-E4B9-449C-A540-1AC37E8E28C5}" type="presParOf" srcId="{C7BE9AF4-C11E-4B2E-AFE4-D6AAC9530C61}" destId="{9396E339-4C29-48F5-8902-234EE37F89B4}" srcOrd="1" destOrd="0" presId="urn:microsoft.com/office/officeart/2005/8/layout/hProcess3"/>
    <dgm:cxn modelId="{D4526D47-C582-4D84-BAA0-AC433738BD56}" type="presParOf" srcId="{C7BE9AF4-C11E-4B2E-AFE4-D6AAC9530C61}" destId="{072DAE06-0204-4A74-A2C4-9CBDD3B5C80A}" srcOrd="2" destOrd="0" presId="urn:microsoft.com/office/officeart/2005/8/layout/hProcess3"/>
    <dgm:cxn modelId="{7B8BC9A8-57B0-4C45-B66A-AD0224C4401E}" type="presParOf" srcId="{C7BE9AF4-C11E-4B2E-AFE4-D6AAC9530C61}" destId="{09AF69B9-7D0B-40D7-A93A-ABDCF21F904B}" srcOrd="3" destOrd="0" presId="urn:microsoft.com/office/officeart/2005/8/layout/hProcess3"/>
    <dgm:cxn modelId="{6E7F41F8-E3D4-47F7-8CF3-AEFB9B07FDE4}" type="presParOf" srcId="{0592114F-6FCE-4B3D-8062-21985B84E244}" destId="{E66471E9-FD65-4667-A42C-B183371CC40E}" srcOrd="8" destOrd="0" presId="urn:microsoft.com/office/officeart/2005/8/layout/hProcess3"/>
    <dgm:cxn modelId="{67873A78-1021-4243-8870-877F14FB74DD}" type="presParOf" srcId="{0592114F-6FCE-4B3D-8062-21985B84E244}" destId="{8B1704F9-9DD9-498C-941B-04F594B95794}" srcOrd="9" destOrd="0" presId="urn:microsoft.com/office/officeart/2005/8/layout/hProcess3"/>
    <dgm:cxn modelId="{95900FF0-DDC0-4225-9650-7691E4904547}" type="presParOf" srcId="{0592114F-6FCE-4B3D-8062-21985B84E244}" destId="{2D187AF1-0CE1-4AAC-A394-2EF955F16D11}" srcOrd="10"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1FE8724-7747-4B55-A234-A4E528293A12}" type="doc">
      <dgm:prSet loTypeId="urn:microsoft.com/office/officeart/2018/2/layout/IconLabelList" loCatId="icon" qsTypeId="urn:microsoft.com/office/officeart/2005/8/quickstyle/simple1" qsCatId="simple" csTypeId="urn:microsoft.com/office/officeart/2005/8/colors/accent5_3" csCatId="accent5" phldr="1"/>
      <dgm:spPr/>
      <dgm:t>
        <a:bodyPr/>
        <a:lstStyle/>
        <a:p>
          <a:endParaRPr lang="en-US"/>
        </a:p>
      </dgm:t>
    </dgm:pt>
    <dgm:pt modelId="{9582C60A-C86D-43AF-B7CE-B838F0DE3D78}">
      <dgm:prSet custT="1"/>
      <dgm:spPr/>
      <dgm:t>
        <a:bodyPr/>
        <a:lstStyle/>
        <a:p>
          <a:pPr>
            <a:lnSpc>
              <a:spcPct val="100000"/>
            </a:lnSpc>
          </a:pPr>
          <a:r>
            <a:rPr lang="en-US" sz="1200" b="1" dirty="0"/>
            <a:t>5G </a:t>
          </a:r>
          <a:r>
            <a:rPr lang="en-US" sz="1200" b="1" dirty="0" err="1"/>
            <a:t>și</a:t>
          </a:r>
          <a:r>
            <a:rPr lang="en-US" sz="1200" b="1" dirty="0"/>
            <a:t> </a:t>
          </a:r>
          <a:r>
            <a:rPr lang="en-US" sz="1200" b="1" dirty="0" err="1"/>
            <a:t>virusul</a:t>
          </a:r>
          <a:r>
            <a:rPr lang="en-US" sz="1200" dirty="0"/>
            <a:t> – Teoria </a:t>
          </a:r>
          <a:r>
            <a:rPr lang="en-US" sz="1200" dirty="0" err="1"/>
            <a:t>susține</a:t>
          </a:r>
          <a:r>
            <a:rPr lang="en-US" sz="1200" dirty="0"/>
            <a:t> </a:t>
          </a:r>
          <a:r>
            <a:rPr lang="en-US" sz="1200" dirty="0" err="1"/>
            <a:t>că</a:t>
          </a:r>
          <a:r>
            <a:rPr lang="en-US" sz="1200" dirty="0"/>
            <a:t> </a:t>
          </a:r>
          <a:r>
            <a:rPr lang="en-US" sz="1200" dirty="0" err="1"/>
            <a:t>rețelele</a:t>
          </a:r>
          <a:r>
            <a:rPr lang="en-US" sz="1200" dirty="0"/>
            <a:t> 5G au </a:t>
          </a:r>
          <a:r>
            <a:rPr lang="en-US" sz="1200" dirty="0" err="1"/>
            <a:t>declanșat</a:t>
          </a:r>
          <a:r>
            <a:rPr lang="en-US" sz="1200" dirty="0"/>
            <a:t> pandemia. </a:t>
          </a:r>
          <a:r>
            <a:rPr lang="en-US" sz="1200" dirty="0" err="1"/>
            <a:t>Fals</a:t>
          </a:r>
          <a:r>
            <a:rPr lang="en-US" sz="1200" dirty="0"/>
            <a:t>: </a:t>
          </a:r>
          <a:r>
            <a:rPr lang="en-US" sz="1200" dirty="0" err="1"/>
            <a:t>virusurile</a:t>
          </a:r>
          <a:r>
            <a:rPr lang="en-US" sz="1200" dirty="0"/>
            <a:t> nu se transmit </a:t>
          </a:r>
          <a:r>
            <a:rPr lang="en-US" sz="1200" dirty="0" err="1"/>
            <a:t>prin</a:t>
          </a:r>
          <a:r>
            <a:rPr lang="en-US" sz="1200" dirty="0"/>
            <a:t> </a:t>
          </a:r>
          <a:r>
            <a:rPr lang="en-US" sz="1200" dirty="0" err="1"/>
            <a:t>unde</a:t>
          </a:r>
          <a:r>
            <a:rPr lang="en-US" sz="1200" dirty="0"/>
            <a:t> </a:t>
          </a:r>
          <a:r>
            <a:rPr lang="en-US" sz="1200" dirty="0" err="1"/>
            <a:t>electromagnetice</a:t>
          </a:r>
          <a:r>
            <a:rPr lang="en-US" sz="1200" dirty="0"/>
            <a:t>.</a:t>
          </a:r>
          <a:endParaRPr lang="en-US" sz="1200" dirty="0">
            <a:solidFill>
              <a:srgbClr val="474747"/>
            </a:solidFill>
          </a:endParaRPr>
        </a:p>
      </dgm:t>
    </dgm:pt>
    <dgm:pt modelId="{8A9B4719-21E3-4EAF-AA5D-82AF4CAC6355}" type="parTrans" cxnId="{DB829FAE-070C-457D-8321-A3EA21F890D5}">
      <dgm:prSet/>
      <dgm:spPr/>
      <dgm:t>
        <a:bodyPr/>
        <a:lstStyle/>
        <a:p>
          <a:pPr algn="ctr"/>
          <a:endParaRPr lang="en-US" sz="2000"/>
        </a:p>
      </dgm:t>
    </dgm:pt>
    <dgm:pt modelId="{74C6BCF6-6716-4746-9D51-C9AC0D672D8C}" type="sibTrans" cxnId="{DB829FAE-070C-457D-8321-A3EA21F890D5}">
      <dgm:prSet/>
      <dgm:spPr/>
      <dgm:t>
        <a:bodyPr/>
        <a:lstStyle/>
        <a:p>
          <a:pPr algn="ctr"/>
          <a:endParaRPr lang="en-US" sz="2000"/>
        </a:p>
      </dgm:t>
    </dgm:pt>
    <dgm:pt modelId="{DA03B6D3-CA55-46B9-8F77-1E050815BA4F}">
      <dgm:prSet custT="1"/>
      <dgm:spPr/>
      <dgm:t>
        <a:bodyPr/>
        <a:lstStyle/>
        <a:p>
          <a:pPr>
            <a:lnSpc>
              <a:spcPct val="100000"/>
            </a:lnSpc>
          </a:pPr>
          <a:r>
            <a:rPr lang="en-US" sz="1200" b="1" dirty="0"/>
            <a:t>Bill Gates </a:t>
          </a:r>
          <a:r>
            <a:rPr lang="en-US" sz="1200" b="1" dirty="0" err="1"/>
            <a:t>și</a:t>
          </a:r>
          <a:r>
            <a:rPr lang="en-US" sz="1200" b="1" dirty="0"/>
            <a:t> </a:t>
          </a:r>
          <a:r>
            <a:rPr lang="en-US" sz="1200" b="1" dirty="0" err="1"/>
            <a:t>vaccinurile</a:t>
          </a:r>
          <a:r>
            <a:rPr lang="en-US" sz="1200" dirty="0"/>
            <a:t> – Se </a:t>
          </a:r>
          <a:r>
            <a:rPr lang="en-US" sz="1200" dirty="0" err="1"/>
            <a:t>spune</a:t>
          </a:r>
          <a:r>
            <a:rPr lang="en-US" sz="1200" dirty="0"/>
            <a:t> </a:t>
          </a:r>
          <a:r>
            <a:rPr lang="en-US" sz="1200" dirty="0" err="1"/>
            <a:t>că</a:t>
          </a:r>
          <a:r>
            <a:rPr lang="en-US" sz="1200" dirty="0"/>
            <a:t> Bill Gates a </a:t>
          </a:r>
          <a:r>
            <a:rPr lang="en-US" sz="1200" dirty="0" err="1"/>
            <a:t>planificat</a:t>
          </a:r>
          <a:r>
            <a:rPr lang="en-US" sz="1200" dirty="0"/>
            <a:t> pandemia </a:t>
          </a:r>
          <a:r>
            <a:rPr lang="en-US" sz="1200" dirty="0" err="1"/>
            <a:t>și</a:t>
          </a:r>
          <a:r>
            <a:rPr lang="en-US" sz="1200" dirty="0"/>
            <a:t> </a:t>
          </a:r>
          <a:r>
            <a:rPr lang="en-US" sz="1200" dirty="0" err="1"/>
            <a:t>că</a:t>
          </a:r>
          <a:r>
            <a:rPr lang="en-US" sz="1200" dirty="0"/>
            <a:t> </a:t>
          </a:r>
          <a:r>
            <a:rPr lang="en-US" sz="1200" dirty="0" err="1"/>
            <a:t>vaccinurile</a:t>
          </a:r>
          <a:r>
            <a:rPr lang="en-US" sz="1200" dirty="0"/>
            <a:t> </a:t>
          </a:r>
          <a:r>
            <a:rPr lang="en-US" sz="1200" dirty="0" err="1"/>
            <a:t>conțin</a:t>
          </a:r>
          <a:r>
            <a:rPr lang="en-US" sz="1200" dirty="0"/>
            <a:t> </a:t>
          </a:r>
          <a:r>
            <a:rPr lang="en-US" sz="1200" dirty="0" err="1"/>
            <a:t>microcipuri</a:t>
          </a:r>
          <a:r>
            <a:rPr lang="en-US" sz="1200" dirty="0"/>
            <a:t>. </a:t>
          </a:r>
          <a:r>
            <a:rPr lang="en-US" sz="1200" dirty="0" err="1"/>
            <a:t>Fără</a:t>
          </a:r>
          <a:r>
            <a:rPr lang="en-US" sz="1200" dirty="0"/>
            <a:t> </a:t>
          </a:r>
          <a:r>
            <a:rPr lang="en-US" sz="1200" dirty="0" err="1"/>
            <a:t>dovezi</a:t>
          </a:r>
          <a:r>
            <a:rPr lang="en-US" sz="1200" dirty="0"/>
            <a:t> </a:t>
          </a:r>
          <a:r>
            <a:rPr lang="en-US" sz="1200" dirty="0" err="1"/>
            <a:t>științifice</a:t>
          </a:r>
          <a:r>
            <a:rPr lang="en-US" sz="1200" dirty="0"/>
            <a:t>.</a:t>
          </a:r>
        </a:p>
      </dgm:t>
    </dgm:pt>
    <dgm:pt modelId="{06F4916D-601D-4F19-8B7D-D96EB129BC8F}" type="sibTrans" cxnId="{2BA30F58-C232-4AE7-983A-F883FBDFE740}">
      <dgm:prSet/>
      <dgm:spPr/>
      <dgm:t>
        <a:bodyPr/>
        <a:lstStyle/>
        <a:p>
          <a:pPr algn="ctr"/>
          <a:endParaRPr lang="en-US" sz="2000"/>
        </a:p>
      </dgm:t>
    </dgm:pt>
    <dgm:pt modelId="{2F86658F-3E1C-4BE7-BE93-6CC936A74E57}" type="parTrans" cxnId="{2BA30F58-C232-4AE7-983A-F883FBDFE740}">
      <dgm:prSet/>
      <dgm:spPr/>
      <dgm:t>
        <a:bodyPr/>
        <a:lstStyle/>
        <a:p>
          <a:pPr algn="ctr"/>
          <a:endParaRPr lang="en-US" sz="2000"/>
        </a:p>
      </dgm:t>
    </dgm:pt>
    <dgm:pt modelId="{827F542B-E672-46E3-8591-D823A556A1C7}">
      <dgm:prSet custT="1"/>
      <dgm:spPr/>
      <dgm:t>
        <a:bodyPr/>
        <a:lstStyle/>
        <a:p>
          <a:pPr>
            <a:lnSpc>
              <a:spcPct val="100000"/>
            </a:lnSpc>
          </a:pPr>
          <a:r>
            <a:rPr lang="en-US" sz="1200" b="1" dirty="0"/>
            <a:t>COVID-19 – </a:t>
          </a:r>
          <a:r>
            <a:rPr lang="en-US" sz="1200" b="1" dirty="0" err="1"/>
            <a:t>armă</a:t>
          </a:r>
          <a:r>
            <a:rPr lang="en-US" sz="1200" b="1" dirty="0"/>
            <a:t> </a:t>
          </a:r>
          <a:r>
            <a:rPr lang="en-US" sz="1200" b="1" dirty="0" err="1"/>
            <a:t>biologică</a:t>
          </a:r>
          <a:r>
            <a:rPr lang="en-US" sz="1200" dirty="0"/>
            <a:t> – </a:t>
          </a:r>
          <a:r>
            <a:rPr lang="en-US" sz="1200" dirty="0" err="1"/>
            <a:t>Unii</a:t>
          </a:r>
          <a:r>
            <a:rPr lang="en-US" sz="1200" dirty="0"/>
            <a:t> cred </a:t>
          </a:r>
          <a:r>
            <a:rPr lang="en-US" sz="1200" dirty="0" err="1"/>
            <a:t>că</a:t>
          </a:r>
          <a:r>
            <a:rPr lang="en-US" sz="1200" dirty="0"/>
            <a:t> </a:t>
          </a:r>
          <a:r>
            <a:rPr lang="en-US" sz="1200" dirty="0" err="1"/>
            <a:t>virusul</a:t>
          </a:r>
          <a:r>
            <a:rPr lang="en-US" sz="1200" dirty="0"/>
            <a:t> a </a:t>
          </a:r>
          <a:r>
            <a:rPr lang="en-US" sz="1200" dirty="0" err="1"/>
            <a:t>fost</a:t>
          </a:r>
          <a:r>
            <a:rPr lang="en-US" sz="1200" dirty="0"/>
            <a:t> </a:t>
          </a:r>
          <a:r>
            <a:rPr lang="en-US" sz="1200" dirty="0" err="1"/>
            <a:t>creat</a:t>
          </a:r>
          <a:r>
            <a:rPr lang="en-US" sz="1200" dirty="0"/>
            <a:t> </a:t>
          </a:r>
          <a:r>
            <a:rPr lang="en-US" sz="1200" dirty="0" err="1"/>
            <a:t>intenționat</a:t>
          </a:r>
          <a:r>
            <a:rPr lang="en-US" sz="1200" dirty="0"/>
            <a:t> </a:t>
          </a:r>
          <a:r>
            <a:rPr lang="en-US" sz="1200" dirty="0" err="1"/>
            <a:t>într</a:t>
          </a:r>
          <a:r>
            <a:rPr lang="en-US" sz="1200" dirty="0"/>
            <a:t>-un </a:t>
          </a:r>
          <a:r>
            <a:rPr lang="en-US" sz="1200" dirty="0" err="1"/>
            <a:t>laborator</a:t>
          </a:r>
          <a:r>
            <a:rPr lang="en-US" sz="1200" dirty="0"/>
            <a:t> </a:t>
          </a:r>
          <a:r>
            <a:rPr lang="en-US" sz="1200" dirty="0" err="1"/>
            <a:t>chinez</a:t>
          </a:r>
          <a:r>
            <a:rPr lang="en-US" sz="1200" dirty="0"/>
            <a:t>. </a:t>
          </a:r>
          <a:r>
            <a:rPr lang="en-US" sz="1400" b="1" dirty="0">
              <a:solidFill>
                <a:srgbClr val="474747"/>
              </a:solidFill>
            </a:rPr>
            <a:t>23%</a:t>
          </a:r>
          <a:r>
            <a:rPr lang="en-US" sz="1200" dirty="0"/>
            <a:t> </a:t>
          </a:r>
          <a:r>
            <a:rPr lang="en-US" sz="1200" dirty="0" err="1"/>
            <a:t>dintre</a:t>
          </a:r>
          <a:r>
            <a:rPr lang="en-US" sz="1200" dirty="0"/>
            <a:t> </a:t>
          </a:r>
          <a:r>
            <a:rPr lang="en-US" sz="1200" dirty="0" err="1"/>
            <a:t>americani</a:t>
          </a:r>
          <a:r>
            <a:rPr lang="en-US" sz="1200" dirty="0"/>
            <a:t> </a:t>
          </a:r>
          <a:r>
            <a:rPr lang="en-US" sz="1200" dirty="0" err="1"/>
            <a:t>susțin</a:t>
          </a:r>
          <a:r>
            <a:rPr lang="en-US" sz="1200" dirty="0"/>
            <a:t> </a:t>
          </a:r>
          <a:r>
            <a:rPr lang="en-US" sz="1200" dirty="0" err="1"/>
            <a:t>această</a:t>
          </a:r>
          <a:r>
            <a:rPr lang="en-US" sz="1200" dirty="0"/>
            <a:t> idee.</a:t>
          </a:r>
        </a:p>
      </dgm:t>
    </dgm:pt>
    <dgm:pt modelId="{D3433081-6EC7-479A-AC27-F42D488CF496}" type="sibTrans" cxnId="{4362B755-E2E1-4211-986E-71BDAF2D9BE3}">
      <dgm:prSet/>
      <dgm:spPr/>
      <dgm:t>
        <a:bodyPr/>
        <a:lstStyle/>
        <a:p>
          <a:pPr algn="ctr"/>
          <a:endParaRPr lang="en-US" sz="2000"/>
        </a:p>
      </dgm:t>
    </dgm:pt>
    <dgm:pt modelId="{1426DAED-6C72-4368-AED4-4689101EF94F}" type="parTrans" cxnId="{4362B755-E2E1-4211-986E-71BDAF2D9BE3}">
      <dgm:prSet/>
      <dgm:spPr/>
      <dgm:t>
        <a:bodyPr/>
        <a:lstStyle/>
        <a:p>
          <a:pPr algn="ctr"/>
          <a:endParaRPr lang="en-US" sz="2000"/>
        </a:p>
      </dgm:t>
    </dgm:pt>
    <dgm:pt modelId="{D6CC8D79-FEE4-47B3-A257-955807006CCF}">
      <dgm:prSet custT="1"/>
      <dgm:spPr/>
      <dgm:t>
        <a:bodyPr/>
        <a:lstStyle/>
        <a:p>
          <a:pPr>
            <a:lnSpc>
              <a:spcPct val="100000"/>
            </a:lnSpc>
          </a:pPr>
          <a:r>
            <a:rPr lang="en-US" sz="1200" b="1" dirty="0" err="1"/>
            <a:t>Elitele</a:t>
          </a:r>
          <a:r>
            <a:rPr lang="en-US" sz="1200" b="1" dirty="0"/>
            <a:t> </a:t>
          </a:r>
          <a:r>
            <a:rPr lang="en-US" sz="1200" b="1" dirty="0" err="1"/>
            <a:t>și</a:t>
          </a:r>
          <a:r>
            <a:rPr lang="en-US" sz="1200" b="1" dirty="0"/>
            <a:t> </a:t>
          </a:r>
          <a:r>
            <a:rPr lang="en-US" sz="1200" b="1" dirty="0" err="1"/>
            <a:t>controlul</a:t>
          </a:r>
          <a:r>
            <a:rPr lang="en-US" sz="1200" b="1" dirty="0"/>
            <a:t> global</a:t>
          </a:r>
          <a:r>
            <a:rPr lang="en-US" sz="1200" dirty="0"/>
            <a:t> – Teoria </a:t>
          </a:r>
          <a:r>
            <a:rPr lang="en-US" sz="1200" dirty="0" err="1"/>
            <a:t>afirmă</a:t>
          </a:r>
          <a:r>
            <a:rPr lang="en-US" sz="1200" dirty="0"/>
            <a:t> </a:t>
          </a:r>
          <a:r>
            <a:rPr lang="en-US" sz="1200" dirty="0" err="1"/>
            <a:t>că</a:t>
          </a:r>
          <a:r>
            <a:rPr lang="en-US" sz="1200" dirty="0"/>
            <a:t> pandemia a </a:t>
          </a:r>
          <a:r>
            <a:rPr lang="en-US" sz="1200" dirty="0" err="1"/>
            <a:t>fost</a:t>
          </a:r>
          <a:r>
            <a:rPr lang="en-US" sz="1200" dirty="0"/>
            <a:t> </a:t>
          </a:r>
          <a:r>
            <a:rPr lang="en-US" sz="1200" dirty="0" err="1"/>
            <a:t>creată</a:t>
          </a:r>
          <a:r>
            <a:rPr lang="en-US" sz="1200" dirty="0"/>
            <a:t> </a:t>
          </a:r>
          <a:r>
            <a:rPr lang="en-US" sz="1200" dirty="0" err="1"/>
            <a:t>pentru</a:t>
          </a:r>
          <a:r>
            <a:rPr lang="en-US" sz="1200" dirty="0"/>
            <a:t> a </a:t>
          </a:r>
          <a:r>
            <a:rPr lang="en-US" sz="1200" dirty="0" err="1"/>
            <a:t>limita</a:t>
          </a:r>
          <a:r>
            <a:rPr lang="en-US" sz="1200" dirty="0"/>
            <a:t> </a:t>
          </a:r>
          <a:r>
            <a:rPr lang="en-US" sz="1200" dirty="0" err="1"/>
            <a:t>libertățile</a:t>
          </a:r>
          <a:r>
            <a:rPr lang="en-US" sz="1200" dirty="0"/>
            <a:t> </a:t>
          </a:r>
          <a:r>
            <a:rPr lang="en-US" sz="1200" dirty="0" err="1"/>
            <a:t>oamenilor</a:t>
          </a:r>
          <a:r>
            <a:rPr lang="en-US" sz="1200" dirty="0"/>
            <a:t>. O </a:t>
          </a:r>
          <a:r>
            <a:rPr lang="en-US" sz="1200" dirty="0" err="1"/>
            <a:t>variantă</a:t>
          </a:r>
          <a:r>
            <a:rPr lang="en-US" sz="1200" dirty="0"/>
            <a:t> </a:t>
          </a:r>
          <a:r>
            <a:rPr lang="en-US" sz="1200" dirty="0" err="1"/>
            <a:t>timpurie</a:t>
          </a:r>
          <a:r>
            <a:rPr lang="en-US" sz="1200" dirty="0"/>
            <a:t> </a:t>
          </a:r>
          <a:r>
            <a:rPr lang="en-US" sz="1200" dirty="0" err="1"/>
            <a:t>compara</a:t>
          </a:r>
          <a:r>
            <a:rPr lang="en-US" sz="1200" dirty="0"/>
            <a:t> COVID-19 cu </a:t>
          </a:r>
          <a:r>
            <a:rPr lang="en-US" sz="1200" dirty="0" err="1"/>
            <a:t>gripa</a:t>
          </a:r>
          <a:r>
            <a:rPr lang="en-US" sz="1200" dirty="0"/>
            <a:t>.</a:t>
          </a:r>
        </a:p>
      </dgm:t>
    </dgm:pt>
    <dgm:pt modelId="{3CD2F5C2-84D9-4846-845A-E3EA11BCC53B}" type="sibTrans" cxnId="{B97B2C16-12BA-4445-A096-410E537CE404}">
      <dgm:prSet/>
      <dgm:spPr/>
      <dgm:t>
        <a:bodyPr/>
        <a:lstStyle/>
        <a:p>
          <a:pPr algn="ctr"/>
          <a:endParaRPr lang="en-US" sz="2000"/>
        </a:p>
      </dgm:t>
    </dgm:pt>
    <dgm:pt modelId="{5D25AF1D-E79D-4261-89AB-F8080C683D8B}" type="parTrans" cxnId="{B97B2C16-12BA-4445-A096-410E537CE404}">
      <dgm:prSet/>
      <dgm:spPr/>
      <dgm:t>
        <a:bodyPr/>
        <a:lstStyle/>
        <a:p>
          <a:pPr algn="ctr"/>
          <a:endParaRPr lang="en-US" sz="2000"/>
        </a:p>
      </dgm:t>
    </dgm:pt>
    <dgm:pt modelId="{64D9A6F1-05E1-479E-8858-1CFD16B7E77C}" type="pres">
      <dgm:prSet presAssocID="{41FE8724-7747-4B55-A234-A4E528293A12}" presName="root" presStyleCnt="0">
        <dgm:presLayoutVars>
          <dgm:dir/>
          <dgm:resizeHandles val="exact"/>
        </dgm:presLayoutVars>
      </dgm:prSet>
      <dgm:spPr/>
    </dgm:pt>
    <dgm:pt modelId="{F28AB0FF-B4CB-4D41-91DE-3E4BAAC07CC2}" type="pres">
      <dgm:prSet presAssocID="{9582C60A-C86D-43AF-B7CE-B838F0DE3D78}" presName="compNode" presStyleCnt="0"/>
      <dgm:spPr/>
    </dgm:pt>
    <dgm:pt modelId="{EAFB818F-A810-4669-BC8A-A3EE27F822F1}" type="pres">
      <dgm:prSet presAssocID="{9582C60A-C86D-43AF-B7CE-B838F0DE3D78}"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io-hazard with solid fill"/>
        </a:ext>
      </dgm:extLst>
    </dgm:pt>
    <dgm:pt modelId="{1C53CF8A-D259-4D74-9A69-25933E0500A5}" type="pres">
      <dgm:prSet presAssocID="{9582C60A-C86D-43AF-B7CE-B838F0DE3D78}" presName="spaceRect" presStyleCnt="0"/>
      <dgm:spPr/>
    </dgm:pt>
    <dgm:pt modelId="{A708D336-295A-469C-8EC4-B34D51DFC348}" type="pres">
      <dgm:prSet presAssocID="{9582C60A-C86D-43AF-B7CE-B838F0DE3D78}" presName="textRect" presStyleLbl="revTx" presStyleIdx="0" presStyleCnt="4" custScaleX="100016">
        <dgm:presLayoutVars>
          <dgm:chMax val="1"/>
          <dgm:chPref val="1"/>
        </dgm:presLayoutVars>
      </dgm:prSet>
      <dgm:spPr/>
    </dgm:pt>
    <dgm:pt modelId="{83BE36F4-315E-46B3-AFB8-BF7FB6120249}" type="pres">
      <dgm:prSet presAssocID="{74C6BCF6-6716-4746-9D51-C9AC0D672D8C}" presName="sibTrans" presStyleCnt="0"/>
      <dgm:spPr/>
    </dgm:pt>
    <dgm:pt modelId="{713602CF-516E-4D39-BAA8-D7ACAFD442DC}" type="pres">
      <dgm:prSet presAssocID="{DA03B6D3-CA55-46B9-8F77-1E050815BA4F}" presName="compNode" presStyleCnt="0"/>
      <dgm:spPr/>
    </dgm:pt>
    <dgm:pt modelId="{E70B0A60-E192-4599-AE5B-A02A79295F57}" type="pres">
      <dgm:prSet presAssocID="{DA03B6D3-CA55-46B9-8F77-1E050815BA4F}"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ying Money with solid fill"/>
        </a:ext>
      </dgm:extLst>
    </dgm:pt>
    <dgm:pt modelId="{EC08100C-59D0-4EC8-9E32-902D065BE4B7}" type="pres">
      <dgm:prSet presAssocID="{DA03B6D3-CA55-46B9-8F77-1E050815BA4F}" presName="spaceRect" presStyleCnt="0"/>
      <dgm:spPr/>
    </dgm:pt>
    <dgm:pt modelId="{9BE12A33-3FD1-48DD-A837-65C279E3E7AE}" type="pres">
      <dgm:prSet presAssocID="{DA03B6D3-CA55-46B9-8F77-1E050815BA4F}" presName="textRect" presStyleLbl="revTx" presStyleIdx="1" presStyleCnt="4">
        <dgm:presLayoutVars>
          <dgm:chMax val="1"/>
          <dgm:chPref val="1"/>
        </dgm:presLayoutVars>
      </dgm:prSet>
      <dgm:spPr/>
    </dgm:pt>
    <dgm:pt modelId="{72CF65BA-5DEB-4B00-9512-8A52822534D7}" type="pres">
      <dgm:prSet presAssocID="{06F4916D-601D-4F19-8B7D-D96EB129BC8F}" presName="sibTrans" presStyleCnt="0"/>
      <dgm:spPr/>
    </dgm:pt>
    <dgm:pt modelId="{A93C29DA-C626-48B9-AC63-4DC1C483004F}" type="pres">
      <dgm:prSet presAssocID="{827F542B-E672-46E3-8591-D823A556A1C7}" presName="compNode" presStyleCnt="0"/>
      <dgm:spPr/>
    </dgm:pt>
    <dgm:pt modelId="{9A066890-2182-499A-AC13-A31D1D13F606}" type="pres">
      <dgm:prSet presAssocID="{827F542B-E672-46E3-8591-D823A556A1C7}"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Satellite dish with solid fill"/>
        </a:ext>
      </dgm:extLst>
    </dgm:pt>
    <dgm:pt modelId="{EAB20523-E651-4C47-ACB7-4F62AE15EEDE}" type="pres">
      <dgm:prSet presAssocID="{827F542B-E672-46E3-8591-D823A556A1C7}" presName="spaceRect" presStyleCnt="0"/>
      <dgm:spPr/>
    </dgm:pt>
    <dgm:pt modelId="{6FCD14DA-BD7F-4AD7-B504-B91D2EC661EF}" type="pres">
      <dgm:prSet presAssocID="{827F542B-E672-46E3-8591-D823A556A1C7}" presName="textRect" presStyleLbl="revTx" presStyleIdx="2" presStyleCnt="4">
        <dgm:presLayoutVars>
          <dgm:chMax val="1"/>
          <dgm:chPref val="1"/>
        </dgm:presLayoutVars>
      </dgm:prSet>
      <dgm:spPr/>
    </dgm:pt>
    <dgm:pt modelId="{3D7C1E93-6173-44BA-910C-1D8C7E465D0E}" type="pres">
      <dgm:prSet presAssocID="{D3433081-6EC7-479A-AC27-F42D488CF496}" presName="sibTrans" presStyleCnt="0"/>
      <dgm:spPr/>
    </dgm:pt>
    <dgm:pt modelId="{6613F000-73E8-45EF-9C3C-81C20D734164}" type="pres">
      <dgm:prSet presAssocID="{D6CC8D79-FEE4-47B3-A257-955807006CCF}" presName="compNode" presStyleCnt="0"/>
      <dgm:spPr/>
    </dgm:pt>
    <dgm:pt modelId="{F49400D2-6C61-49DA-9999-406AA81609E1}" type="pres">
      <dgm:prSet presAssocID="{D6CC8D79-FEE4-47B3-A257-955807006CCF}"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Close with solid fill"/>
        </a:ext>
      </dgm:extLst>
    </dgm:pt>
    <dgm:pt modelId="{8CDEA347-DF34-4815-986D-CB35CA15A6BC}" type="pres">
      <dgm:prSet presAssocID="{D6CC8D79-FEE4-47B3-A257-955807006CCF}" presName="spaceRect" presStyleCnt="0"/>
      <dgm:spPr/>
    </dgm:pt>
    <dgm:pt modelId="{9A3F5665-F6F5-4AF9-BDEA-AB8A1A339798}" type="pres">
      <dgm:prSet presAssocID="{D6CC8D79-FEE4-47B3-A257-955807006CCF}" presName="textRect" presStyleLbl="revTx" presStyleIdx="3" presStyleCnt="4">
        <dgm:presLayoutVars>
          <dgm:chMax val="1"/>
          <dgm:chPref val="1"/>
        </dgm:presLayoutVars>
      </dgm:prSet>
      <dgm:spPr/>
    </dgm:pt>
  </dgm:ptLst>
  <dgm:cxnLst>
    <dgm:cxn modelId="{B97B2C16-12BA-4445-A096-410E537CE404}" srcId="{41FE8724-7747-4B55-A234-A4E528293A12}" destId="{D6CC8D79-FEE4-47B3-A257-955807006CCF}" srcOrd="3" destOrd="0" parTransId="{5D25AF1D-E79D-4261-89AB-F8080C683D8B}" sibTransId="{3CD2F5C2-84D9-4846-845A-E3EA11BCC53B}"/>
    <dgm:cxn modelId="{88686042-ED24-46E2-864B-2250E11E789F}" type="presOf" srcId="{DA03B6D3-CA55-46B9-8F77-1E050815BA4F}" destId="{9BE12A33-3FD1-48DD-A837-65C279E3E7AE}" srcOrd="0" destOrd="0" presId="urn:microsoft.com/office/officeart/2018/2/layout/IconLabelList"/>
    <dgm:cxn modelId="{D1659C74-4027-4209-8A0B-B3D1C2336B3C}" type="presOf" srcId="{D6CC8D79-FEE4-47B3-A257-955807006CCF}" destId="{9A3F5665-F6F5-4AF9-BDEA-AB8A1A339798}" srcOrd="0" destOrd="0" presId="urn:microsoft.com/office/officeart/2018/2/layout/IconLabelList"/>
    <dgm:cxn modelId="{4362B755-E2E1-4211-986E-71BDAF2D9BE3}" srcId="{41FE8724-7747-4B55-A234-A4E528293A12}" destId="{827F542B-E672-46E3-8591-D823A556A1C7}" srcOrd="2" destOrd="0" parTransId="{1426DAED-6C72-4368-AED4-4689101EF94F}" sibTransId="{D3433081-6EC7-479A-AC27-F42D488CF496}"/>
    <dgm:cxn modelId="{2BA30F58-C232-4AE7-983A-F883FBDFE740}" srcId="{41FE8724-7747-4B55-A234-A4E528293A12}" destId="{DA03B6D3-CA55-46B9-8F77-1E050815BA4F}" srcOrd="1" destOrd="0" parTransId="{2F86658F-3E1C-4BE7-BE93-6CC936A74E57}" sibTransId="{06F4916D-601D-4F19-8B7D-D96EB129BC8F}"/>
    <dgm:cxn modelId="{98E619AE-2426-4202-B00F-5FE423CA9216}" type="presOf" srcId="{9582C60A-C86D-43AF-B7CE-B838F0DE3D78}" destId="{A708D336-295A-469C-8EC4-B34D51DFC348}" srcOrd="0" destOrd="0" presId="urn:microsoft.com/office/officeart/2018/2/layout/IconLabelList"/>
    <dgm:cxn modelId="{DB829FAE-070C-457D-8321-A3EA21F890D5}" srcId="{41FE8724-7747-4B55-A234-A4E528293A12}" destId="{9582C60A-C86D-43AF-B7CE-B838F0DE3D78}" srcOrd="0" destOrd="0" parTransId="{8A9B4719-21E3-4EAF-AA5D-82AF4CAC6355}" sibTransId="{74C6BCF6-6716-4746-9D51-C9AC0D672D8C}"/>
    <dgm:cxn modelId="{0DF30AED-248A-4550-92EE-7E981044C466}" type="presOf" srcId="{41FE8724-7747-4B55-A234-A4E528293A12}" destId="{64D9A6F1-05E1-479E-8858-1CFD16B7E77C}" srcOrd="0" destOrd="0" presId="urn:microsoft.com/office/officeart/2018/2/layout/IconLabelList"/>
    <dgm:cxn modelId="{C07A3CED-D504-4856-B000-7595CED6C5B2}" type="presOf" srcId="{827F542B-E672-46E3-8591-D823A556A1C7}" destId="{6FCD14DA-BD7F-4AD7-B504-B91D2EC661EF}" srcOrd="0" destOrd="0" presId="urn:microsoft.com/office/officeart/2018/2/layout/IconLabelList"/>
    <dgm:cxn modelId="{950AF786-5FDB-4699-B346-4321416AFAB5}" type="presParOf" srcId="{64D9A6F1-05E1-479E-8858-1CFD16B7E77C}" destId="{F28AB0FF-B4CB-4D41-91DE-3E4BAAC07CC2}" srcOrd="0" destOrd="0" presId="urn:microsoft.com/office/officeart/2018/2/layout/IconLabelList"/>
    <dgm:cxn modelId="{383F4B58-CB32-463E-8F69-EAF4A3445EF2}" type="presParOf" srcId="{F28AB0FF-B4CB-4D41-91DE-3E4BAAC07CC2}" destId="{EAFB818F-A810-4669-BC8A-A3EE27F822F1}" srcOrd="0" destOrd="0" presId="urn:microsoft.com/office/officeart/2018/2/layout/IconLabelList"/>
    <dgm:cxn modelId="{BBA92BFC-FB91-4712-AA7B-675DE6C62823}" type="presParOf" srcId="{F28AB0FF-B4CB-4D41-91DE-3E4BAAC07CC2}" destId="{1C53CF8A-D259-4D74-9A69-25933E0500A5}" srcOrd="1" destOrd="0" presId="urn:microsoft.com/office/officeart/2018/2/layout/IconLabelList"/>
    <dgm:cxn modelId="{9CFF6122-CAB8-42DA-AAEE-3B77DA3F45ED}" type="presParOf" srcId="{F28AB0FF-B4CB-4D41-91DE-3E4BAAC07CC2}" destId="{A708D336-295A-469C-8EC4-B34D51DFC348}" srcOrd="2" destOrd="0" presId="urn:microsoft.com/office/officeart/2018/2/layout/IconLabelList"/>
    <dgm:cxn modelId="{5C8DFEE7-8AB1-4EE1-A653-7CC0C9DAC9CC}" type="presParOf" srcId="{64D9A6F1-05E1-479E-8858-1CFD16B7E77C}" destId="{83BE36F4-315E-46B3-AFB8-BF7FB6120249}" srcOrd="1" destOrd="0" presId="urn:microsoft.com/office/officeart/2018/2/layout/IconLabelList"/>
    <dgm:cxn modelId="{AB56CB71-D751-40DA-BCFC-4FD346A769AA}" type="presParOf" srcId="{64D9A6F1-05E1-479E-8858-1CFD16B7E77C}" destId="{713602CF-516E-4D39-BAA8-D7ACAFD442DC}" srcOrd="2" destOrd="0" presId="urn:microsoft.com/office/officeart/2018/2/layout/IconLabelList"/>
    <dgm:cxn modelId="{46B21F59-2281-4E8B-9564-ACCEFA9F1BF3}" type="presParOf" srcId="{713602CF-516E-4D39-BAA8-D7ACAFD442DC}" destId="{E70B0A60-E192-4599-AE5B-A02A79295F57}" srcOrd="0" destOrd="0" presId="urn:microsoft.com/office/officeart/2018/2/layout/IconLabelList"/>
    <dgm:cxn modelId="{247457F2-0B1A-4FD2-BE31-2FE1C4261E1C}" type="presParOf" srcId="{713602CF-516E-4D39-BAA8-D7ACAFD442DC}" destId="{EC08100C-59D0-4EC8-9E32-902D065BE4B7}" srcOrd="1" destOrd="0" presId="urn:microsoft.com/office/officeart/2018/2/layout/IconLabelList"/>
    <dgm:cxn modelId="{85BB1837-DBDA-4E22-AD0B-EF98FA862175}" type="presParOf" srcId="{713602CF-516E-4D39-BAA8-D7ACAFD442DC}" destId="{9BE12A33-3FD1-48DD-A837-65C279E3E7AE}" srcOrd="2" destOrd="0" presId="urn:microsoft.com/office/officeart/2018/2/layout/IconLabelList"/>
    <dgm:cxn modelId="{EB4EEEDA-984A-423D-A4B2-6C5D67088E5C}" type="presParOf" srcId="{64D9A6F1-05E1-479E-8858-1CFD16B7E77C}" destId="{72CF65BA-5DEB-4B00-9512-8A52822534D7}" srcOrd="3" destOrd="0" presId="urn:microsoft.com/office/officeart/2018/2/layout/IconLabelList"/>
    <dgm:cxn modelId="{AF8B32D8-E382-4080-B81B-50ECBC8F6AF9}" type="presParOf" srcId="{64D9A6F1-05E1-479E-8858-1CFD16B7E77C}" destId="{A93C29DA-C626-48B9-AC63-4DC1C483004F}" srcOrd="4" destOrd="0" presId="urn:microsoft.com/office/officeart/2018/2/layout/IconLabelList"/>
    <dgm:cxn modelId="{D69B8703-1ACD-46B5-9908-6D4E7244CFAB}" type="presParOf" srcId="{A93C29DA-C626-48B9-AC63-4DC1C483004F}" destId="{9A066890-2182-499A-AC13-A31D1D13F606}" srcOrd="0" destOrd="0" presId="urn:microsoft.com/office/officeart/2018/2/layout/IconLabelList"/>
    <dgm:cxn modelId="{363F5034-9C3A-4389-ABDF-D224A5114BDD}" type="presParOf" srcId="{A93C29DA-C626-48B9-AC63-4DC1C483004F}" destId="{EAB20523-E651-4C47-ACB7-4F62AE15EEDE}" srcOrd="1" destOrd="0" presId="urn:microsoft.com/office/officeart/2018/2/layout/IconLabelList"/>
    <dgm:cxn modelId="{B831546D-9DB7-41A3-8EA3-B6CD0378072E}" type="presParOf" srcId="{A93C29DA-C626-48B9-AC63-4DC1C483004F}" destId="{6FCD14DA-BD7F-4AD7-B504-B91D2EC661EF}" srcOrd="2" destOrd="0" presId="urn:microsoft.com/office/officeart/2018/2/layout/IconLabelList"/>
    <dgm:cxn modelId="{4C232A07-D092-45B3-9C10-935876AD4500}" type="presParOf" srcId="{64D9A6F1-05E1-479E-8858-1CFD16B7E77C}" destId="{3D7C1E93-6173-44BA-910C-1D8C7E465D0E}" srcOrd="5" destOrd="0" presId="urn:microsoft.com/office/officeart/2018/2/layout/IconLabelList"/>
    <dgm:cxn modelId="{C9724069-3495-4836-9218-ADED92747C49}" type="presParOf" srcId="{64D9A6F1-05E1-479E-8858-1CFD16B7E77C}" destId="{6613F000-73E8-45EF-9C3C-81C20D734164}" srcOrd="6" destOrd="0" presId="urn:microsoft.com/office/officeart/2018/2/layout/IconLabelList"/>
    <dgm:cxn modelId="{49A8B1A5-5A27-49FE-95F1-A2F282A4EAB7}" type="presParOf" srcId="{6613F000-73E8-45EF-9C3C-81C20D734164}" destId="{F49400D2-6C61-49DA-9999-406AA81609E1}" srcOrd="0" destOrd="0" presId="urn:microsoft.com/office/officeart/2018/2/layout/IconLabelList"/>
    <dgm:cxn modelId="{B2C6A2EA-C66B-4116-8E7F-1DB00496F930}" type="presParOf" srcId="{6613F000-73E8-45EF-9C3C-81C20D734164}" destId="{8CDEA347-DF34-4815-986D-CB35CA15A6BC}" srcOrd="1" destOrd="0" presId="urn:microsoft.com/office/officeart/2018/2/layout/IconLabelList"/>
    <dgm:cxn modelId="{FF1326B8-E2AC-47E8-8E8B-AA958CC9FD24}" type="presParOf" srcId="{6613F000-73E8-45EF-9C3C-81C20D734164}" destId="{9A3F5665-F6F5-4AF9-BDEA-AB8A1A33979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E6384D01-AB5C-4235-8F5F-8C324A24C619}"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B957FCFF-6C78-4470-84C3-5DEBE70C25B2}">
      <dgm:prSet phldrT="[Text]"/>
      <dgm:spPr/>
      <dgm:t>
        <a:bodyPr/>
        <a:lstStyle/>
        <a:p>
          <a:r>
            <a:rPr lang="ro-RO" dirty="0"/>
            <a:t>Februarie 2022</a:t>
          </a:r>
          <a:endParaRPr lang="en-US" dirty="0"/>
        </a:p>
      </dgm:t>
    </dgm:pt>
    <dgm:pt modelId="{FF24CAFA-64EA-4DA8-B8BD-0D892603EE52}" type="parTrans" cxnId="{315B4178-776F-470C-B709-2CF0381A1D10}">
      <dgm:prSet/>
      <dgm:spPr/>
      <dgm:t>
        <a:bodyPr/>
        <a:lstStyle/>
        <a:p>
          <a:endParaRPr lang="en-US"/>
        </a:p>
      </dgm:t>
    </dgm:pt>
    <dgm:pt modelId="{5F222EB6-E52C-4F2D-B105-B45CBC5907B8}" type="sibTrans" cxnId="{315B4178-776F-470C-B709-2CF0381A1D10}">
      <dgm:prSet/>
      <dgm:spPr/>
      <dgm:t>
        <a:bodyPr/>
        <a:lstStyle/>
        <a:p>
          <a:endParaRPr lang="en-US"/>
        </a:p>
      </dgm:t>
    </dgm:pt>
    <dgm:pt modelId="{A46F5032-8D3A-49F1-8216-8FB08048929A}">
      <dgm:prSet phldrT="[Text]"/>
      <dgm:spPr/>
      <dgm:t>
        <a:bodyPr/>
        <a:lstStyle/>
        <a:p>
          <a:r>
            <a:rPr lang="ro-RO" dirty="0"/>
            <a:t>Aprilie 2022</a:t>
          </a:r>
          <a:endParaRPr lang="en-US" dirty="0"/>
        </a:p>
      </dgm:t>
    </dgm:pt>
    <dgm:pt modelId="{B3D55532-21AA-4DD2-ABF3-F7FE4BBA0C26}" type="parTrans" cxnId="{CFA95B75-72E4-480E-B1F0-1CA55F9E0E70}">
      <dgm:prSet/>
      <dgm:spPr/>
      <dgm:t>
        <a:bodyPr/>
        <a:lstStyle/>
        <a:p>
          <a:endParaRPr lang="en-US"/>
        </a:p>
      </dgm:t>
    </dgm:pt>
    <dgm:pt modelId="{3E72BD93-99B4-490E-AA39-F5561C60745E}" type="sibTrans" cxnId="{CFA95B75-72E4-480E-B1F0-1CA55F9E0E70}">
      <dgm:prSet/>
      <dgm:spPr/>
      <dgm:t>
        <a:bodyPr/>
        <a:lstStyle/>
        <a:p>
          <a:endParaRPr lang="en-US"/>
        </a:p>
      </dgm:t>
    </dgm:pt>
    <dgm:pt modelId="{6B0BC14F-D4FE-44BD-9811-C888B1159F67}">
      <dgm:prSet phldrT="[Text]"/>
      <dgm:spPr/>
      <dgm:t>
        <a:bodyPr/>
        <a:lstStyle/>
        <a:p>
          <a:r>
            <a:rPr lang="ro-RO" dirty="0"/>
            <a:t>Septembrie 2022</a:t>
          </a:r>
          <a:endParaRPr lang="en-US" dirty="0"/>
        </a:p>
      </dgm:t>
    </dgm:pt>
    <dgm:pt modelId="{BB2746C7-9294-4570-8831-46ED8A651FC9}" type="parTrans" cxnId="{AB06DE22-58FB-437D-B866-9FB2E6BB188C}">
      <dgm:prSet/>
      <dgm:spPr/>
      <dgm:t>
        <a:bodyPr/>
        <a:lstStyle/>
        <a:p>
          <a:endParaRPr lang="en-US"/>
        </a:p>
      </dgm:t>
    </dgm:pt>
    <dgm:pt modelId="{B3024CB6-6645-4845-940C-098BB2D11078}" type="sibTrans" cxnId="{AB06DE22-58FB-437D-B866-9FB2E6BB188C}">
      <dgm:prSet/>
      <dgm:spPr/>
      <dgm:t>
        <a:bodyPr/>
        <a:lstStyle/>
        <a:p>
          <a:endParaRPr lang="en-US"/>
        </a:p>
      </dgm:t>
    </dgm:pt>
    <dgm:pt modelId="{1F39C00A-28B0-415A-923B-91EF76F23444}">
      <dgm:prSet/>
      <dgm:spPr/>
      <dgm:t>
        <a:bodyPr/>
        <a:lstStyle/>
        <a:p>
          <a:r>
            <a:rPr lang="ro-RO" dirty="0"/>
            <a:t>2023-2024</a:t>
          </a:r>
          <a:endParaRPr lang="en-US" dirty="0"/>
        </a:p>
      </dgm:t>
    </dgm:pt>
    <dgm:pt modelId="{27926152-E65B-4FA5-B72F-9B2294E583A3}" type="parTrans" cxnId="{356F11BB-4138-4076-BD6E-18C15FBB342D}">
      <dgm:prSet/>
      <dgm:spPr/>
      <dgm:t>
        <a:bodyPr/>
        <a:lstStyle/>
        <a:p>
          <a:endParaRPr lang="en-US"/>
        </a:p>
      </dgm:t>
    </dgm:pt>
    <dgm:pt modelId="{403CE5BA-34C9-41A3-8EE5-D21FC682B614}" type="sibTrans" cxnId="{356F11BB-4138-4076-BD6E-18C15FBB342D}">
      <dgm:prSet/>
      <dgm:spPr/>
      <dgm:t>
        <a:bodyPr/>
        <a:lstStyle/>
        <a:p>
          <a:endParaRPr lang="en-US"/>
        </a:p>
      </dgm:t>
    </dgm:pt>
    <dgm:pt modelId="{E28628AD-A941-478A-9715-1FA2E0D0A497}" type="pres">
      <dgm:prSet presAssocID="{E6384D01-AB5C-4235-8F5F-8C324A24C619}" presName="Name0" presStyleCnt="0">
        <dgm:presLayoutVars>
          <dgm:dir/>
          <dgm:resizeHandles val="exact"/>
        </dgm:presLayoutVars>
      </dgm:prSet>
      <dgm:spPr/>
    </dgm:pt>
    <dgm:pt modelId="{5DD9B87C-58BA-4777-9E6B-17F1D25D2B43}" type="pres">
      <dgm:prSet presAssocID="{B957FCFF-6C78-4470-84C3-5DEBE70C25B2}" presName="node" presStyleLbl="node1" presStyleIdx="0" presStyleCnt="4">
        <dgm:presLayoutVars>
          <dgm:bulletEnabled val="1"/>
        </dgm:presLayoutVars>
      </dgm:prSet>
      <dgm:spPr/>
    </dgm:pt>
    <dgm:pt modelId="{D3A40584-569D-4189-8012-0C33D5C2B7FC}" type="pres">
      <dgm:prSet presAssocID="{5F222EB6-E52C-4F2D-B105-B45CBC5907B8}" presName="sibTrans" presStyleLbl="sibTrans2D1" presStyleIdx="0" presStyleCnt="3"/>
      <dgm:spPr/>
    </dgm:pt>
    <dgm:pt modelId="{CE7ECD81-80FE-45BF-A254-2D42D1B7B498}" type="pres">
      <dgm:prSet presAssocID="{5F222EB6-E52C-4F2D-B105-B45CBC5907B8}" presName="connectorText" presStyleLbl="sibTrans2D1" presStyleIdx="0" presStyleCnt="3"/>
      <dgm:spPr/>
    </dgm:pt>
    <dgm:pt modelId="{AAF7F5D6-E5B7-491E-A4FD-AEE9CCBCDD15}" type="pres">
      <dgm:prSet presAssocID="{A46F5032-8D3A-49F1-8216-8FB08048929A}" presName="node" presStyleLbl="node1" presStyleIdx="1" presStyleCnt="4">
        <dgm:presLayoutVars>
          <dgm:bulletEnabled val="1"/>
        </dgm:presLayoutVars>
      </dgm:prSet>
      <dgm:spPr/>
    </dgm:pt>
    <dgm:pt modelId="{7EEAA711-D00C-48F0-9016-B0929CFE765B}" type="pres">
      <dgm:prSet presAssocID="{3E72BD93-99B4-490E-AA39-F5561C60745E}" presName="sibTrans" presStyleLbl="sibTrans2D1" presStyleIdx="1" presStyleCnt="3"/>
      <dgm:spPr/>
    </dgm:pt>
    <dgm:pt modelId="{C5782C3A-774D-4BE3-854B-B9FEB58882BF}" type="pres">
      <dgm:prSet presAssocID="{3E72BD93-99B4-490E-AA39-F5561C60745E}" presName="connectorText" presStyleLbl="sibTrans2D1" presStyleIdx="1" presStyleCnt="3"/>
      <dgm:spPr/>
    </dgm:pt>
    <dgm:pt modelId="{A2FBEDA7-E8E0-47E6-B7D3-D9CB82061209}" type="pres">
      <dgm:prSet presAssocID="{6B0BC14F-D4FE-44BD-9811-C888B1159F67}" presName="node" presStyleLbl="node1" presStyleIdx="2" presStyleCnt="4">
        <dgm:presLayoutVars>
          <dgm:bulletEnabled val="1"/>
        </dgm:presLayoutVars>
      </dgm:prSet>
      <dgm:spPr/>
    </dgm:pt>
    <dgm:pt modelId="{899878EC-7761-4AE0-A47D-36FBE32FAD10}" type="pres">
      <dgm:prSet presAssocID="{B3024CB6-6645-4845-940C-098BB2D11078}" presName="sibTrans" presStyleLbl="sibTrans2D1" presStyleIdx="2" presStyleCnt="3"/>
      <dgm:spPr/>
    </dgm:pt>
    <dgm:pt modelId="{045955B6-89DD-47A2-B984-864CF2D6D30F}" type="pres">
      <dgm:prSet presAssocID="{B3024CB6-6645-4845-940C-098BB2D11078}" presName="connectorText" presStyleLbl="sibTrans2D1" presStyleIdx="2" presStyleCnt="3"/>
      <dgm:spPr/>
    </dgm:pt>
    <dgm:pt modelId="{C6653A4D-1A2C-4F41-933B-0F9AC27507AD}" type="pres">
      <dgm:prSet presAssocID="{1F39C00A-28B0-415A-923B-91EF76F23444}" presName="node" presStyleLbl="node1" presStyleIdx="3" presStyleCnt="4">
        <dgm:presLayoutVars>
          <dgm:bulletEnabled val="1"/>
        </dgm:presLayoutVars>
      </dgm:prSet>
      <dgm:spPr/>
    </dgm:pt>
  </dgm:ptLst>
  <dgm:cxnLst>
    <dgm:cxn modelId="{EF9FE707-B353-4E5C-98E0-FF11CDD49951}" type="presOf" srcId="{3E72BD93-99B4-490E-AA39-F5561C60745E}" destId="{C5782C3A-774D-4BE3-854B-B9FEB58882BF}" srcOrd="1" destOrd="0" presId="urn:microsoft.com/office/officeart/2005/8/layout/process1"/>
    <dgm:cxn modelId="{1CC2421D-3B16-4BFF-8831-F61D85885E3C}" type="presOf" srcId="{A46F5032-8D3A-49F1-8216-8FB08048929A}" destId="{AAF7F5D6-E5B7-491E-A4FD-AEE9CCBCDD15}" srcOrd="0" destOrd="0" presId="urn:microsoft.com/office/officeart/2005/8/layout/process1"/>
    <dgm:cxn modelId="{AB06DE22-58FB-437D-B866-9FB2E6BB188C}" srcId="{E6384D01-AB5C-4235-8F5F-8C324A24C619}" destId="{6B0BC14F-D4FE-44BD-9811-C888B1159F67}" srcOrd="2" destOrd="0" parTransId="{BB2746C7-9294-4570-8831-46ED8A651FC9}" sibTransId="{B3024CB6-6645-4845-940C-098BB2D11078}"/>
    <dgm:cxn modelId="{F40D485C-04C5-4EB2-855F-A03729CB9B3D}" type="presOf" srcId="{6B0BC14F-D4FE-44BD-9811-C888B1159F67}" destId="{A2FBEDA7-E8E0-47E6-B7D3-D9CB82061209}" srcOrd="0" destOrd="0" presId="urn:microsoft.com/office/officeart/2005/8/layout/process1"/>
    <dgm:cxn modelId="{719C7441-29F4-445C-AE6B-862B113B8F35}" type="presOf" srcId="{3E72BD93-99B4-490E-AA39-F5561C60745E}" destId="{7EEAA711-D00C-48F0-9016-B0929CFE765B}" srcOrd="0" destOrd="0" presId="urn:microsoft.com/office/officeart/2005/8/layout/process1"/>
    <dgm:cxn modelId="{95372F66-72A5-49DA-BD2B-F91EAD880B7D}" type="presOf" srcId="{5F222EB6-E52C-4F2D-B105-B45CBC5907B8}" destId="{D3A40584-569D-4189-8012-0C33D5C2B7FC}" srcOrd="0" destOrd="0" presId="urn:microsoft.com/office/officeart/2005/8/layout/process1"/>
    <dgm:cxn modelId="{BB267448-82BA-4470-A1B8-E4721E207ADF}" type="presOf" srcId="{B3024CB6-6645-4845-940C-098BB2D11078}" destId="{045955B6-89DD-47A2-B984-864CF2D6D30F}" srcOrd="1" destOrd="0" presId="urn:microsoft.com/office/officeart/2005/8/layout/process1"/>
    <dgm:cxn modelId="{1D35256A-09CB-4C5E-B276-3A0B4531B40F}" type="presOf" srcId="{1F39C00A-28B0-415A-923B-91EF76F23444}" destId="{C6653A4D-1A2C-4F41-933B-0F9AC27507AD}" srcOrd="0" destOrd="0" presId="urn:microsoft.com/office/officeart/2005/8/layout/process1"/>
    <dgm:cxn modelId="{CFA95B75-72E4-480E-B1F0-1CA55F9E0E70}" srcId="{E6384D01-AB5C-4235-8F5F-8C324A24C619}" destId="{A46F5032-8D3A-49F1-8216-8FB08048929A}" srcOrd="1" destOrd="0" parTransId="{B3D55532-21AA-4DD2-ABF3-F7FE4BBA0C26}" sibTransId="{3E72BD93-99B4-490E-AA39-F5561C60745E}"/>
    <dgm:cxn modelId="{315B4178-776F-470C-B709-2CF0381A1D10}" srcId="{E6384D01-AB5C-4235-8F5F-8C324A24C619}" destId="{B957FCFF-6C78-4470-84C3-5DEBE70C25B2}" srcOrd="0" destOrd="0" parTransId="{FF24CAFA-64EA-4DA8-B8BD-0D892603EE52}" sibTransId="{5F222EB6-E52C-4F2D-B105-B45CBC5907B8}"/>
    <dgm:cxn modelId="{AA638F9A-C780-4B36-9CDC-5774D05797B5}" type="presOf" srcId="{B3024CB6-6645-4845-940C-098BB2D11078}" destId="{899878EC-7761-4AE0-A47D-36FBE32FAD10}" srcOrd="0" destOrd="0" presId="urn:microsoft.com/office/officeart/2005/8/layout/process1"/>
    <dgm:cxn modelId="{356F11BB-4138-4076-BD6E-18C15FBB342D}" srcId="{E6384D01-AB5C-4235-8F5F-8C324A24C619}" destId="{1F39C00A-28B0-415A-923B-91EF76F23444}" srcOrd="3" destOrd="0" parTransId="{27926152-E65B-4FA5-B72F-9B2294E583A3}" sibTransId="{403CE5BA-34C9-41A3-8EE5-D21FC682B614}"/>
    <dgm:cxn modelId="{B697C2F2-F05F-4330-9FEC-81421E8A6D19}" type="presOf" srcId="{5F222EB6-E52C-4F2D-B105-B45CBC5907B8}" destId="{CE7ECD81-80FE-45BF-A254-2D42D1B7B498}" srcOrd="1" destOrd="0" presId="urn:microsoft.com/office/officeart/2005/8/layout/process1"/>
    <dgm:cxn modelId="{8C146DFA-B488-4B0A-9D99-54C6A28DB363}" type="presOf" srcId="{E6384D01-AB5C-4235-8F5F-8C324A24C619}" destId="{E28628AD-A941-478A-9715-1FA2E0D0A497}" srcOrd="0" destOrd="0" presId="urn:microsoft.com/office/officeart/2005/8/layout/process1"/>
    <dgm:cxn modelId="{F2005EFD-9CAC-4BA0-9994-A0281B818006}" type="presOf" srcId="{B957FCFF-6C78-4470-84C3-5DEBE70C25B2}" destId="{5DD9B87C-58BA-4777-9E6B-17F1D25D2B43}" srcOrd="0" destOrd="0" presId="urn:microsoft.com/office/officeart/2005/8/layout/process1"/>
    <dgm:cxn modelId="{0455C0B1-5BAA-4C30-9E7C-D52B1EF58495}" type="presParOf" srcId="{E28628AD-A941-478A-9715-1FA2E0D0A497}" destId="{5DD9B87C-58BA-4777-9E6B-17F1D25D2B43}" srcOrd="0" destOrd="0" presId="urn:microsoft.com/office/officeart/2005/8/layout/process1"/>
    <dgm:cxn modelId="{BFCD66D3-8C34-486B-8044-44F30F46D84F}" type="presParOf" srcId="{E28628AD-A941-478A-9715-1FA2E0D0A497}" destId="{D3A40584-569D-4189-8012-0C33D5C2B7FC}" srcOrd="1" destOrd="0" presId="urn:microsoft.com/office/officeart/2005/8/layout/process1"/>
    <dgm:cxn modelId="{E44D081C-9145-4435-9E42-19F5C86BA70C}" type="presParOf" srcId="{D3A40584-569D-4189-8012-0C33D5C2B7FC}" destId="{CE7ECD81-80FE-45BF-A254-2D42D1B7B498}" srcOrd="0" destOrd="0" presId="urn:microsoft.com/office/officeart/2005/8/layout/process1"/>
    <dgm:cxn modelId="{6AC59945-5416-4E51-A31F-B438A97E5571}" type="presParOf" srcId="{E28628AD-A941-478A-9715-1FA2E0D0A497}" destId="{AAF7F5D6-E5B7-491E-A4FD-AEE9CCBCDD15}" srcOrd="2" destOrd="0" presId="urn:microsoft.com/office/officeart/2005/8/layout/process1"/>
    <dgm:cxn modelId="{CCE33138-4DD3-482A-A19F-3880B95C2987}" type="presParOf" srcId="{E28628AD-A941-478A-9715-1FA2E0D0A497}" destId="{7EEAA711-D00C-48F0-9016-B0929CFE765B}" srcOrd="3" destOrd="0" presId="urn:microsoft.com/office/officeart/2005/8/layout/process1"/>
    <dgm:cxn modelId="{05DC99CB-7D15-43F1-A2F3-B2077210EFF1}" type="presParOf" srcId="{7EEAA711-D00C-48F0-9016-B0929CFE765B}" destId="{C5782C3A-774D-4BE3-854B-B9FEB58882BF}" srcOrd="0" destOrd="0" presId="urn:microsoft.com/office/officeart/2005/8/layout/process1"/>
    <dgm:cxn modelId="{74C95764-5F87-4D9A-92FF-AF4E45962A99}" type="presParOf" srcId="{E28628AD-A941-478A-9715-1FA2E0D0A497}" destId="{A2FBEDA7-E8E0-47E6-B7D3-D9CB82061209}" srcOrd="4" destOrd="0" presId="urn:microsoft.com/office/officeart/2005/8/layout/process1"/>
    <dgm:cxn modelId="{5E56D7F9-B562-49AA-958A-BE5AEE7800BE}" type="presParOf" srcId="{E28628AD-A941-478A-9715-1FA2E0D0A497}" destId="{899878EC-7761-4AE0-A47D-36FBE32FAD10}" srcOrd="5" destOrd="0" presId="urn:microsoft.com/office/officeart/2005/8/layout/process1"/>
    <dgm:cxn modelId="{3D1633F3-BCB8-475D-A327-880608D7AA6F}" type="presParOf" srcId="{899878EC-7761-4AE0-A47D-36FBE32FAD10}" destId="{045955B6-89DD-47A2-B984-864CF2D6D30F}" srcOrd="0" destOrd="0" presId="urn:microsoft.com/office/officeart/2005/8/layout/process1"/>
    <dgm:cxn modelId="{876E36C2-332B-4453-841A-D1E65A7C0911}" type="presParOf" srcId="{E28628AD-A941-478A-9715-1FA2E0D0A497}" destId="{C6653A4D-1A2C-4F41-933B-0F9AC27507AD}"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1FE8724-7747-4B55-A234-A4E528293A1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582C60A-C86D-43AF-B7CE-B838F0DE3D78}">
      <dgm:prSet custT="1"/>
      <dgm:spPr/>
      <dgm:t>
        <a:bodyPr/>
        <a:lstStyle/>
        <a:p>
          <a:pPr algn="ctr">
            <a:lnSpc>
              <a:spcPct val="100000"/>
            </a:lnSpc>
          </a:pPr>
          <a:r>
            <a:rPr lang="ro-RO" sz="1200" noProof="0" dirty="0"/>
            <a:t>Conținutul </a:t>
          </a:r>
          <a:r>
            <a:rPr lang="ro-RO" sz="1200" b="1" noProof="0" dirty="0"/>
            <a:t>rapid</a:t>
          </a:r>
          <a:r>
            <a:rPr lang="ro-RO" sz="1200" noProof="0" dirty="0"/>
            <a:t> și </a:t>
          </a:r>
          <a:r>
            <a:rPr lang="ro-RO" sz="1200" b="1" noProof="0" dirty="0"/>
            <a:t>ușor </a:t>
          </a:r>
          <a:r>
            <a:rPr lang="ro-RO" sz="1200" noProof="0" dirty="0"/>
            <a:t>digerabil (ex. </a:t>
          </a:r>
          <a:r>
            <a:rPr lang="ro-RO" sz="1200" noProof="0" dirty="0" err="1"/>
            <a:t>TikTok</a:t>
          </a:r>
          <a:r>
            <a:rPr lang="ro-RO" sz="1200" noProof="0" dirty="0"/>
            <a:t>, </a:t>
          </a:r>
          <a:r>
            <a:rPr lang="ro-RO" sz="1200" noProof="0" dirty="0" err="1"/>
            <a:t>Instagram</a:t>
          </a:r>
          <a:r>
            <a:rPr lang="ro-RO" sz="1200" noProof="0" dirty="0"/>
            <a:t> </a:t>
          </a:r>
          <a:r>
            <a:rPr lang="ro-RO" sz="1200" noProof="0" dirty="0" err="1"/>
            <a:t>Reels</a:t>
          </a:r>
          <a:r>
            <a:rPr lang="ro-RO" sz="1200" noProof="0" dirty="0"/>
            <a:t>, </a:t>
          </a:r>
          <a:r>
            <a:rPr lang="ro-RO" sz="1200" noProof="0" dirty="0" err="1"/>
            <a:t>YouTube</a:t>
          </a:r>
          <a:r>
            <a:rPr lang="ro-RO" sz="1200" noProof="0" dirty="0"/>
            <a:t> </a:t>
          </a:r>
          <a:r>
            <a:rPr lang="ro-RO" sz="1200" noProof="0" dirty="0" err="1"/>
            <a:t>Shorts</a:t>
          </a:r>
          <a:r>
            <a:rPr lang="ro-RO" sz="1200" noProof="0" dirty="0"/>
            <a:t>) ne obișnuiește să consumăm informație în format </a:t>
          </a:r>
          <a:r>
            <a:rPr lang="ro-RO" sz="1200" b="1" noProof="0" dirty="0"/>
            <a:t>scurt</a:t>
          </a:r>
          <a:r>
            <a:rPr lang="ro-RO" sz="1200" noProof="0" dirty="0"/>
            <a:t>.</a:t>
          </a:r>
        </a:p>
      </dgm:t>
    </dgm:pt>
    <dgm:pt modelId="{8A9B4719-21E3-4EAF-AA5D-82AF4CAC6355}" type="parTrans" cxnId="{DB829FAE-070C-457D-8321-A3EA21F890D5}">
      <dgm:prSet/>
      <dgm:spPr/>
      <dgm:t>
        <a:bodyPr/>
        <a:lstStyle/>
        <a:p>
          <a:pPr algn="ctr"/>
          <a:endParaRPr lang="en-US" sz="2000"/>
        </a:p>
      </dgm:t>
    </dgm:pt>
    <dgm:pt modelId="{74C6BCF6-6716-4746-9D51-C9AC0D672D8C}" type="sibTrans" cxnId="{DB829FAE-070C-457D-8321-A3EA21F890D5}">
      <dgm:prSet/>
      <dgm:spPr/>
      <dgm:t>
        <a:bodyPr/>
        <a:lstStyle/>
        <a:p>
          <a:pPr algn="ctr"/>
          <a:endParaRPr lang="en-US" sz="2000"/>
        </a:p>
      </dgm:t>
    </dgm:pt>
    <dgm:pt modelId="{DA03B6D3-CA55-46B9-8F77-1E050815BA4F}">
      <dgm:prSet custT="1"/>
      <dgm:spPr/>
      <dgm:t>
        <a:bodyPr/>
        <a:lstStyle/>
        <a:p>
          <a:pPr algn="ctr">
            <a:lnSpc>
              <a:spcPct val="100000"/>
            </a:lnSpc>
          </a:pPr>
          <a:r>
            <a:rPr lang="ro-RO" sz="1200" noProof="0" dirty="0"/>
            <a:t>Fiecare </a:t>
          </a:r>
          <a:r>
            <a:rPr lang="ro-RO" sz="1200" b="1" noProof="0" dirty="0" err="1"/>
            <a:t>scroll</a:t>
          </a:r>
          <a:r>
            <a:rPr lang="ro-RO" sz="1200" noProof="0" dirty="0"/>
            <a:t> sau </a:t>
          </a:r>
          <a:r>
            <a:rPr lang="ro-RO" sz="1200" b="1" noProof="0" dirty="0" err="1"/>
            <a:t>like</a:t>
          </a:r>
          <a:r>
            <a:rPr lang="ro-RO" sz="1200" noProof="0" dirty="0"/>
            <a:t> pe social media declanșează eliberarea de </a:t>
          </a:r>
          <a:r>
            <a:rPr lang="ro-RO" sz="1200" b="1" noProof="0" dirty="0" err="1"/>
            <a:t>dopamină</a:t>
          </a:r>
          <a:r>
            <a:rPr lang="ro-RO" sz="1200" noProof="0" dirty="0"/>
            <a:t> (hormonul plăcerii), creând un ciclu de recompensă rapidă.</a:t>
          </a:r>
        </a:p>
      </dgm:t>
    </dgm:pt>
    <dgm:pt modelId="{2F86658F-3E1C-4BE7-BE93-6CC936A74E57}" type="parTrans" cxnId="{2BA30F58-C232-4AE7-983A-F883FBDFE740}">
      <dgm:prSet/>
      <dgm:spPr/>
      <dgm:t>
        <a:bodyPr/>
        <a:lstStyle/>
        <a:p>
          <a:pPr algn="ctr"/>
          <a:endParaRPr lang="en-US" sz="2000"/>
        </a:p>
      </dgm:t>
    </dgm:pt>
    <dgm:pt modelId="{06F4916D-601D-4F19-8B7D-D96EB129BC8F}" type="sibTrans" cxnId="{2BA30F58-C232-4AE7-983A-F883FBDFE740}">
      <dgm:prSet/>
      <dgm:spPr/>
      <dgm:t>
        <a:bodyPr/>
        <a:lstStyle/>
        <a:p>
          <a:pPr algn="ctr"/>
          <a:endParaRPr lang="en-US" sz="2000"/>
        </a:p>
      </dgm:t>
    </dgm:pt>
    <dgm:pt modelId="{827F542B-E672-46E3-8591-D823A556A1C7}">
      <dgm:prSet custT="1"/>
      <dgm:spPr/>
      <dgm:t>
        <a:bodyPr/>
        <a:lstStyle/>
        <a:p>
          <a:pPr algn="ctr">
            <a:lnSpc>
              <a:spcPct val="100000"/>
            </a:lnSpc>
          </a:pPr>
          <a:r>
            <a:rPr lang="ro-RO" sz="1200" noProof="0" dirty="0"/>
            <a:t>Navigarea simultană pe mai multe platforme sociale duce la </a:t>
          </a:r>
          <a:r>
            <a:rPr lang="ro-RO" sz="1200" b="1" noProof="0" dirty="0"/>
            <a:t>distragere constantă</a:t>
          </a:r>
          <a:r>
            <a:rPr lang="ro-RO" sz="1200" noProof="0" dirty="0"/>
            <a:t> și </a:t>
          </a:r>
          <a:r>
            <a:rPr lang="ro-RO" sz="1200" b="1" noProof="0" dirty="0"/>
            <a:t>scăderea capacității </a:t>
          </a:r>
          <a:r>
            <a:rPr lang="ro-RO" sz="1200" noProof="0" dirty="0"/>
            <a:t>de a rămâne focusat pe o singură sarcină.</a:t>
          </a:r>
        </a:p>
      </dgm:t>
    </dgm:pt>
    <dgm:pt modelId="{1426DAED-6C72-4368-AED4-4689101EF94F}" type="parTrans" cxnId="{4362B755-E2E1-4211-986E-71BDAF2D9BE3}">
      <dgm:prSet/>
      <dgm:spPr/>
      <dgm:t>
        <a:bodyPr/>
        <a:lstStyle/>
        <a:p>
          <a:pPr algn="ctr"/>
          <a:endParaRPr lang="en-US" sz="2000"/>
        </a:p>
      </dgm:t>
    </dgm:pt>
    <dgm:pt modelId="{D3433081-6EC7-479A-AC27-F42D488CF496}" type="sibTrans" cxnId="{4362B755-E2E1-4211-986E-71BDAF2D9BE3}">
      <dgm:prSet/>
      <dgm:spPr/>
      <dgm:t>
        <a:bodyPr/>
        <a:lstStyle/>
        <a:p>
          <a:pPr algn="ctr"/>
          <a:endParaRPr lang="en-US" sz="2000"/>
        </a:p>
      </dgm:t>
    </dgm:pt>
    <dgm:pt modelId="{D6CC8D79-FEE4-47B3-A257-955807006CCF}">
      <dgm:prSet custT="1"/>
      <dgm:spPr/>
      <dgm:t>
        <a:bodyPr/>
        <a:lstStyle/>
        <a:p>
          <a:pPr algn="ctr">
            <a:lnSpc>
              <a:spcPct val="100000"/>
            </a:lnSpc>
          </a:pPr>
          <a:r>
            <a:rPr lang="en-US" sz="1200" dirty="0" err="1"/>
            <a:t>Consumăm</a:t>
          </a:r>
          <a:r>
            <a:rPr lang="en-US" sz="1200" dirty="0"/>
            <a:t> </a:t>
          </a:r>
          <a:r>
            <a:rPr lang="en-US" sz="1200" dirty="0" err="1"/>
            <a:t>atât</a:t>
          </a:r>
          <a:r>
            <a:rPr lang="en-US" sz="1200" dirty="0"/>
            <a:t> de </a:t>
          </a:r>
          <a:r>
            <a:rPr lang="en-US" sz="1200" dirty="0" err="1"/>
            <a:t>multe</a:t>
          </a:r>
          <a:r>
            <a:rPr lang="en-US" sz="1200" dirty="0"/>
            <a:t> </a:t>
          </a:r>
          <a:r>
            <a:rPr lang="en-US" sz="1200" b="1" dirty="0" err="1"/>
            <a:t>informații</a:t>
          </a:r>
          <a:r>
            <a:rPr lang="en-US" sz="1200" dirty="0"/>
            <a:t> </a:t>
          </a:r>
          <a:r>
            <a:rPr lang="en-US" sz="1200" dirty="0" err="1"/>
            <a:t>într</a:t>
          </a:r>
          <a:r>
            <a:rPr lang="en-US" sz="1200" dirty="0"/>
            <a:t>-un </a:t>
          </a:r>
          <a:r>
            <a:rPr lang="en-US" sz="1200" dirty="0" err="1"/>
            <a:t>timp</a:t>
          </a:r>
          <a:r>
            <a:rPr lang="en-US" sz="1200" dirty="0"/>
            <a:t> </a:t>
          </a:r>
          <a:r>
            <a:rPr lang="en-US" sz="1200" b="1" dirty="0" err="1"/>
            <a:t>scurt</a:t>
          </a:r>
          <a:r>
            <a:rPr lang="en-US" sz="1200" b="1" dirty="0"/>
            <a:t> </a:t>
          </a:r>
          <a:r>
            <a:rPr lang="en-US" sz="1200" dirty="0" err="1"/>
            <a:t>încât</a:t>
          </a:r>
          <a:r>
            <a:rPr lang="en-US" sz="1200" dirty="0"/>
            <a:t> </a:t>
          </a:r>
          <a:r>
            <a:rPr lang="en-US" sz="1200" b="1" dirty="0" err="1"/>
            <a:t>memoria</a:t>
          </a:r>
          <a:r>
            <a:rPr lang="en-US" sz="1200" dirty="0"/>
            <a:t> de </a:t>
          </a:r>
          <a:r>
            <a:rPr lang="en-US" sz="1200" dirty="0" err="1"/>
            <a:t>lucru</a:t>
          </a:r>
          <a:r>
            <a:rPr lang="en-US" sz="1200" dirty="0"/>
            <a:t> </a:t>
          </a:r>
          <a:r>
            <a:rPr lang="en-US" sz="1200" b="1" dirty="0"/>
            <a:t>nu </a:t>
          </a:r>
          <a:r>
            <a:rPr lang="en-US" sz="1200" b="1" dirty="0" err="1"/>
            <a:t>poate</a:t>
          </a:r>
          <a:r>
            <a:rPr lang="en-US" sz="1200" b="1" dirty="0"/>
            <a:t> </a:t>
          </a:r>
          <a:r>
            <a:rPr lang="en-US" sz="1200" dirty="0" err="1"/>
            <a:t>reține</a:t>
          </a:r>
          <a:r>
            <a:rPr lang="en-US" sz="1200" dirty="0"/>
            <a:t> </a:t>
          </a:r>
          <a:r>
            <a:rPr lang="en-US" sz="1200" dirty="0" err="1"/>
            <a:t>totul</a:t>
          </a:r>
          <a:r>
            <a:rPr lang="en-US" sz="1200" dirty="0"/>
            <a:t> </a:t>
          </a:r>
          <a:r>
            <a:rPr lang="en-US" sz="1200" b="1" dirty="0" err="1"/>
            <a:t>eficient</a:t>
          </a:r>
          <a:r>
            <a:rPr lang="en-US" sz="1200" dirty="0"/>
            <a:t>.</a:t>
          </a:r>
        </a:p>
      </dgm:t>
    </dgm:pt>
    <dgm:pt modelId="{5D25AF1D-E79D-4261-89AB-F8080C683D8B}" type="parTrans" cxnId="{B97B2C16-12BA-4445-A096-410E537CE404}">
      <dgm:prSet/>
      <dgm:spPr/>
      <dgm:t>
        <a:bodyPr/>
        <a:lstStyle/>
        <a:p>
          <a:pPr algn="ctr"/>
          <a:endParaRPr lang="en-US" sz="2000"/>
        </a:p>
      </dgm:t>
    </dgm:pt>
    <dgm:pt modelId="{3CD2F5C2-84D9-4846-845A-E3EA11BCC53B}" type="sibTrans" cxnId="{B97B2C16-12BA-4445-A096-410E537CE404}">
      <dgm:prSet/>
      <dgm:spPr/>
      <dgm:t>
        <a:bodyPr/>
        <a:lstStyle/>
        <a:p>
          <a:pPr algn="ctr"/>
          <a:endParaRPr lang="en-US" sz="2000"/>
        </a:p>
      </dgm:t>
    </dgm:pt>
    <dgm:pt modelId="{64D9A6F1-05E1-479E-8858-1CFD16B7E77C}" type="pres">
      <dgm:prSet presAssocID="{41FE8724-7747-4B55-A234-A4E528293A12}" presName="root" presStyleCnt="0">
        <dgm:presLayoutVars>
          <dgm:dir/>
          <dgm:resizeHandles val="exact"/>
        </dgm:presLayoutVars>
      </dgm:prSet>
      <dgm:spPr/>
    </dgm:pt>
    <dgm:pt modelId="{F28AB0FF-B4CB-4D41-91DE-3E4BAAC07CC2}" type="pres">
      <dgm:prSet presAssocID="{9582C60A-C86D-43AF-B7CE-B838F0DE3D78}" presName="compNode" presStyleCnt="0"/>
      <dgm:spPr/>
    </dgm:pt>
    <dgm:pt modelId="{EAFB818F-A810-4669-BC8A-A3EE27F822F1}" type="pres">
      <dgm:prSet presAssocID="{9582C60A-C86D-43AF-B7CE-B838F0DE3D78}"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topwatch with solid fill"/>
        </a:ext>
      </dgm:extLst>
    </dgm:pt>
    <dgm:pt modelId="{1C53CF8A-D259-4D74-9A69-25933E0500A5}" type="pres">
      <dgm:prSet presAssocID="{9582C60A-C86D-43AF-B7CE-B838F0DE3D78}" presName="spaceRect" presStyleCnt="0"/>
      <dgm:spPr/>
    </dgm:pt>
    <dgm:pt modelId="{A708D336-295A-469C-8EC4-B34D51DFC348}" type="pres">
      <dgm:prSet presAssocID="{9582C60A-C86D-43AF-B7CE-B838F0DE3D78}" presName="textRect" presStyleLbl="revTx" presStyleIdx="0" presStyleCnt="4">
        <dgm:presLayoutVars>
          <dgm:chMax val="1"/>
          <dgm:chPref val="1"/>
        </dgm:presLayoutVars>
      </dgm:prSet>
      <dgm:spPr/>
    </dgm:pt>
    <dgm:pt modelId="{83BE36F4-315E-46B3-AFB8-BF7FB6120249}" type="pres">
      <dgm:prSet presAssocID="{74C6BCF6-6716-4746-9D51-C9AC0D672D8C}" presName="sibTrans" presStyleCnt="0"/>
      <dgm:spPr/>
    </dgm:pt>
    <dgm:pt modelId="{713602CF-516E-4D39-BAA8-D7ACAFD442DC}" type="pres">
      <dgm:prSet presAssocID="{DA03B6D3-CA55-46B9-8F77-1E050815BA4F}" presName="compNode" presStyleCnt="0"/>
      <dgm:spPr/>
    </dgm:pt>
    <dgm:pt modelId="{E70B0A60-E192-4599-AE5B-A02A79295F57}" type="pres">
      <dgm:prSet presAssocID="{DA03B6D3-CA55-46B9-8F77-1E050815BA4F}"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eaker with solid fill"/>
        </a:ext>
      </dgm:extLst>
    </dgm:pt>
    <dgm:pt modelId="{EC08100C-59D0-4EC8-9E32-902D065BE4B7}" type="pres">
      <dgm:prSet presAssocID="{DA03B6D3-CA55-46B9-8F77-1E050815BA4F}" presName="spaceRect" presStyleCnt="0"/>
      <dgm:spPr/>
    </dgm:pt>
    <dgm:pt modelId="{9BE12A33-3FD1-48DD-A837-65C279E3E7AE}" type="pres">
      <dgm:prSet presAssocID="{DA03B6D3-CA55-46B9-8F77-1E050815BA4F}" presName="textRect" presStyleLbl="revTx" presStyleIdx="1" presStyleCnt="4">
        <dgm:presLayoutVars>
          <dgm:chMax val="1"/>
          <dgm:chPref val="1"/>
        </dgm:presLayoutVars>
      </dgm:prSet>
      <dgm:spPr/>
    </dgm:pt>
    <dgm:pt modelId="{72CF65BA-5DEB-4B00-9512-8A52822534D7}" type="pres">
      <dgm:prSet presAssocID="{06F4916D-601D-4F19-8B7D-D96EB129BC8F}" presName="sibTrans" presStyleCnt="0"/>
      <dgm:spPr/>
    </dgm:pt>
    <dgm:pt modelId="{A93C29DA-C626-48B9-AC63-4DC1C483004F}" type="pres">
      <dgm:prSet presAssocID="{827F542B-E672-46E3-8591-D823A556A1C7}" presName="compNode" presStyleCnt="0"/>
      <dgm:spPr/>
    </dgm:pt>
    <dgm:pt modelId="{9A066890-2182-499A-AC13-A31D1D13F606}" type="pres">
      <dgm:prSet presAssocID="{827F542B-E672-46E3-8591-D823A556A1C7}"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etronome with solid fill"/>
        </a:ext>
      </dgm:extLst>
    </dgm:pt>
    <dgm:pt modelId="{EAB20523-E651-4C47-ACB7-4F62AE15EEDE}" type="pres">
      <dgm:prSet presAssocID="{827F542B-E672-46E3-8591-D823A556A1C7}" presName="spaceRect" presStyleCnt="0"/>
      <dgm:spPr/>
    </dgm:pt>
    <dgm:pt modelId="{6FCD14DA-BD7F-4AD7-B504-B91D2EC661EF}" type="pres">
      <dgm:prSet presAssocID="{827F542B-E672-46E3-8591-D823A556A1C7}" presName="textRect" presStyleLbl="revTx" presStyleIdx="2" presStyleCnt="4">
        <dgm:presLayoutVars>
          <dgm:chMax val="1"/>
          <dgm:chPref val="1"/>
        </dgm:presLayoutVars>
      </dgm:prSet>
      <dgm:spPr/>
    </dgm:pt>
    <dgm:pt modelId="{3D7C1E93-6173-44BA-910C-1D8C7E465D0E}" type="pres">
      <dgm:prSet presAssocID="{D3433081-6EC7-479A-AC27-F42D488CF496}" presName="sibTrans" presStyleCnt="0"/>
      <dgm:spPr/>
    </dgm:pt>
    <dgm:pt modelId="{6613F000-73E8-45EF-9C3C-81C20D734164}" type="pres">
      <dgm:prSet presAssocID="{D6CC8D79-FEE4-47B3-A257-955807006CCF}" presName="compNode" presStyleCnt="0"/>
      <dgm:spPr/>
    </dgm:pt>
    <dgm:pt modelId="{F49400D2-6C61-49DA-9999-406AA81609E1}" type="pres">
      <dgm:prSet presAssocID="{D6CC8D79-FEE4-47B3-A257-955807006CCF}"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Left Brain with solid fill"/>
        </a:ext>
      </dgm:extLst>
    </dgm:pt>
    <dgm:pt modelId="{8CDEA347-DF34-4815-986D-CB35CA15A6BC}" type="pres">
      <dgm:prSet presAssocID="{D6CC8D79-FEE4-47B3-A257-955807006CCF}" presName="spaceRect" presStyleCnt="0"/>
      <dgm:spPr/>
    </dgm:pt>
    <dgm:pt modelId="{9A3F5665-F6F5-4AF9-BDEA-AB8A1A339798}" type="pres">
      <dgm:prSet presAssocID="{D6CC8D79-FEE4-47B3-A257-955807006CCF}" presName="textRect" presStyleLbl="revTx" presStyleIdx="3" presStyleCnt="4">
        <dgm:presLayoutVars>
          <dgm:chMax val="1"/>
          <dgm:chPref val="1"/>
        </dgm:presLayoutVars>
      </dgm:prSet>
      <dgm:spPr/>
    </dgm:pt>
  </dgm:ptLst>
  <dgm:cxnLst>
    <dgm:cxn modelId="{B97B2C16-12BA-4445-A096-410E537CE404}" srcId="{41FE8724-7747-4B55-A234-A4E528293A12}" destId="{D6CC8D79-FEE4-47B3-A257-955807006CCF}" srcOrd="3" destOrd="0" parTransId="{5D25AF1D-E79D-4261-89AB-F8080C683D8B}" sibTransId="{3CD2F5C2-84D9-4846-845A-E3EA11BCC53B}"/>
    <dgm:cxn modelId="{88686042-ED24-46E2-864B-2250E11E789F}" type="presOf" srcId="{DA03B6D3-CA55-46B9-8F77-1E050815BA4F}" destId="{9BE12A33-3FD1-48DD-A837-65C279E3E7AE}" srcOrd="0" destOrd="0" presId="urn:microsoft.com/office/officeart/2018/2/layout/IconLabelList"/>
    <dgm:cxn modelId="{D1659C74-4027-4209-8A0B-B3D1C2336B3C}" type="presOf" srcId="{D6CC8D79-FEE4-47B3-A257-955807006CCF}" destId="{9A3F5665-F6F5-4AF9-BDEA-AB8A1A339798}" srcOrd="0" destOrd="0" presId="urn:microsoft.com/office/officeart/2018/2/layout/IconLabelList"/>
    <dgm:cxn modelId="{4362B755-E2E1-4211-986E-71BDAF2D9BE3}" srcId="{41FE8724-7747-4B55-A234-A4E528293A12}" destId="{827F542B-E672-46E3-8591-D823A556A1C7}" srcOrd="2" destOrd="0" parTransId="{1426DAED-6C72-4368-AED4-4689101EF94F}" sibTransId="{D3433081-6EC7-479A-AC27-F42D488CF496}"/>
    <dgm:cxn modelId="{2BA30F58-C232-4AE7-983A-F883FBDFE740}" srcId="{41FE8724-7747-4B55-A234-A4E528293A12}" destId="{DA03B6D3-CA55-46B9-8F77-1E050815BA4F}" srcOrd="1" destOrd="0" parTransId="{2F86658F-3E1C-4BE7-BE93-6CC936A74E57}" sibTransId="{06F4916D-601D-4F19-8B7D-D96EB129BC8F}"/>
    <dgm:cxn modelId="{98E619AE-2426-4202-B00F-5FE423CA9216}" type="presOf" srcId="{9582C60A-C86D-43AF-B7CE-B838F0DE3D78}" destId="{A708D336-295A-469C-8EC4-B34D51DFC348}" srcOrd="0" destOrd="0" presId="urn:microsoft.com/office/officeart/2018/2/layout/IconLabelList"/>
    <dgm:cxn modelId="{DB829FAE-070C-457D-8321-A3EA21F890D5}" srcId="{41FE8724-7747-4B55-A234-A4E528293A12}" destId="{9582C60A-C86D-43AF-B7CE-B838F0DE3D78}" srcOrd="0" destOrd="0" parTransId="{8A9B4719-21E3-4EAF-AA5D-82AF4CAC6355}" sibTransId="{74C6BCF6-6716-4746-9D51-C9AC0D672D8C}"/>
    <dgm:cxn modelId="{0DF30AED-248A-4550-92EE-7E981044C466}" type="presOf" srcId="{41FE8724-7747-4B55-A234-A4E528293A12}" destId="{64D9A6F1-05E1-479E-8858-1CFD16B7E77C}" srcOrd="0" destOrd="0" presId="urn:microsoft.com/office/officeart/2018/2/layout/IconLabelList"/>
    <dgm:cxn modelId="{C07A3CED-D504-4856-B000-7595CED6C5B2}" type="presOf" srcId="{827F542B-E672-46E3-8591-D823A556A1C7}" destId="{6FCD14DA-BD7F-4AD7-B504-B91D2EC661EF}" srcOrd="0" destOrd="0" presId="urn:microsoft.com/office/officeart/2018/2/layout/IconLabelList"/>
    <dgm:cxn modelId="{950AF786-5FDB-4699-B346-4321416AFAB5}" type="presParOf" srcId="{64D9A6F1-05E1-479E-8858-1CFD16B7E77C}" destId="{F28AB0FF-B4CB-4D41-91DE-3E4BAAC07CC2}" srcOrd="0" destOrd="0" presId="urn:microsoft.com/office/officeart/2018/2/layout/IconLabelList"/>
    <dgm:cxn modelId="{383F4B58-CB32-463E-8F69-EAF4A3445EF2}" type="presParOf" srcId="{F28AB0FF-B4CB-4D41-91DE-3E4BAAC07CC2}" destId="{EAFB818F-A810-4669-BC8A-A3EE27F822F1}" srcOrd="0" destOrd="0" presId="urn:microsoft.com/office/officeart/2018/2/layout/IconLabelList"/>
    <dgm:cxn modelId="{BBA92BFC-FB91-4712-AA7B-675DE6C62823}" type="presParOf" srcId="{F28AB0FF-B4CB-4D41-91DE-3E4BAAC07CC2}" destId="{1C53CF8A-D259-4D74-9A69-25933E0500A5}" srcOrd="1" destOrd="0" presId="urn:microsoft.com/office/officeart/2018/2/layout/IconLabelList"/>
    <dgm:cxn modelId="{9CFF6122-CAB8-42DA-AAEE-3B77DA3F45ED}" type="presParOf" srcId="{F28AB0FF-B4CB-4D41-91DE-3E4BAAC07CC2}" destId="{A708D336-295A-469C-8EC4-B34D51DFC348}" srcOrd="2" destOrd="0" presId="urn:microsoft.com/office/officeart/2018/2/layout/IconLabelList"/>
    <dgm:cxn modelId="{5C8DFEE7-8AB1-4EE1-A653-7CC0C9DAC9CC}" type="presParOf" srcId="{64D9A6F1-05E1-479E-8858-1CFD16B7E77C}" destId="{83BE36F4-315E-46B3-AFB8-BF7FB6120249}" srcOrd="1" destOrd="0" presId="urn:microsoft.com/office/officeart/2018/2/layout/IconLabelList"/>
    <dgm:cxn modelId="{AB56CB71-D751-40DA-BCFC-4FD346A769AA}" type="presParOf" srcId="{64D9A6F1-05E1-479E-8858-1CFD16B7E77C}" destId="{713602CF-516E-4D39-BAA8-D7ACAFD442DC}" srcOrd="2" destOrd="0" presId="urn:microsoft.com/office/officeart/2018/2/layout/IconLabelList"/>
    <dgm:cxn modelId="{46B21F59-2281-4E8B-9564-ACCEFA9F1BF3}" type="presParOf" srcId="{713602CF-516E-4D39-BAA8-D7ACAFD442DC}" destId="{E70B0A60-E192-4599-AE5B-A02A79295F57}" srcOrd="0" destOrd="0" presId="urn:microsoft.com/office/officeart/2018/2/layout/IconLabelList"/>
    <dgm:cxn modelId="{247457F2-0B1A-4FD2-BE31-2FE1C4261E1C}" type="presParOf" srcId="{713602CF-516E-4D39-BAA8-D7ACAFD442DC}" destId="{EC08100C-59D0-4EC8-9E32-902D065BE4B7}" srcOrd="1" destOrd="0" presId="urn:microsoft.com/office/officeart/2018/2/layout/IconLabelList"/>
    <dgm:cxn modelId="{85BB1837-DBDA-4E22-AD0B-EF98FA862175}" type="presParOf" srcId="{713602CF-516E-4D39-BAA8-D7ACAFD442DC}" destId="{9BE12A33-3FD1-48DD-A837-65C279E3E7AE}" srcOrd="2" destOrd="0" presId="urn:microsoft.com/office/officeart/2018/2/layout/IconLabelList"/>
    <dgm:cxn modelId="{EB4EEEDA-984A-423D-A4B2-6C5D67088E5C}" type="presParOf" srcId="{64D9A6F1-05E1-479E-8858-1CFD16B7E77C}" destId="{72CF65BA-5DEB-4B00-9512-8A52822534D7}" srcOrd="3" destOrd="0" presId="urn:microsoft.com/office/officeart/2018/2/layout/IconLabelList"/>
    <dgm:cxn modelId="{AF8B32D8-E382-4080-B81B-50ECBC8F6AF9}" type="presParOf" srcId="{64D9A6F1-05E1-479E-8858-1CFD16B7E77C}" destId="{A93C29DA-C626-48B9-AC63-4DC1C483004F}" srcOrd="4" destOrd="0" presId="urn:microsoft.com/office/officeart/2018/2/layout/IconLabelList"/>
    <dgm:cxn modelId="{D69B8703-1ACD-46B5-9908-6D4E7244CFAB}" type="presParOf" srcId="{A93C29DA-C626-48B9-AC63-4DC1C483004F}" destId="{9A066890-2182-499A-AC13-A31D1D13F606}" srcOrd="0" destOrd="0" presId="urn:microsoft.com/office/officeart/2018/2/layout/IconLabelList"/>
    <dgm:cxn modelId="{363F5034-9C3A-4389-ABDF-D224A5114BDD}" type="presParOf" srcId="{A93C29DA-C626-48B9-AC63-4DC1C483004F}" destId="{EAB20523-E651-4C47-ACB7-4F62AE15EEDE}" srcOrd="1" destOrd="0" presId="urn:microsoft.com/office/officeart/2018/2/layout/IconLabelList"/>
    <dgm:cxn modelId="{B831546D-9DB7-41A3-8EA3-B6CD0378072E}" type="presParOf" srcId="{A93C29DA-C626-48B9-AC63-4DC1C483004F}" destId="{6FCD14DA-BD7F-4AD7-B504-B91D2EC661EF}" srcOrd="2" destOrd="0" presId="urn:microsoft.com/office/officeart/2018/2/layout/IconLabelList"/>
    <dgm:cxn modelId="{4C232A07-D092-45B3-9C10-935876AD4500}" type="presParOf" srcId="{64D9A6F1-05E1-479E-8858-1CFD16B7E77C}" destId="{3D7C1E93-6173-44BA-910C-1D8C7E465D0E}" srcOrd="5" destOrd="0" presId="urn:microsoft.com/office/officeart/2018/2/layout/IconLabelList"/>
    <dgm:cxn modelId="{C9724069-3495-4836-9218-ADED92747C49}" type="presParOf" srcId="{64D9A6F1-05E1-479E-8858-1CFD16B7E77C}" destId="{6613F000-73E8-45EF-9C3C-81C20D734164}" srcOrd="6" destOrd="0" presId="urn:microsoft.com/office/officeart/2018/2/layout/IconLabelList"/>
    <dgm:cxn modelId="{49A8B1A5-5A27-49FE-95F1-A2F282A4EAB7}" type="presParOf" srcId="{6613F000-73E8-45EF-9C3C-81C20D734164}" destId="{F49400D2-6C61-49DA-9999-406AA81609E1}" srcOrd="0" destOrd="0" presId="urn:microsoft.com/office/officeart/2018/2/layout/IconLabelList"/>
    <dgm:cxn modelId="{B2C6A2EA-C66B-4116-8E7F-1DB00496F930}" type="presParOf" srcId="{6613F000-73E8-45EF-9C3C-81C20D734164}" destId="{8CDEA347-DF34-4815-986D-CB35CA15A6BC}" srcOrd="1" destOrd="0" presId="urn:microsoft.com/office/officeart/2018/2/layout/IconLabelList"/>
    <dgm:cxn modelId="{FF1326B8-E2AC-47E8-8E8B-AA958CC9FD24}" type="presParOf" srcId="{6613F000-73E8-45EF-9C3C-81C20D734164}" destId="{9A3F5665-F6F5-4AF9-BDEA-AB8A1A33979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F1A6531-3C20-45A5-981D-23D117C4A2A5}"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CE42EDA-BADF-46EC-873A-FA7232A3400E}">
      <dgm:prSet custT="1"/>
      <dgm:spPr/>
      <dgm:t>
        <a:bodyPr/>
        <a:lstStyle/>
        <a:p>
          <a:pPr algn="ctr"/>
          <a:r>
            <a:rPr lang="ro-RO" sz="1600" noProof="0" dirty="0">
              <a:latin typeface="Corbel" panose="020B0503020204020204" pitchFamily="34" charset="0"/>
            </a:rPr>
            <a:t>Peste 100 de </a:t>
          </a:r>
          <a:r>
            <a:rPr lang="ro-RO" sz="1600" noProof="0" dirty="0" err="1">
              <a:latin typeface="Corbel" panose="020B0503020204020204" pitchFamily="34" charset="0"/>
            </a:rPr>
            <a:t>influencerii</a:t>
          </a:r>
          <a:r>
            <a:rPr lang="ro-RO" sz="1600" noProof="0" dirty="0">
              <a:latin typeface="Corbel" panose="020B0503020204020204" pitchFamily="34" charset="0"/>
            </a:rPr>
            <a:t>, având 8 milioane de abonați, au fost recrutați pentru promovarea candidatului</a:t>
          </a:r>
        </a:p>
      </dgm:t>
    </dgm:pt>
    <dgm:pt modelId="{9551C6E1-52BC-4AC8-94D9-FBCCA8CC69DC}" type="parTrans" cxnId="{617EC70A-9C29-4AEB-8EE6-9566E03666AF}">
      <dgm:prSet/>
      <dgm:spPr/>
      <dgm:t>
        <a:bodyPr/>
        <a:lstStyle/>
        <a:p>
          <a:pPr algn="ctr"/>
          <a:endParaRPr lang="en-US" sz="3200"/>
        </a:p>
      </dgm:t>
    </dgm:pt>
    <dgm:pt modelId="{1395D10D-855F-4BD1-A738-30B3DA8A177F}" type="sibTrans" cxnId="{617EC70A-9C29-4AEB-8EE6-9566E03666AF}">
      <dgm:prSet phldrT="1" phldr="0" custT="1"/>
      <dgm:spPr>
        <a:solidFill>
          <a:srgbClr val="FF0000"/>
        </a:solidFill>
      </dgm:spPr>
      <dgm:t>
        <a:bodyPr/>
        <a:lstStyle/>
        <a:p>
          <a:pPr algn="ctr"/>
          <a:endParaRPr lang="en-US" sz="4800" dirty="0"/>
        </a:p>
      </dgm:t>
    </dgm:pt>
    <dgm:pt modelId="{C15A5505-6BCC-4A9F-B4D2-FAEB16A0049A}">
      <dgm:prSet custT="1"/>
      <dgm:spPr/>
      <dgm:t>
        <a:bodyPr/>
        <a:lstStyle/>
        <a:p>
          <a:pPr algn="ctr"/>
          <a:r>
            <a:rPr lang="ro-RO" sz="1600" noProof="0" dirty="0"/>
            <a:t>Mecanismul a constat în publicarea unor mesaje aparent inofensive referitoare la alegerile prezidențiale</a:t>
          </a:r>
        </a:p>
      </dgm:t>
    </dgm:pt>
    <dgm:pt modelId="{186587BB-CC4E-41B9-8D7D-C12F76C3862F}" type="parTrans" cxnId="{4525EBEA-DDA1-4F24-B47C-C614F78DD4B2}">
      <dgm:prSet/>
      <dgm:spPr/>
      <dgm:t>
        <a:bodyPr/>
        <a:lstStyle/>
        <a:p>
          <a:pPr algn="ctr"/>
          <a:endParaRPr lang="en-US" sz="3200"/>
        </a:p>
      </dgm:t>
    </dgm:pt>
    <dgm:pt modelId="{B3FD992F-DA0D-4D57-BBC6-7E5F29CBFCD7}" type="sibTrans" cxnId="{4525EBEA-DDA1-4F24-B47C-C614F78DD4B2}">
      <dgm:prSet phldrT="2" phldr="0" custT="1"/>
      <dgm:spPr>
        <a:solidFill>
          <a:schemeClr val="accent6">
            <a:lumMod val="60000"/>
            <a:lumOff val="40000"/>
          </a:schemeClr>
        </a:solidFill>
      </dgm:spPr>
      <dgm:t>
        <a:bodyPr/>
        <a:lstStyle/>
        <a:p>
          <a:pPr algn="ctr"/>
          <a:endParaRPr lang="en-US" sz="4800" dirty="0"/>
        </a:p>
      </dgm:t>
    </dgm:pt>
    <dgm:pt modelId="{89689B12-DA8A-4302-B301-9F5849505274}">
      <dgm:prSet custT="1"/>
      <dgm:spPr/>
      <dgm:t>
        <a:bodyPr/>
        <a:lstStyle/>
        <a:p>
          <a:pPr algn="ctr"/>
          <a:r>
            <a:rPr lang="ro-RO" sz="1600" noProof="0" dirty="0"/>
            <a:t>După postarea acestor videoclipuri, conturile coordonate inundau secțiunea dedicată comentariilor cu mesaje de susținere a lui Călin Georgescu, </a:t>
          </a:r>
          <a:r>
            <a:rPr lang="ro-RO" sz="1600" dirty="0"/>
            <a:t>prezentat ca având calitățile „candidatului ideal”, pentru a da impresia unei susțineri populare masive</a:t>
          </a:r>
          <a:endParaRPr lang="ro-RO" sz="1600" noProof="0" dirty="0"/>
        </a:p>
      </dgm:t>
    </dgm:pt>
    <dgm:pt modelId="{6E118DE4-F23A-4B5D-8504-5F203AD03422}" type="parTrans" cxnId="{F39EC151-C596-45A7-91B1-E1AC0D605C3C}">
      <dgm:prSet/>
      <dgm:spPr/>
      <dgm:t>
        <a:bodyPr/>
        <a:lstStyle/>
        <a:p>
          <a:pPr algn="ctr"/>
          <a:endParaRPr lang="en-US" sz="3200"/>
        </a:p>
      </dgm:t>
    </dgm:pt>
    <dgm:pt modelId="{1EEDA392-1FD7-4CCA-B166-14FACBACF3C8}" type="sibTrans" cxnId="{F39EC151-C596-45A7-91B1-E1AC0D605C3C}">
      <dgm:prSet phldrT="4" phldr="0" custT="1"/>
      <dgm:spPr>
        <a:solidFill>
          <a:schemeClr val="accent5">
            <a:lumMod val="40000"/>
            <a:lumOff val="60000"/>
          </a:schemeClr>
        </a:solidFill>
      </dgm:spPr>
      <dgm:t>
        <a:bodyPr/>
        <a:lstStyle/>
        <a:p>
          <a:pPr algn="ctr"/>
          <a:endParaRPr lang="en-US" sz="4800"/>
        </a:p>
      </dgm:t>
    </dgm:pt>
    <dgm:pt modelId="{E0D9CA4E-E82D-4BC9-8130-A8ACDE9A506D}">
      <dgm:prSet custT="1"/>
      <dgm:spPr/>
      <dgm:t>
        <a:bodyPr/>
        <a:lstStyle/>
        <a:p>
          <a:pPr algn="ctr"/>
          <a:r>
            <a:rPr lang="ro-RO" sz="1600" noProof="0" dirty="0"/>
            <a:t>Potrivit Ministerului român de Interne, conținutul video și </a:t>
          </a:r>
          <a:r>
            <a:rPr lang="ro-RO" sz="1600" noProof="0" dirty="0" err="1"/>
            <a:t>hashtag</a:t>
          </a:r>
          <a:r>
            <a:rPr lang="ro-RO" sz="1600" noProof="0" dirty="0"/>
            <a:t>-urile asociate campaniei au ajuns pe locul 9 la nivel mondial în topul tendințelor </a:t>
          </a:r>
          <a:r>
            <a:rPr lang="ro-RO" sz="1600" noProof="0" dirty="0" err="1"/>
            <a:t>TikTok</a:t>
          </a:r>
          <a:endParaRPr lang="ro-RO" sz="1600" noProof="0" dirty="0"/>
        </a:p>
      </dgm:t>
    </dgm:pt>
    <dgm:pt modelId="{976E6D0A-1BCC-477A-9FFF-EA6B4ED71C09}" type="parTrans" cxnId="{D5E5DA5E-179D-4CF9-B90E-1EA6FCF4553E}">
      <dgm:prSet/>
      <dgm:spPr/>
      <dgm:t>
        <a:bodyPr/>
        <a:lstStyle/>
        <a:p>
          <a:pPr algn="ctr"/>
          <a:endParaRPr lang="en-US" sz="3200"/>
        </a:p>
      </dgm:t>
    </dgm:pt>
    <dgm:pt modelId="{682BD1EB-DE09-4CAE-91D1-9B3C75C96D54}" type="sibTrans" cxnId="{D5E5DA5E-179D-4CF9-B90E-1EA6FCF4553E}">
      <dgm:prSet phldrT="5" phldr="0" custT="1"/>
      <dgm:spPr>
        <a:solidFill>
          <a:srgbClr val="1E9424"/>
        </a:solidFill>
      </dgm:spPr>
      <dgm:t>
        <a:bodyPr/>
        <a:lstStyle/>
        <a:p>
          <a:pPr algn="ctr"/>
          <a:endParaRPr lang="en-US" sz="4800"/>
        </a:p>
      </dgm:t>
    </dgm:pt>
    <dgm:pt modelId="{73E33336-578C-2B47-A0BB-D74D50D4FE0D}">
      <dgm:prSet custT="1"/>
      <dgm:spPr/>
      <dgm:t>
        <a:bodyPr/>
        <a:lstStyle/>
        <a:p>
          <a:pPr algn="ctr"/>
          <a:r>
            <a:rPr lang="ro-RO" sz="1500" noProof="0" dirty="0" err="1"/>
            <a:t>Influencerii</a:t>
          </a:r>
          <a:r>
            <a:rPr lang="ro-RO" sz="1500" noProof="0" dirty="0"/>
            <a:t> contactați au fost rugați să difuzeze clipuri video prin care să îndemne alegătorii să meargă la vot</a:t>
          </a:r>
        </a:p>
      </dgm:t>
    </dgm:pt>
    <dgm:pt modelId="{15254D22-2F55-9540-BE3A-3A3E53B03AA2}" type="parTrans" cxnId="{82FC0314-4436-1347-9079-9462F41E625B}">
      <dgm:prSet/>
      <dgm:spPr/>
      <dgm:t>
        <a:bodyPr/>
        <a:lstStyle/>
        <a:p>
          <a:endParaRPr lang="en-US"/>
        </a:p>
      </dgm:t>
    </dgm:pt>
    <dgm:pt modelId="{75F2F106-1B53-9148-A588-F61A2F5365E8}" type="sibTrans" cxnId="{82FC0314-4436-1347-9079-9462F41E625B}">
      <dgm:prSet phldrT="3" phldr="0"/>
      <dgm:spPr/>
      <dgm:t>
        <a:bodyPr/>
        <a:lstStyle/>
        <a:p>
          <a:endParaRPr lang="en-US" dirty="0"/>
        </a:p>
      </dgm:t>
    </dgm:pt>
    <dgm:pt modelId="{7A3AB450-C70C-DF4B-B19B-41B3CCEBD7BA}" type="pres">
      <dgm:prSet presAssocID="{3F1A6531-3C20-45A5-981D-23D117C4A2A5}" presName="linear" presStyleCnt="0">
        <dgm:presLayoutVars>
          <dgm:animLvl val="lvl"/>
          <dgm:resizeHandles val="exact"/>
        </dgm:presLayoutVars>
      </dgm:prSet>
      <dgm:spPr/>
    </dgm:pt>
    <dgm:pt modelId="{91596936-E5D5-AA4F-A8AA-9763EE50163B}" type="pres">
      <dgm:prSet presAssocID="{5CE42EDA-BADF-46EC-873A-FA7232A3400E}" presName="parentText" presStyleLbl="node1" presStyleIdx="0" presStyleCnt="5">
        <dgm:presLayoutVars>
          <dgm:chMax val="0"/>
          <dgm:bulletEnabled val="1"/>
        </dgm:presLayoutVars>
      </dgm:prSet>
      <dgm:spPr/>
    </dgm:pt>
    <dgm:pt modelId="{9968BFCC-9A46-D54E-9484-B15B4AB9BDD9}" type="pres">
      <dgm:prSet presAssocID="{1395D10D-855F-4BD1-A738-30B3DA8A177F}" presName="spacer" presStyleCnt="0"/>
      <dgm:spPr/>
    </dgm:pt>
    <dgm:pt modelId="{071421FC-D969-B141-909F-A750F49F51F3}" type="pres">
      <dgm:prSet presAssocID="{C15A5505-6BCC-4A9F-B4D2-FAEB16A0049A}" presName="parentText" presStyleLbl="node1" presStyleIdx="1" presStyleCnt="5">
        <dgm:presLayoutVars>
          <dgm:chMax val="0"/>
          <dgm:bulletEnabled val="1"/>
        </dgm:presLayoutVars>
      </dgm:prSet>
      <dgm:spPr/>
    </dgm:pt>
    <dgm:pt modelId="{7364E4D2-39AE-5045-BFC6-B993FA5C0912}" type="pres">
      <dgm:prSet presAssocID="{B3FD992F-DA0D-4D57-BBC6-7E5F29CBFCD7}" presName="spacer" presStyleCnt="0"/>
      <dgm:spPr/>
    </dgm:pt>
    <dgm:pt modelId="{59741F31-DE2A-8F46-BCC5-E4F2329F601C}" type="pres">
      <dgm:prSet presAssocID="{73E33336-578C-2B47-A0BB-D74D50D4FE0D}" presName="parentText" presStyleLbl="node1" presStyleIdx="2" presStyleCnt="5">
        <dgm:presLayoutVars>
          <dgm:chMax val="0"/>
          <dgm:bulletEnabled val="1"/>
        </dgm:presLayoutVars>
      </dgm:prSet>
      <dgm:spPr/>
    </dgm:pt>
    <dgm:pt modelId="{1389B0DA-A7D1-A649-8BD3-92330D66C267}" type="pres">
      <dgm:prSet presAssocID="{75F2F106-1B53-9148-A588-F61A2F5365E8}" presName="spacer" presStyleCnt="0"/>
      <dgm:spPr/>
    </dgm:pt>
    <dgm:pt modelId="{5208491F-857E-2243-8546-716293C462E7}" type="pres">
      <dgm:prSet presAssocID="{89689B12-DA8A-4302-B301-9F5849505274}" presName="parentText" presStyleLbl="node1" presStyleIdx="3" presStyleCnt="5">
        <dgm:presLayoutVars>
          <dgm:chMax val="0"/>
          <dgm:bulletEnabled val="1"/>
        </dgm:presLayoutVars>
      </dgm:prSet>
      <dgm:spPr/>
    </dgm:pt>
    <dgm:pt modelId="{0CD127EA-19CA-574A-BF48-5C0859A80603}" type="pres">
      <dgm:prSet presAssocID="{1EEDA392-1FD7-4CCA-B166-14FACBACF3C8}" presName="spacer" presStyleCnt="0"/>
      <dgm:spPr/>
    </dgm:pt>
    <dgm:pt modelId="{A8E5019B-7E90-A449-BEB1-9B656C72DC5F}" type="pres">
      <dgm:prSet presAssocID="{E0D9CA4E-E82D-4BC9-8130-A8ACDE9A506D}" presName="parentText" presStyleLbl="node1" presStyleIdx="4" presStyleCnt="5">
        <dgm:presLayoutVars>
          <dgm:chMax val="0"/>
          <dgm:bulletEnabled val="1"/>
        </dgm:presLayoutVars>
      </dgm:prSet>
      <dgm:spPr/>
    </dgm:pt>
  </dgm:ptLst>
  <dgm:cxnLst>
    <dgm:cxn modelId="{617EC70A-9C29-4AEB-8EE6-9566E03666AF}" srcId="{3F1A6531-3C20-45A5-981D-23D117C4A2A5}" destId="{5CE42EDA-BADF-46EC-873A-FA7232A3400E}" srcOrd="0" destOrd="0" parTransId="{9551C6E1-52BC-4AC8-94D9-FBCCA8CC69DC}" sibTransId="{1395D10D-855F-4BD1-A738-30B3DA8A177F}"/>
    <dgm:cxn modelId="{82FC0314-4436-1347-9079-9462F41E625B}" srcId="{3F1A6531-3C20-45A5-981D-23D117C4A2A5}" destId="{73E33336-578C-2B47-A0BB-D74D50D4FE0D}" srcOrd="2" destOrd="0" parTransId="{15254D22-2F55-9540-BE3A-3A3E53B03AA2}" sibTransId="{75F2F106-1B53-9148-A588-F61A2F5365E8}"/>
    <dgm:cxn modelId="{D5E5DA5E-179D-4CF9-B90E-1EA6FCF4553E}" srcId="{3F1A6531-3C20-45A5-981D-23D117C4A2A5}" destId="{E0D9CA4E-E82D-4BC9-8130-A8ACDE9A506D}" srcOrd="4" destOrd="0" parTransId="{976E6D0A-1BCC-477A-9FFF-EA6B4ED71C09}" sibTransId="{682BD1EB-DE09-4CAE-91D1-9B3C75C96D54}"/>
    <dgm:cxn modelId="{54872A6A-0438-3C46-839B-6BF1AE47183C}" type="presOf" srcId="{3F1A6531-3C20-45A5-981D-23D117C4A2A5}" destId="{7A3AB450-C70C-DF4B-B19B-41B3CCEBD7BA}" srcOrd="0" destOrd="0" presId="urn:microsoft.com/office/officeart/2005/8/layout/vList2"/>
    <dgm:cxn modelId="{F39EC151-C596-45A7-91B1-E1AC0D605C3C}" srcId="{3F1A6531-3C20-45A5-981D-23D117C4A2A5}" destId="{89689B12-DA8A-4302-B301-9F5849505274}" srcOrd="3" destOrd="0" parTransId="{6E118DE4-F23A-4B5D-8504-5F203AD03422}" sibTransId="{1EEDA392-1FD7-4CCA-B166-14FACBACF3C8}"/>
    <dgm:cxn modelId="{97422654-7F70-A543-B604-F3D5B1583AA4}" type="presOf" srcId="{89689B12-DA8A-4302-B301-9F5849505274}" destId="{5208491F-857E-2243-8546-716293C462E7}" srcOrd="0" destOrd="0" presId="urn:microsoft.com/office/officeart/2005/8/layout/vList2"/>
    <dgm:cxn modelId="{B6478A78-6628-5F40-9CCD-58DF373199CA}" type="presOf" srcId="{C15A5505-6BCC-4A9F-B4D2-FAEB16A0049A}" destId="{071421FC-D969-B141-909F-A750F49F51F3}" srcOrd="0" destOrd="0" presId="urn:microsoft.com/office/officeart/2005/8/layout/vList2"/>
    <dgm:cxn modelId="{97501D8C-552C-C344-9D57-07E3FB142B7E}" type="presOf" srcId="{73E33336-578C-2B47-A0BB-D74D50D4FE0D}" destId="{59741F31-DE2A-8F46-BCC5-E4F2329F601C}" srcOrd="0" destOrd="0" presId="urn:microsoft.com/office/officeart/2005/8/layout/vList2"/>
    <dgm:cxn modelId="{D6E217C5-06A3-B040-8867-D45C89DCC31D}" type="presOf" srcId="{5CE42EDA-BADF-46EC-873A-FA7232A3400E}" destId="{91596936-E5D5-AA4F-A8AA-9763EE50163B}" srcOrd="0" destOrd="0" presId="urn:microsoft.com/office/officeart/2005/8/layout/vList2"/>
    <dgm:cxn modelId="{4525EBEA-DDA1-4F24-B47C-C614F78DD4B2}" srcId="{3F1A6531-3C20-45A5-981D-23D117C4A2A5}" destId="{C15A5505-6BCC-4A9F-B4D2-FAEB16A0049A}" srcOrd="1" destOrd="0" parTransId="{186587BB-CC4E-41B9-8D7D-C12F76C3862F}" sibTransId="{B3FD992F-DA0D-4D57-BBC6-7E5F29CBFCD7}"/>
    <dgm:cxn modelId="{E0D19EFE-C707-D04B-8B04-8C64D082A698}" type="presOf" srcId="{E0D9CA4E-E82D-4BC9-8130-A8ACDE9A506D}" destId="{A8E5019B-7E90-A449-BEB1-9B656C72DC5F}" srcOrd="0" destOrd="0" presId="urn:microsoft.com/office/officeart/2005/8/layout/vList2"/>
    <dgm:cxn modelId="{8308EF4D-7F6D-6049-958F-F5156A639FC7}" type="presParOf" srcId="{7A3AB450-C70C-DF4B-B19B-41B3CCEBD7BA}" destId="{91596936-E5D5-AA4F-A8AA-9763EE50163B}" srcOrd="0" destOrd="0" presId="urn:microsoft.com/office/officeart/2005/8/layout/vList2"/>
    <dgm:cxn modelId="{50818013-0C79-524D-A21B-24E7D6E29310}" type="presParOf" srcId="{7A3AB450-C70C-DF4B-B19B-41B3CCEBD7BA}" destId="{9968BFCC-9A46-D54E-9484-B15B4AB9BDD9}" srcOrd="1" destOrd="0" presId="urn:microsoft.com/office/officeart/2005/8/layout/vList2"/>
    <dgm:cxn modelId="{89CD7247-50E0-8C44-8DDC-832E4DC05438}" type="presParOf" srcId="{7A3AB450-C70C-DF4B-B19B-41B3CCEBD7BA}" destId="{071421FC-D969-B141-909F-A750F49F51F3}" srcOrd="2" destOrd="0" presId="urn:microsoft.com/office/officeart/2005/8/layout/vList2"/>
    <dgm:cxn modelId="{CFAC7B95-1149-3F48-AEBB-970BA3C4C9F5}" type="presParOf" srcId="{7A3AB450-C70C-DF4B-B19B-41B3CCEBD7BA}" destId="{7364E4D2-39AE-5045-BFC6-B993FA5C0912}" srcOrd="3" destOrd="0" presId="urn:microsoft.com/office/officeart/2005/8/layout/vList2"/>
    <dgm:cxn modelId="{FB8CD370-12F5-BC45-9FAC-FD3035380EE2}" type="presParOf" srcId="{7A3AB450-C70C-DF4B-B19B-41B3CCEBD7BA}" destId="{59741F31-DE2A-8F46-BCC5-E4F2329F601C}" srcOrd="4" destOrd="0" presId="urn:microsoft.com/office/officeart/2005/8/layout/vList2"/>
    <dgm:cxn modelId="{381C3213-5339-0841-8266-EBF625D76AA0}" type="presParOf" srcId="{7A3AB450-C70C-DF4B-B19B-41B3CCEBD7BA}" destId="{1389B0DA-A7D1-A649-8BD3-92330D66C267}" srcOrd="5" destOrd="0" presId="urn:microsoft.com/office/officeart/2005/8/layout/vList2"/>
    <dgm:cxn modelId="{EE09CEDE-D08D-8943-961B-AA004FE1B800}" type="presParOf" srcId="{7A3AB450-C70C-DF4B-B19B-41B3CCEBD7BA}" destId="{5208491F-857E-2243-8546-716293C462E7}" srcOrd="6" destOrd="0" presId="urn:microsoft.com/office/officeart/2005/8/layout/vList2"/>
    <dgm:cxn modelId="{34F11AD5-35CB-F545-89B7-3321A9AD2379}" type="presParOf" srcId="{7A3AB450-C70C-DF4B-B19B-41B3CCEBD7BA}" destId="{0CD127EA-19CA-574A-BF48-5C0859A80603}" srcOrd="7" destOrd="0" presId="urn:microsoft.com/office/officeart/2005/8/layout/vList2"/>
    <dgm:cxn modelId="{140ECD86-89D4-834C-9C07-78500E298C92}" type="presParOf" srcId="{7A3AB450-C70C-DF4B-B19B-41B3CCEBD7BA}" destId="{A8E5019B-7E90-A449-BEB1-9B656C72DC5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AD22A4C-4233-4DAD-B1B7-5FFBF5E747F1}"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721B2743-CA42-41D5-9B54-4DDB1201F620}">
      <dgm:prSet/>
      <dgm:spPr/>
      <dgm:t>
        <a:bodyPr/>
        <a:lstStyle/>
        <a:p>
          <a:r>
            <a:rPr lang="ro-RO"/>
            <a:t>După câștigarea primului scrutin al alegerilor, multiple informații despre candidatul Călin Georgescu au început să apară.</a:t>
          </a:r>
          <a:endParaRPr lang="en-US"/>
        </a:p>
      </dgm:t>
    </dgm:pt>
    <dgm:pt modelId="{64431ADC-6113-44A6-8E8A-B5249678DB21}" type="parTrans" cxnId="{98C3DD41-EC84-4F8C-B29B-7D8BF4ED1750}">
      <dgm:prSet/>
      <dgm:spPr/>
      <dgm:t>
        <a:bodyPr/>
        <a:lstStyle/>
        <a:p>
          <a:endParaRPr lang="en-US"/>
        </a:p>
      </dgm:t>
    </dgm:pt>
    <dgm:pt modelId="{6308C700-DAD5-4E11-805D-615A650A6336}" type="sibTrans" cxnId="{98C3DD41-EC84-4F8C-B29B-7D8BF4ED1750}">
      <dgm:prSet phldrT="01" phldr="0"/>
      <dgm:spPr/>
      <dgm:t>
        <a:bodyPr/>
        <a:lstStyle/>
        <a:p>
          <a:r>
            <a:rPr lang="en-US"/>
            <a:t>01</a:t>
          </a:r>
        </a:p>
      </dgm:t>
    </dgm:pt>
    <dgm:pt modelId="{4DA90F12-EAF2-4AF8-BE6E-51B519B4E68C}">
      <dgm:prSet/>
      <dgm:spPr/>
      <dgm:t>
        <a:bodyPr/>
        <a:lstStyle/>
        <a:p>
          <a:r>
            <a:rPr lang="ro-RO"/>
            <a:t>În urma acestora, o parte din influenceri au încetat susținerea candidatului, făcând publice și datele financiare ale deciziei lor inițiale.</a:t>
          </a:r>
          <a:endParaRPr lang="en-US"/>
        </a:p>
      </dgm:t>
    </dgm:pt>
    <dgm:pt modelId="{1D269D18-344A-478E-B722-19461D36AB38}" type="parTrans" cxnId="{7D3EE25C-459F-4D96-931F-EF69E4F1E6FB}">
      <dgm:prSet/>
      <dgm:spPr/>
      <dgm:t>
        <a:bodyPr/>
        <a:lstStyle/>
        <a:p>
          <a:endParaRPr lang="en-US"/>
        </a:p>
      </dgm:t>
    </dgm:pt>
    <dgm:pt modelId="{E275EF30-6837-4FE3-B853-1E3D7FB38C6A}" type="sibTrans" cxnId="{7D3EE25C-459F-4D96-931F-EF69E4F1E6FB}">
      <dgm:prSet phldrT="02" phldr="0"/>
      <dgm:spPr/>
      <dgm:t>
        <a:bodyPr/>
        <a:lstStyle/>
        <a:p>
          <a:r>
            <a:rPr lang="en-US"/>
            <a:t>02</a:t>
          </a:r>
        </a:p>
      </dgm:t>
    </dgm:pt>
    <dgm:pt modelId="{6DB12ABE-B360-4206-AA45-40001903CC13}">
      <dgm:prSet/>
      <dgm:spPr/>
      <dgm:t>
        <a:bodyPr/>
        <a:lstStyle/>
        <a:p>
          <a:r>
            <a:rPr lang="ro-RO"/>
            <a:t>Însă popularitatea candidatului a crescut, iar scurte clipuri în care bucăți de dialog ale acestuia au adus susținerea multor altor persoane, lucru ce a dus la intervenția autorităților române.</a:t>
          </a:r>
          <a:endParaRPr lang="en-US"/>
        </a:p>
      </dgm:t>
    </dgm:pt>
    <dgm:pt modelId="{F8223884-B6A0-4268-A22C-FC680F13FE83}" type="parTrans" cxnId="{3FB2F693-4434-4B48-8602-398A23C7F874}">
      <dgm:prSet/>
      <dgm:spPr/>
      <dgm:t>
        <a:bodyPr/>
        <a:lstStyle/>
        <a:p>
          <a:endParaRPr lang="en-US"/>
        </a:p>
      </dgm:t>
    </dgm:pt>
    <dgm:pt modelId="{2A1333E2-84DF-47DF-A267-D0A2E4D17129}" type="sibTrans" cxnId="{3FB2F693-4434-4B48-8602-398A23C7F874}">
      <dgm:prSet phldrT="03" phldr="0"/>
      <dgm:spPr/>
      <dgm:t>
        <a:bodyPr/>
        <a:lstStyle/>
        <a:p>
          <a:r>
            <a:rPr lang="en-US"/>
            <a:t>03</a:t>
          </a:r>
        </a:p>
      </dgm:t>
    </dgm:pt>
    <dgm:pt modelId="{9BA532CE-7E56-1E48-8E4D-658D89E74994}" type="pres">
      <dgm:prSet presAssocID="{4AD22A4C-4233-4DAD-B1B7-5FFBF5E747F1}" presName="Name0" presStyleCnt="0">
        <dgm:presLayoutVars>
          <dgm:animLvl val="lvl"/>
          <dgm:resizeHandles val="exact"/>
        </dgm:presLayoutVars>
      </dgm:prSet>
      <dgm:spPr/>
    </dgm:pt>
    <dgm:pt modelId="{E130643B-3198-E748-B4C9-0C9894434966}" type="pres">
      <dgm:prSet presAssocID="{721B2743-CA42-41D5-9B54-4DDB1201F620}" presName="compositeNode" presStyleCnt="0">
        <dgm:presLayoutVars>
          <dgm:bulletEnabled val="1"/>
        </dgm:presLayoutVars>
      </dgm:prSet>
      <dgm:spPr/>
    </dgm:pt>
    <dgm:pt modelId="{1F5CFF90-1654-1040-B7B9-1A65F264F214}" type="pres">
      <dgm:prSet presAssocID="{721B2743-CA42-41D5-9B54-4DDB1201F620}" presName="bgRect" presStyleLbl="alignNode1" presStyleIdx="0" presStyleCnt="3"/>
      <dgm:spPr/>
    </dgm:pt>
    <dgm:pt modelId="{43664206-C3BB-D549-ABC0-94A9F1657330}" type="pres">
      <dgm:prSet presAssocID="{6308C700-DAD5-4E11-805D-615A650A6336}" presName="sibTransNodeRect" presStyleLbl="alignNode1" presStyleIdx="0" presStyleCnt="3">
        <dgm:presLayoutVars>
          <dgm:chMax val="0"/>
          <dgm:bulletEnabled val="1"/>
        </dgm:presLayoutVars>
      </dgm:prSet>
      <dgm:spPr/>
    </dgm:pt>
    <dgm:pt modelId="{85035FE1-C399-E34C-A32B-9A18CB4F1099}" type="pres">
      <dgm:prSet presAssocID="{721B2743-CA42-41D5-9B54-4DDB1201F620}" presName="nodeRect" presStyleLbl="alignNode1" presStyleIdx="0" presStyleCnt="3">
        <dgm:presLayoutVars>
          <dgm:bulletEnabled val="1"/>
        </dgm:presLayoutVars>
      </dgm:prSet>
      <dgm:spPr/>
    </dgm:pt>
    <dgm:pt modelId="{A8527226-D883-8842-9BC6-66332CBD94E7}" type="pres">
      <dgm:prSet presAssocID="{6308C700-DAD5-4E11-805D-615A650A6336}" presName="sibTrans" presStyleCnt="0"/>
      <dgm:spPr/>
    </dgm:pt>
    <dgm:pt modelId="{7762ABD2-9966-7C4C-A30F-773C984510D9}" type="pres">
      <dgm:prSet presAssocID="{4DA90F12-EAF2-4AF8-BE6E-51B519B4E68C}" presName="compositeNode" presStyleCnt="0">
        <dgm:presLayoutVars>
          <dgm:bulletEnabled val="1"/>
        </dgm:presLayoutVars>
      </dgm:prSet>
      <dgm:spPr/>
    </dgm:pt>
    <dgm:pt modelId="{74A839A2-B4C9-2146-805F-91051CC24F4B}" type="pres">
      <dgm:prSet presAssocID="{4DA90F12-EAF2-4AF8-BE6E-51B519B4E68C}" presName="bgRect" presStyleLbl="alignNode1" presStyleIdx="1" presStyleCnt="3"/>
      <dgm:spPr/>
    </dgm:pt>
    <dgm:pt modelId="{FC74CFCE-7E60-9D4D-8D2F-0691380A578F}" type="pres">
      <dgm:prSet presAssocID="{E275EF30-6837-4FE3-B853-1E3D7FB38C6A}" presName="sibTransNodeRect" presStyleLbl="alignNode1" presStyleIdx="1" presStyleCnt="3">
        <dgm:presLayoutVars>
          <dgm:chMax val="0"/>
          <dgm:bulletEnabled val="1"/>
        </dgm:presLayoutVars>
      </dgm:prSet>
      <dgm:spPr/>
    </dgm:pt>
    <dgm:pt modelId="{74DE51D3-07FD-3D4E-B223-012EE5BF1321}" type="pres">
      <dgm:prSet presAssocID="{4DA90F12-EAF2-4AF8-BE6E-51B519B4E68C}" presName="nodeRect" presStyleLbl="alignNode1" presStyleIdx="1" presStyleCnt="3">
        <dgm:presLayoutVars>
          <dgm:bulletEnabled val="1"/>
        </dgm:presLayoutVars>
      </dgm:prSet>
      <dgm:spPr/>
    </dgm:pt>
    <dgm:pt modelId="{CC37E56E-68E5-F648-A99A-077C24DE69F3}" type="pres">
      <dgm:prSet presAssocID="{E275EF30-6837-4FE3-B853-1E3D7FB38C6A}" presName="sibTrans" presStyleCnt="0"/>
      <dgm:spPr/>
    </dgm:pt>
    <dgm:pt modelId="{47B5012E-3B32-A042-B26B-0DE701536412}" type="pres">
      <dgm:prSet presAssocID="{6DB12ABE-B360-4206-AA45-40001903CC13}" presName="compositeNode" presStyleCnt="0">
        <dgm:presLayoutVars>
          <dgm:bulletEnabled val="1"/>
        </dgm:presLayoutVars>
      </dgm:prSet>
      <dgm:spPr/>
    </dgm:pt>
    <dgm:pt modelId="{824DFC8F-7348-D04B-9AD4-265912FFE7E2}" type="pres">
      <dgm:prSet presAssocID="{6DB12ABE-B360-4206-AA45-40001903CC13}" presName="bgRect" presStyleLbl="alignNode1" presStyleIdx="2" presStyleCnt="3"/>
      <dgm:spPr/>
    </dgm:pt>
    <dgm:pt modelId="{E412CDE5-FDD7-E54D-B08B-74DF88978D9A}" type="pres">
      <dgm:prSet presAssocID="{2A1333E2-84DF-47DF-A267-D0A2E4D17129}" presName="sibTransNodeRect" presStyleLbl="alignNode1" presStyleIdx="2" presStyleCnt="3">
        <dgm:presLayoutVars>
          <dgm:chMax val="0"/>
          <dgm:bulletEnabled val="1"/>
        </dgm:presLayoutVars>
      </dgm:prSet>
      <dgm:spPr/>
    </dgm:pt>
    <dgm:pt modelId="{D812F1F9-DCA7-2547-B31F-2780B65A0418}" type="pres">
      <dgm:prSet presAssocID="{6DB12ABE-B360-4206-AA45-40001903CC13}" presName="nodeRect" presStyleLbl="alignNode1" presStyleIdx="2" presStyleCnt="3">
        <dgm:presLayoutVars>
          <dgm:bulletEnabled val="1"/>
        </dgm:presLayoutVars>
      </dgm:prSet>
      <dgm:spPr/>
    </dgm:pt>
  </dgm:ptLst>
  <dgm:cxnLst>
    <dgm:cxn modelId="{F4D9B620-9F9F-A242-80AB-8D3D428313F3}" type="presOf" srcId="{721B2743-CA42-41D5-9B54-4DDB1201F620}" destId="{85035FE1-C399-E34C-A32B-9A18CB4F1099}" srcOrd="1" destOrd="0" presId="urn:microsoft.com/office/officeart/2016/7/layout/LinearBlockProcessNumbered"/>
    <dgm:cxn modelId="{621A9B25-83F7-FD47-8683-4954EA553D8D}" type="presOf" srcId="{4AD22A4C-4233-4DAD-B1B7-5FFBF5E747F1}" destId="{9BA532CE-7E56-1E48-8E4D-658D89E74994}" srcOrd="0" destOrd="0" presId="urn:microsoft.com/office/officeart/2016/7/layout/LinearBlockProcessNumbered"/>
    <dgm:cxn modelId="{D832F62C-32EA-E448-80CD-CF8C3C577810}" type="presOf" srcId="{4DA90F12-EAF2-4AF8-BE6E-51B519B4E68C}" destId="{74A839A2-B4C9-2146-805F-91051CC24F4B}" srcOrd="0" destOrd="0" presId="urn:microsoft.com/office/officeart/2016/7/layout/LinearBlockProcessNumbered"/>
    <dgm:cxn modelId="{7D3EE25C-459F-4D96-931F-EF69E4F1E6FB}" srcId="{4AD22A4C-4233-4DAD-B1B7-5FFBF5E747F1}" destId="{4DA90F12-EAF2-4AF8-BE6E-51B519B4E68C}" srcOrd="1" destOrd="0" parTransId="{1D269D18-344A-478E-B722-19461D36AB38}" sibTransId="{E275EF30-6837-4FE3-B853-1E3D7FB38C6A}"/>
    <dgm:cxn modelId="{1FA4525D-6283-3E40-9C6B-5D5036ADC9E2}" type="presOf" srcId="{6DB12ABE-B360-4206-AA45-40001903CC13}" destId="{D812F1F9-DCA7-2547-B31F-2780B65A0418}" srcOrd="1" destOrd="0" presId="urn:microsoft.com/office/officeart/2016/7/layout/LinearBlockProcessNumbered"/>
    <dgm:cxn modelId="{98C3DD41-EC84-4F8C-B29B-7D8BF4ED1750}" srcId="{4AD22A4C-4233-4DAD-B1B7-5FFBF5E747F1}" destId="{721B2743-CA42-41D5-9B54-4DDB1201F620}" srcOrd="0" destOrd="0" parTransId="{64431ADC-6113-44A6-8E8A-B5249678DB21}" sibTransId="{6308C700-DAD5-4E11-805D-615A650A6336}"/>
    <dgm:cxn modelId="{BA2DE74F-7577-0F4C-8F21-1CDD0926939F}" type="presOf" srcId="{721B2743-CA42-41D5-9B54-4DDB1201F620}" destId="{1F5CFF90-1654-1040-B7B9-1A65F264F214}" srcOrd="0" destOrd="0" presId="urn:microsoft.com/office/officeart/2016/7/layout/LinearBlockProcessNumbered"/>
    <dgm:cxn modelId="{B8F38B54-14D0-1446-B205-BEC04AE564F1}" type="presOf" srcId="{6DB12ABE-B360-4206-AA45-40001903CC13}" destId="{824DFC8F-7348-D04B-9AD4-265912FFE7E2}" srcOrd="0" destOrd="0" presId="urn:microsoft.com/office/officeart/2016/7/layout/LinearBlockProcessNumbered"/>
    <dgm:cxn modelId="{62D2798B-66A2-E642-85A3-4691C80AFEA6}" type="presOf" srcId="{6308C700-DAD5-4E11-805D-615A650A6336}" destId="{43664206-C3BB-D549-ABC0-94A9F1657330}" srcOrd="0" destOrd="0" presId="urn:microsoft.com/office/officeart/2016/7/layout/LinearBlockProcessNumbered"/>
    <dgm:cxn modelId="{3FB2F693-4434-4B48-8602-398A23C7F874}" srcId="{4AD22A4C-4233-4DAD-B1B7-5FFBF5E747F1}" destId="{6DB12ABE-B360-4206-AA45-40001903CC13}" srcOrd="2" destOrd="0" parTransId="{F8223884-B6A0-4268-A22C-FC680F13FE83}" sibTransId="{2A1333E2-84DF-47DF-A267-D0A2E4D17129}"/>
    <dgm:cxn modelId="{24AF979F-B186-8A48-9433-24E90C159F70}" type="presOf" srcId="{2A1333E2-84DF-47DF-A267-D0A2E4D17129}" destId="{E412CDE5-FDD7-E54D-B08B-74DF88978D9A}" srcOrd="0" destOrd="0" presId="urn:microsoft.com/office/officeart/2016/7/layout/LinearBlockProcessNumbered"/>
    <dgm:cxn modelId="{9B685ABE-759C-0E47-9055-4723F5FC7C12}" type="presOf" srcId="{E275EF30-6837-4FE3-B853-1E3D7FB38C6A}" destId="{FC74CFCE-7E60-9D4D-8D2F-0691380A578F}" srcOrd="0" destOrd="0" presId="urn:microsoft.com/office/officeart/2016/7/layout/LinearBlockProcessNumbered"/>
    <dgm:cxn modelId="{BB55F0FF-0C72-2A4F-B36C-495D673ADA5C}" type="presOf" srcId="{4DA90F12-EAF2-4AF8-BE6E-51B519B4E68C}" destId="{74DE51D3-07FD-3D4E-B223-012EE5BF1321}" srcOrd="1" destOrd="0" presId="urn:microsoft.com/office/officeart/2016/7/layout/LinearBlockProcessNumbered"/>
    <dgm:cxn modelId="{27C52077-FBE7-A64A-BFB9-8E0649910D7F}" type="presParOf" srcId="{9BA532CE-7E56-1E48-8E4D-658D89E74994}" destId="{E130643B-3198-E748-B4C9-0C9894434966}" srcOrd="0" destOrd="0" presId="urn:microsoft.com/office/officeart/2016/7/layout/LinearBlockProcessNumbered"/>
    <dgm:cxn modelId="{6A4C03FB-1B93-2642-BB79-BF52FAB4362A}" type="presParOf" srcId="{E130643B-3198-E748-B4C9-0C9894434966}" destId="{1F5CFF90-1654-1040-B7B9-1A65F264F214}" srcOrd="0" destOrd="0" presId="urn:microsoft.com/office/officeart/2016/7/layout/LinearBlockProcessNumbered"/>
    <dgm:cxn modelId="{72B6F1B0-2C9E-D047-9670-27F6878AEF53}" type="presParOf" srcId="{E130643B-3198-E748-B4C9-0C9894434966}" destId="{43664206-C3BB-D549-ABC0-94A9F1657330}" srcOrd="1" destOrd="0" presId="urn:microsoft.com/office/officeart/2016/7/layout/LinearBlockProcessNumbered"/>
    <dgm:cxn modelId="{F9F9AACE-E1BE-9E42-A9D9-9B6D129CEC74}" type="presParOf" srcId="{E130643B-3198-E748-B4C9-0C9894434966}" destId="{85035FE1-C399-E34C-A32B-9A18CB4F1099}" srcOrd="2" destOrd="0" presId="urn:microsoft.com/office/officeart/2016/7/layout/LinearBlockProcessNumbered"/>
    <dgm:cxn modelId="{A552D854-1EC2-9C46-877E-5936D2CFCB0B}" type="presParOf" srcId="{9BA532CE-7E56-1E48-8E4D-658D89E74994}" destId="{A8527226-D883-8842-9BC6-66332CBD94E7}" srcOrd="1" destOrd="0" presId="urn:microsoft.com/office/officeart/2016/7/layout/LinearBlockProcessNumbered"/>
    <dgm:cxn modelId="{3C827DDA-B7FA-9F40-A901-5318E694DA32}" type="presParOf" srcId="{9BA532CE-7E56-1E48-8E4D-658D89E74994}" destId="{7762ABD2-9966-7C4C-A30F-773C984510D9}" srcOrd="2" destOrd="0" presId="urn:microsoft.com/office/officeart/2016/7/layout/LinearBlockProcessNumbered"/>
    <dgm:cxn modelId="{D87603FA-79CD-3A4C-A9B4-9D4C112E74D3}" type="presParOf" srcId="{7762ABD2-9966-7C4C-A30F-773C984510D9}" destId="{74A839A2-B4C9-2146-805F-91051CC24F4B}" srcOrd="0" destOrd="0" presId="urn:microsoft.com/office/officeart/2016/7/layout/LinearBlockProcessNumbered"/>
    <dgm:cxn modelId="{202BD63D-FA93-CE40-AC0A-3F5150BF0476}" type="presParOf" srcId="{7762ABD2-9966-7C4C-A30F-773C984510D9}" destId="{FC74CFCE-7E60-9D4D-8D2F-0691380A578F}" srcOrd="1" destOrd="0" presId="urn:microsoft.com/office/officeart/2016/7/layout/LinearBlockProcessNumbered"/>
    <dgm:cxn modelId="{880BA8DA-1FE6-474B-94F5-581004A12FC7}" type="presParOf" srcId="{7762ABD2-9966-7C4C-A30F-773C984510D9}" destId="{74DE51D3-07FD-3D4E-B223-012EE5BF1321}" srcOrd="2" destOrd="0" presId="urn:microsoft.com/office/officeart/2016/7/layout/LinearBlockProcessNumbered"/>
    <dgm:cxn modelId="{7105A633-C8D1-CA48-A336-BAB795B280DE}" type="presParOf" srcId="{9BA532CE-7E56-1E48-8E4D-658D89E74994}" destId="{CC37E56E-68E5-F648-A99A-077C24DE69F3}" srcOrd="3" destOrd="0" presId="urn:microsoft.com/office/officeart/2016/7/layout/LinearBlockProcessNumbered"/>
    <dgm:cxn modelId="{BBA1C702-5963-D04E-8D98-3F06FD224F64}" type="presParOf" srcId="{9BA532CE-7E56-1E48-8E4D-658D89E74994}" destId="{47B5012E-3B32-A042-B26B-0DE701536412}" srcOrd="4" destOrd="0" presId="urn:microsoft.com/office/officeart/2016/7/layout/LinearBlockProcessNumbered"/>
    <dgm:cxn modelId="{24917B16-91BE-5F43-ABAE-4B5B585564A8}" type="presParOf" srcId="{47B5012E-3B32-A042-B26B-0DE701536412}" destId="{824DFC8F-7348-D04B-9AD4-265912FFE7E2}" srcOrd="0" destOrd="0" presId="urn:microsoft.com/office/officeart/2016/7/layout/LinearBlockProcessNumbered"/>
    <dgm:cxn modelId="{4FF0F85D-F725-3348-B3E2-7DC7CD5C3562}" type="presParOf" srcId="{47B5012E-3B32-A042-B26B-0DE701536412}" destId="{E412CDE5-FDD7-E54D-B08B-74DF88978D9A}" srcOrd="1" destOrd="0" presId="urn:microsoft.com/office/officeart/2016/7/layout/LinearBlockProcessNumbered"/>
    <dgm:cxn modelId="{2E7E304E-0E57-6E46-9A75-1369660EB081}" type="presParOf" srcId="{47B5012E-3B32-A042-B26B-0DE701536412}" destId="{D812F1F9-DCA7-2547-B31F-2780B65A041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7BC48A3-509F-410B-8C81-CC4A5DADBE3F}"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CB78375A-FA07-4B04-BCD6-E7DB82DF01C6}">
      <dgm:prSet/>
      <dgm:spPr/>
      <dgm:t>
        <a:bodyPr/>
        <a:lstStyle/>
        <a:p>
          <a:r>
            <a:rPr lang="ro-RO" noProof="0" dirty="0"/>
            <a:t>La 6 decembrie 2024, Curtea Constituțională a României a luat decizia de a anula „întregul proces electoral privind alegerea Președintelui României</a:t>
          </a:r>
        </a:p>
      </dgm:t>
    </dgm:pt>
    <dgm:pt modelId="{F786B68D-CD72-415F-9998-0361EA15A33F}" type="parTrans" cxnId="{4AF35214-4D60-4375-9E00-0A7A92A4FB49}">
      <dgm:prSet/>
      <dgm:spPr/>
      <dgm:t>
        <a:bodyPr/>
        <a:lstStyle/>
        <a:p>
          <a:endParaRPr lang="en-US"/>
        </a:p>
      </dgm:t>
    </dgm:pt>
    <dgm:pt modelId="{10AE3DA1-5176-4983-8CA7-35C086156D75}" type="sibTrans" cxnId="{4AF35214-4D60-4375-9E00-0A7A92A4FB49}">
      <dgm:prSet/>
      <dgm:spPr/>
      <dgm:t>
        <a:bodyPr/>
        <a:lstStyle/>
        <a:p>
          <a:endParaRPr lang="ro-RO" noProof="0" dirty="0"/>
        </a:p>
      </dgm:t>
    </dgm:pt>
    <dgm:pt modelId="{975FC093-1158-4FE5-B40C-A31B543550E1}">
      <dgm:prSet/>
      <dgm:spPr/>
      <dgm:t>
        <a:bodyPr/>
        <a:lstStyle/>
        <a:p>
          <a:r>
            <a:rPr lang="ro-RO" noProof="0" dirty="0"/>
            <a:t>Pe lângă acuzațiile de manipulare a informațiilor, </a:t>
          </a:r>
          <a:r>
            <a:rPr lang="ro-RO" noProof="0" dirty="0" err="1"/>
            <a:t>TikTok</a:t>
          </a:r>
          <a:r>
            <a:rPr lang="ro-RO" noProof="0" dirty="0"/>
            <a:t> este acuzată că nu a fost în măsură să identifice faptul că videoclipurile publicate pe contul candidatului Călin Georgescu erau de natură electorală</a:t>
          </a:r>
        </a:p>
      </dgm:t>
    </dgm:pt>
    <dgm:pt modelId="{5F341D7B-C388-40DB-982E-9ADEB907A5DC}" type="parTrans" cxnId="{EF270961-F637-4749-B146-7E10BD6D24F0}">
      <dgm:prSet/>
      <dgm:spPr/>
      <dgm:t>
        <a:bodyPr/>
        <a:lstStyle/>
        <a:p>
          <a:endParaRPr lang="en-US"/>
        </a:p>
      </dgm:t>
    </dgm:pt>
    <dgm:pt modelId="{02FC96E8-9162-4CDC-92E4-CC99B233D6C0}" type="sibTrans" cxnId="{EF270961-F637-4749-B146-7E10BD6D24F0}">
      <dgm:prSet/>
      <dgm:spPr/>
      <dgm:t>
        <a:bodyPr/>
        <a:lstStyle/>
        <a:p>
          <a:endParaRPr lang="ro-RO" noProof="0" dirty="0"/>
        </a:p>
      </dgm:t>
    </dgm:pt>
    <dgm:pt modelId="{9E9BD145-C795-1848-BB52-4C42087220FA}">
      <dgm:prSet/>
      <dgm:spPr/>
      <dgm:t>
        <a:bodyPr/>
        <a:lstStyle/>
        <a:p>
          <a:r>
            <a:rPr lang="ro-RO" noProof="0" dirty="0"/>
            <a:t>Încă din 20 noiembrie, Biroul Electoral Central a informat platforma cu privire la conținutul de propaganda electorală care nu respecta cerințele legale românești, în special codul de identificare al mandatarului fiscal.</a:t>
          </a:r>
        </a:p>
      </dgm:t>
    </dgm:pt>
    <dgm:pt modelId="{148B32A4-6320-6D41-8969-1427B373A3A3}" type="parTrans" cxnId="{4A352674-1F16-6A4F-A48F-FADF412D8331}">
      <dgm:prSet/>
      <dgm:spPr/>
      <dgm:t>
        <a:bodyPr/>
        <a:lstStyle/>
        <a:p>
          <a:endParaRPr lang="en-US"/>
        </a:p>
      </dgm:t>
    </dgm:pt>
    <dgm:pt modelId="{36DF40D8-B9CB-F34A-8D48-7362DE6AA660}" type="sibTrans" cxnId="{4A352674-1F16-6A4F-A48F-FADF412D8331}">
      <dgm:prSet/>
      <dgm:spPr/>
      <dgm:t>
        <a:bodyPr/>
        <a:lstStyle/>
        <a:p>
          <a:endParaRPr lang="ro-RO" noProof="0" dirty="0"/>
        </a:p>
      </dgm:t>
    </dgm:pt>
    <dgm:pt modelId="{6FDA305D-4030-004F-9D43-E75F5DCF7C6A}">
      <dgm:prSet/>
      <dgm:spPr/>
      <dgm:t>
        <a:bodyPr/>
        <a:lstStyle/>
        <a:p>
          <a:r>
            <a:rPr lang="ro-RO" noProof="0" dirty="0"/>
            <a:t>Candidatul Georgescu, care a declarat că nu a avut buget de campanie, a negat că ar fi folosit ferme de troli și a afirmat că a obținut popularitatea digitală doar cu ajutorul „voluntarilor”.</a:t>
          </a:r>
        </a:p>
      </dgm:t>
    </dgm:pt>
    <dgm:pt modelId="{7356C8C2-4A10-5D44-8C25-8C6A2DF8047B}" type="parTrans" cxnId="{15E81175-7FA4-4047-9BA0-8BAC8CB35BC4}">
      <dgm:prSet/>
      <dgm:spPr/>
      <dgm:t>
        <a:bodyPr/>
        <a:lstStyle/>
        <a:p>
          <a:endParaRPr lang="en-US"/>
        </a:p>
      </dgm:t>
    </dgm:pt>
    <dgm:pt modelId="{162D2F51-35EE-CB48-BA62-08320692BD4D}" type="sibTrans" cxnId="{15E81175-7FA4-4047-9BA0-8BAC8CB35BC4}">
      <dgm:prSet/>
      <dgm:spPr/>
      <dgm:t>
        <a:bodyPr/>
        <a:lstStyle/>
        <a:p>
          <a:endParaRPr lang="en-US"/>
        </a:p>
      </dgm:t>
    </dgm:pt>
    <dgm:pt modelId="{F1A79644-EDB0-8444-83B7-D97FF42E220F}" type="pres">
      <dgm:prSet presAssocID="{57BC48A3-509F-410B-8C81-CC4A5DADBE3F}" presName="outerComposite" presStyleCnt="0">
        <dgm:presLayoutVars>
          <dgm:chMax val="5"/>
          <dgm:dir/>
          <dgm:resizeHandles val="exact"/>
        </dgm:presLayoutVars>
      </dgm:prSet>
      <dgm:spPr/>
    </dgm:pt>
    <dgm:pt modelId="{83830623-E77D-DC4A-87D4-96C7A864DB9F}" type="pres">
      <dgm:prSet presAssocID="{57BC48A3-509F-410B-8C81-CC4A5DADBE3F}" presName="dummyMaxCanvas" presStyleCnt="0">
        <dgm:presLayoutVars/>
      </dgm:prSet>
      <dgm:spPr/>
    </dgm:pt>
    <dgm:pt modelId="{33E5BCAC-430F-9F4D-BFBC-3373888C3989}" type="pres">
      <dgm:prSet presAssocID="{57BC48A3-509F-410B-8C81-CC4A5DADBE3F}" presName="FourNodes_1" presStyleLbl="node1" presStyleIdx="0" presStyleCnt="4">
        <dgm:presLayoutVars>
          <dgm:bulletEnabled val="1"/>
        </dgm:presLayoutVars>
      </dgm:prSet>
      <dgm:spPr/>
    </dgm:pt>
    <dgm:pt modelId="{1E2A46C9-8C7C-3E4C-B7EE-2BFA414D6786}" type="pres">
      <dgm:prSet presAssocID="{57BC48A3-509F-410B-8C81-CC4A5DADBE3F}" presName="FourNodes_2" presStyleLbl="node1" presStyleIdx="1" presStyleCnt="4">
        <dgm:presLayoutVars>
          <dgm:bulletEnabled val="1"/>
        </dgm:presLayoutVars>
      </dgm:prSet>
      <dgm:spPr/>
    </dgm:pt>
    <dgm:pt modelId="{02BC4A7D-B8E2-DE49-A221-55258679B047}" type="pres">
      <dgm:prSet presAssocID="{57BC48A3-509F-410B-8C81-CC4A5DADBE3F}" presName="FourNodes_3" presStyleLbl="node1" presStyleIdx="2" presStyleCnt="4">
        <dgm:presLayoutVars>
          <dgm:bulletEnabled val="1"/>
        </dgm:presLayoutVars>
      </dgm:prSet>
      <dgm:spPr/>
    </dgm:pt>
    <dgm:pt modelId="{E323839E-57AB-774B-B0CB-69B47606133B}" type="pres">
      <dgm:prSet presAssocID="{57BC48A3-509F-410B-8C81-CC4A5DADBE3F}" presName="FourNodes_4" presStyleLbl="node1" presStyleIdx="3" presStyleCnt="4">
        <dgm:presLayoutVars>
          <dgm:bulletEnabled val="1"/>
        </dgm:presLayoutVars>
      </dgm:prSet>
      <dgm:spPr/>
    </dgm:pt>
    <dgm:pt modelId="{F8F7B735-F805-284F-996B-8B97BE3E0968}" type="pres">
      <dgm:prSet presAssocID="{57BC48A3-509F-410B-8C81-CC4A5DADBE3F}" presName="FourConn_1-2" presStyleLbl="fgAccFollowNode1" presStyleIdx="0" presStyleCnt="3">
        <dgm:presLayoutVars>
          <dgm:bulletEnabled val="1"/>
        </dgm:presLayoutVars>
      </dgm:prSet>
      <dgm:spPr/>
    </dgm:pt>
    <dgm:pt modelId="{D706B121-E3A6-6C41-9755-B74075500DED}" type="pres">
      <dgm:prSet presAssocID="{57BC48A3-509F-410B-8C81-CC4A5DADBE3F}" presName="FourConn_2-3" presStyleLbl="fgAccFollowNode1" presStyleIdx="1" presStyleCnt="3">
        <dgm:presLayoutVars>
          <dgm:bulletEnabled val="1"/>
        </dgm:presLayoutVars>
      </dgm:prSet>
      <dgm:spPr/>
    </dgm:pt>
    <dgm:pt modelId="{72A50147-BDA0-894C-8208-5EDF4646387F}" type="pres">
      <dgm:prSet presAssocID="{57BC48A3-509F-410B-8C81-CC4A5DADBE3F}" presName="FourConn_3-4" presStyleLbl="fgAccFollowNode1" presStyleIdx="2" presStyleCnt="3">
        <dgm:presLayoutVars>
          <dgm:bulletEnabled val="1"/>
        </dgm:presLayoutVars>
      </dgm:prSet>
      <dgm:spPr/>
    </dgm:pt>
    <dgm:pt modelId="{08D087E2-D267-0941-896B-D1A4226BEE56}" type="pres">
      <dgm:prSet presAssocID="{57BC48A3-509F-410B-8C81-CC4A5DADBE3F}" presName="FourNodes_1_text" presStyleLbl="node1" presStyleIdx="3" presStyleCnt="4">
        <dgm:presLayoutVars>
          <dgm:bulletEnabled val="1"/>
        </dgm:presLayoutVars>
      </dgm:prSet>
      <dgm:spPr/>
    </dgm:pt>
    <dgm:pt modelId="{37A526C4-DED8-5A44-A39E-1FC00F0A6200}" type="pres">
      <dgm:prSet presAssocID="{57BC48A3-509F-410B-8C81-CC4A5DADBE3F}" presName="FourNodes_2_text" presStyleLbl="node1" presStyleIdx="3" presStyleCnt="4">
        <dgm:presLayoutVars>
          <dgm:bulletEnabled val="1"/>
        </dgm:presLayoutVars>
      </dgm:prSet>
      <dgm:spPr/>
    </dgm:pt>
    <dgm:pt modelId="{9D823555-E533-0E42-8B17-5EC493CF786C}" type="pres">
      <dgm:prSet presAssocID="{57BC48A3-509F-410B-8C81-CC4A5DADBE3F}" presName="FourNodes_3_text" presStyleLbl="node1" presStyleIdx="3" presStyleCnt="4">
        <dgm:presLayoutVars>
          <dgm:bulletEnabled val="1"/>
        </dgm:presLayoutVars>
      </dgm:prSet>
      <dgm:spPr/>
    </dgm:pt>
    <dgm:pt modelId="{C3B8146C-42CD-2844-BCA5-39BAF182A26E}" type="pres">
      <dgm:prSet presAssocID="{57BC48A3-509F-410B-8C81-CC4A5DADBE3F}" presName="FourNodes_4_text" presStyleLbl="node1" presStyleIdx="3" presStyleCnt="4">
        <dgm:presLayoutVars>
          <dgm:bulletEnabled val="1"/>
        </dgm:presLayoutVars>
      </dgm:prSet>
      <dgm:spPr/>
    </dgm:pt>
  </dgm:ptLst>
  <dgm:cxnLst>
    <dgm:cxn modelId="{65635A0A-130D-F24A-9250-2590A282CA0A}" type="presOf" srcId="{6FDA305D-4030-004F-9D43-E75F5DCF7C6A}" destId="{E323839E-57AB-774B-B0CB-69B47606133B}" srcOrd="0" destOrd="0" presId="urn:microsoft.com/office/officeart/2005/8/layout/vProcess5"/>
    <dgm:cxn modelId="{4AF35214-4D60-4375-9E00-0A7A92A4FB49}" srcId="{57BC48A3-509F-410B-8C81-CC4A5DADBE3F}" destId="{CB78375A-FA07-4B04-BCD6-E7DB82DF01C6}" srcOrd="0" destOrd="0" parTransId="{F786B68D-CD72-415F-9998-0361EA15A33F}" sibTransId="{10AE3DA1-5176-4983-8CA7-35C086156D75}"/>
    <dgm:cxn modelId="{D150F514-CC76-A24B-A861-C4E1FCD1E416}" type="presOf" srcId="{CB78375A-FA07-4B04-BCD6-E7DB82DF01C6}" destId="{33E5BCAC-430F-9F4D-BFBC-3373888C3989}" srcOrd="0" destOrd="0" presId="urn:microsoft.com/office/officeart/2005/8/layout/vProcess5"/>
    <dgm:cxn modelId="{FE813115-2DF3-C149-BA39-D329F31AB2D9}" type="presOf" srcId="{9E9BD145-C795-1848-BB52-4C42087220FA}" destId="{9D823555-E533-0E42-8B17-5EC493CF786C}" srcOrd="1" destOrd="0" presId="urn:microsoft.com/office/officeart/2005/8/layout/vProcess5"/>
    <dgm:cxn modelId="{80B08E15-86B3-EC46-BD4B-8159F5775AAC}" type="presOf" srcId="{975FC093-1158-4FE5-B40C-A31B543550E1}" destId="{1E2A46C9-8C7C-3E4C-B7EE-2BFA414D6786}" srcOrd="0" destOrd="0" presId="urn:microsoft.com/office/officeart/2005/8/layout/vProcess5"/>
    <dgm:cxn modelId="{31DAC41D-88CB-684B-8DEA-B053094BB795}" type="presOf" srcId="{9E9BD145-C795-1848-BB52-4C42087220FA}" destId="{02BC4A7D-B8E2-DE49-A221-55258679B047}" srcOrd="0" destOrd="0" presId="urn:microsoft.com/office/officeart/2005/8/layout/vProcess5"/>
    <dgm:cxn modelId="{885CCA2E-C4B6-374D-A33B-B676FC541301}" type="presOf" srcId="{02FC96E8-9162-4CDC-92E4-CC99B233D6C0}" destId="{D706B121-E3A6-6C41-9755-B74075500DED}" srcOrd="0" destOrd="0" presId="urn:microsoft.com/office/officeart/2005/8/layout/vProcess5"/>
    <dgm:cxn modelId="{7BB8BD35-F62A-7949-BE64-33EB57E17B84}" type="presOf" srcId="{CB78375A-FA07-4B04-BCD6-E7DB82DF01C6}" destId="{08D087E2-D267-0941-896B-D1A4226BEE56}" srcOrd="1" destOrd="0" presId="urn:microsoft.com/office/officeart/2005/8/layout/vProcess5"/>
    <dgm:cxn modelId="{679F4C3E-4921-8647-A2DE-0A3B92C5C4A7}" type="presOf" srcId="{10AE3DA1-5176-4983-8CA7-35C086156D75}" destId="{F8F7B735-F805-284F-996B-8B97BE3E0968}" srcOrd="0" destOrd="0" presId="urn:microsoft.com/office/officeart/2005/8/layout/vProcess5"/>
    <dgm:cxn modelId="{EF270961-F637-4749-B146-7E10BD6D24F0}" srcId="{57BC48A3-509F-410B-8C81-CC4A5DADBE3F}" destId="{975FC093-1158-4FE5-B40C-A31B543550E1}" srcOrd="1" destOrd="0" parTransId="{5F341D7B-C388-40DB-982E-9ADEB907A5DC}" sibTransId="{02FC96E8-9162-4CDC-92E4-CC99B233D6C0}"/>
    <dgm:cxn modelId="{4A352674-1F16-6A4F-A48F-FADF412D8331}" srcId="{57BC48A3-509F-410B-8C81-CC4A5DADBE3F}" destId="{9E9BD145-C795-1848-BB52-4C42087220FA}" srcOrd="2" destOrd="0" parTransId="{148B32A4-6320-6D41-8969-1427B373A3A3}" sibTransId="{36DF40D8-B9CB-F34A-8D48-7362DE6AA660}"/>
    <dgm:cxn modelId="{15E81175-7FA4-4047-9BA0-8BAC8CB35BC4}" srcId="{57BC48A3-509F-410B-8C81-CC4A5DADBE3F}" destId="{6FDA305D-4030-004F-9D43-E75F5DCF7C6A}" srcOrd="3" destOrd="0" parTransId="{7356C8C2-4A10-5D44-8C25-8C6A2DF8047B}" sibTransId="{162D2F51-35EE-CB48-BA62-08320692BD4D}"/>
    <dgm:cxn modelId="{6C32CB77-42FB-7844-897D-D224B6FEA155}" type="presOf" srcId="{36DF40D8-B9CB-F34A-8D48-7362DE6AA660}" destId="{72A50147-BDA0-894C-8208-5EDF4646387F}" srcOrd="0" destOrd="0" presId="urn:microsoft.com/office/officeart/2005/8/layout/vProcess5"/>
    <dgm:cxn modelId="{BFCA8785-2687-8A40-8047-1FFBE862FA39}" type="presOf" srcId="{975FC093-1158-4FE5-B40C-A31B543550E1}" destId="{37A526C4-DED8-5A44-A39E-1FC00F0A6200}" srcOrd="1" destOrd="0" presId="urn:microsoft.com/office/officeart/2005/8/layout/vProcess5"/>
    <dgm:cxn modelId="{84E7FED4-E21A-FF47-B251-B46B9A43AEA4}" type="presOf" srcId="{6FDA305D-4030-004F-9D43-E75F5DCF7C6A}" destId="{C3B8146C-42CD-2844-BCA5-39BAF182A26E}" srcOrd="1" destOrd="0" presId="urn:microsoft.com/office/officeart/2005/8/layout/vProcess5"/>
    <dgm:cxn modelId="{8BA4F3F1-178C-484F-821E-7525C8A6C559}" type="presOf" srcId="{57BC48A3-509F-410B-8C81-CC4A5DADBE3F}" destId="{F1A79644-EDB0-8444-83B7-D97FF42E220F}" srcOrd="0" destOrd="0" presId="urn:microsoft.com/office/officeart/2005/8/layout/vProcess5"/>
    <dgm:cxn modelId="{F14C35A7-0925-C54D-806B-23708C7FC0AB}" type="presParOf" srcId="{F1A79644-EDB0-8444-83B7-D97FF42E220F}" destId="{83830623-E77D-DC4A-87D4-96C7A864DB9F}" srcOrd="0" destOrd="0" presId="urn:microsoft.com/office/officeart/2005/8/layout/vProcess5"/>
    <dgm:cxn modelId="{88E751DD-4D44-BE40-9AB6-0C208684FA39}" type="presParOf" srcId="{F1A79644-EDB0-8444-83B7-D97FF42E220F}" destId="{33E5BCAC-430F-9F4D-BFBC-3373888C3989}" srcOrd="1" destOrd="0" presId="urn:microsoft.com/office/officeart/2005/8/layout/vProcess5"/>
    <dgm:cxn modelId="{C2991E89-CB51-6843-93F7-DB9C466362CC}" type="presParOf" srcId="{F1A79644-EDB0-8444-83B7-D97FF42E220F}" destId="{1E2A46C9-8C7C-3E4C-B7EE-2BFA414D6786}" srcOrd="2" destOrd="0" presId="urn:microsoft.com/office/officeart/2005/8/layout/vProcess5"/>
    <dgm:cxn modelId="{D6728F95-7C75-9A47-A241-D4EC2944F204}" type="presParOf" srcId="{F1A79644-EDB0-8444-83B7-D97FF42E220F}" destId="{02BC4A7D-B8E2-DE49-A221-55258679B047}" srcOrd="3" destOrd="0" presId="urn:microsoft.com/office/officeart/2005/8/layout/vProcess5"/>
    <dgm:cxn modelId="{67890DB5-9038-7044-8825-CF468C105E40}" type="presParOf" srcId="{F1A79644-EDB0-8444-83B7-D97FF42E220F}" destId="{E323839E-57AB-774B-B0CB-69B47606133B}" srcOrd="4" destOrd="0" presId="urn:microsoft.com/office/officeart/2005/8/layout/vProcess5"/>
    <dgm:cxn modelId="{3068619E-6A2D-BB46-989E-E2E6D116082A}" type="presParOf" srcId="{F1A79644-EDB0-8444-83B7-D97FF42E220F}" destId="{F8F7B735-F805-284F-996B-8B97BE3E0968}" srcOrd="5" destOrd="0" presId="urn:microsoft.com/office/officeart/2005/8/layout/vProcess5"/>
    <dgm:cxn modelId="{AA1EE17E-842E-1948-8351-09F77E08EDDC}" type="presParOf" srcId="{F1A79644-EDB0-8444-83B7-D97FF42E220F}" destId="{D706B121-E3A6-6C41-9755-B74075500DED}" srcOrd="6" destOrd="0" presId="urn:microsoft.com/office/officeart/2005/8/layout/vProcess5"/>
    <dgm:cxn modelId="{2AB8DCBC-4DEF-3E4D-9946-3C87D5116AAD}" type="presParOf" srcId="{F1A79644-EDB0-8444-83B7-D97FF42E220F}" destId="{72A50147-BDA0-894C-8208-5EDF4646387F}" srcOrd="7" destOrd="0" presId="urn:microsoft.com/office/officeart/2005/8/layout/vProcess5"/>
    <dgm:cxn modelId="{CFA36BE3-C0CE-C245-9CE8-83328F7FC79C}" type="presParOf" srcId="{F1A79644-EDB0-8444-83B7-D97FF42E220F}" destId="{08D087E2-D267-0941-896B-D1A4226BEE56}" srcOrd="8" destOrd="0" presId="urn:microsoft.com/office/officeart/2005/8/layout/vProcess5"/>
    <dgm:cxn modelId="{B910AB55-9DEA-9C41-9F2C-3D7231024123}" type="presParOf" srcId="{F1A79644-EDB0-8444-83B7-D97FF42E220F}" destId="{37A526C4-DED8-5A44-A39E-1FC00F0A6200}" srcOrd="9" destOrd="0" presId="urn:microsoft.com/office/officeart/2005/8/layout/vProcess5"/>
    <dgm:cxn modelId="{A635F206-C5D9-1047-9085-E8863BEDC0E8}" type="presParOf" srcId="{F1A79644-EDB0-8444-83B7-D97FF42E220F}" destId="{9D823555-E533-0E42-8B17-5EC493CF786C}" srcOrd="10" destOrd="0" presId="urn:microsoft.com/office/officeart/2005/8/layout/vProcess5"/>
    <dgm:cxn modelId="{12869404-A4C5-3F4C-B9FC-5221F0D76C40}" type="presParOf" srcId="{F1A79644-EDB0-8444-83B7-D97FF42E220F}" destId="{C3B8146C-42CD-2844-BCA5-39BAF182A26E}"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383A9DE-8556-4B80-90C5-1E9D1AC13D4D}"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B8EF5DC-4D73-46FE-9B12-CEEB13AABED2}">
      <dgm:prSet custT="1"/>
      <dgm:spPr/>
      <dgm:t>
        <a:bodyPr/>
        <a:lstStyle/>
        <a:p>
          <a:pPr>
            <a:lnSpc>
              <a:spcPct val="100000"/>
            </a:lnSpc>
          </a:pPr>
          <a:r>
            <a:rPr lang="en-US" sz="1400" dirty="0" err="1"/>
            <a:t>Inteligența</a:t>
          </a:r>
          <a:r>
            <a:rPr lang="en-US" sz="1400" dirty="0"/>
            <a:t> </a:t>
          </a:r>
          <a:r>
            <a:rPr lang="en-US" sz="1400" dirty="0" err="1"/>
            <a:t>Artificială</a:t>
          </a:r>
          <a:r>
            <a:rPr lang="en-US" sz="1400" dirty="0"/>
            <a:t> (AI) </a:t>
          </a:r>
          <a:r>
            <a:rPr lang="en-US" sz="1400" dirty="0" err="1"/>
            <a:t>va</a:t>
          </a:r>
          <a:r>
            <a:rPr lang="en-US" sz="1400" dirty="0"/>
            <a:t> </a:t>
          </a:r>
          <a:r>
            <a:rPr lang="en-US" sz="1400" dirty="0" err="1"/>
            <a:t>permite</a:t>
          </a:r>
          <a:r>
            <a:rPr lang="en-US" sz="1400" dirty="0"/>
            <a:t> </a:t>
          </a:r>
          <a:r>
            <a:rPr lang="en-US" sz="1400" dirty="0" err="1"/>
            <a:t>escrocilor</a:t>
          </a:r>
          <a:r>
            <a:rPr lang="en-US" sz="1400" dirty="0"/>
            <a:t> </a:t>
          </a:r>
          <a:r>
            <a:rPr lang="en-US" sz="1400" dirty="0" err="1"/>
            <a:t>să</a:t>
          </a:r>
          <a:r>
            <a:rPr lang="en-US" sz="1400" dirty="0"/>
            <a:t> </a:t>
          </a:r>
          <a:r>
            <a:rPr lang="en-US" sz="1400" dirty="0" err="1"/>
            <a:t>creeze</a:t>
          </a:r>
          <a:r>
            <a:rPr lang="en-US" sz="1400" dirty="0"/>
            <a:t> </a:t>
          </a:r>
          <a:r>
            <a:rPr lang="en-US" sz="1400" dirty="0" err="1"/>
            <a:t>mesaje</a:t>
          </a:r>
          <a:r>
            <a:rPr lang="en-US" sz="1400" dirty="0"/>
            <a:t>, </a:t>
          </a:r>
          <a:r>
            <a:rPr lang="en-US" sz="1400" dirty="0" err="1"/>
            <a:t>voci</a:t>
          </a:r>
          <a:r>
            <a:rPr lang="en-US" sz="1400" dirty="0"/>
            <a:t> </a:t>
          </a:r>
          <a:r>
            <a:rPr lang="en-US" sz="1400" dirty="0" err="1"/>
            <a:t>și</a:t>
          </a:r>
          <a:r>
            <a:rPr lang="en-US" sz="1400" dirty="0"/>
            <a:t> </a:t>
          </a:r>
          <a:r>
            <a:rPr lang="en-US" sz="1400" dirty="0" err="1"/>
            <a:t>videoclipuri</a:t>
          </a:r>
          <a:r>
            <a:rPr lang="en-US" sz="1400" dirty="0"/>
            <a:t> false </a:t>
          </a:r>
          <a:r>
            <a:rPr lang="en-US" sz="1400" dirty="0" err="1"/>
            <a:t>mai</a:t>
          </a:r>
          <a:r>
            <a:rPr lang="en-US" sz="1400" dirty="0"/>
            <a:t> </a:t>
          </a:r>
          <a:r>
            <a:rPr lang="en-US" sz="1400" dirty="0" err="1"/>
            <a:t>convingătoare</a:t>
          </a:r>
          <a:r>
            <a:rPr lang="en-US" sz="1400" dirty="0"/>
            <a:t> ca </a:t>
          </a:r>
          <a:r>
            <a:rPr lang="en-US" sz="1400" dirty="0" err="1"/>
            <a:t>niciodată</a:t>
          </a:r>
          <a:r>
            <a:rPr lang="en-US" sz="1400" dirty="0"/>
            <a:t>.</a:t>
          </a:r>
        </a:p>
      </dgm:t>
    </dgm:pt>
    <dgm:pt modelId="{0104559A-B0A0-40FF-B6E1-C279A24228F4}" type="parTrans" cxnId="{4465363B-842F-4142-B1F4-FE7CAA51C31F}">
      <dgm:prSet/>
      <dgm:spPr/>
      <dgm:t>
        <a:bodyPr/>
        <a:lstStyle/>
        <a:p>
          <a:endParaRPr lang="en-US" sz="2000"/>
        </a:p>
      </dgm:t>
    </dgm:pt>
    <dgm:pt modelId="{2E821E56-C463-42EB-94D0-4A9B2788BF6A}" type="sibTrans" cxnId="{4465363B-842F-4142-B1F4-FE7CAA51C31F}">
      <dgm:prSet/>
      <dgm:spPr/>
      <dgm:t>
        <a:bodyPr/>
        <a:lstStyle/>
        <a:p>
          <a:pPr>
            <a:lnSpc>
              <a:spcPct val="100000"/>
            </a:lnSpc>
          </a:pPr>
          <a:endParaRPr lang="en-US" sz="2000"/>
        </a:p>
      </dgm:t>
    </dgm:pt>
    <dgm:pt modelId="{E733F612-2C54-4C8C-91D3-B2762B5FF886}">
      <dgm:prSet custT="1"/>
      <dgm:spPr/>
      <dgm:t>
        <a:bodyPr/>
        <a:lstStyle/>
        <a:p>
          <a:pPr>
            <a:lnSpc>
              <a:spcPct val="100000"/>
            </a:lnSpc>
          </a:pPr>
          <a:r>
            <a:rPr lang="en-US" sz="1400" dirty="0"/>
            <a:t>Deepfake-urile </a:t>
          </a:r>
          <a:r>
            <a:rPr lang="en-US" sz="1400" dirty="0" err="1"/>
            <a:t>vor</a:t>
          </a:r>
          <a:r>
            <a:rPr lang="en-US" sz="1400" dirty="0"/>
            <a:t> fi </a:t>
          </a:r>
          <a:r>
            <a:rPr lang="en-US" sz="1400" dirty="0" err="1"/>
            <a:t>folosite</a:t>
          </a:r>
          <a:r>
            <a:rPr lang="en-US" sz="1400" dirty="0"/>
            <a:t> </a:t>
          </a:r>
          <a:r>
            <a:rPr lang="en-US" sz="1400" dirty="0" err="1"/>
            <a:t>pentru</a:t>
          </a:r>
          <a:r>
            <a:rPr lang="en-US" sz="1400" dirty="0"/>
            <a:t> a </a:t>
          </a:r>
          <a:r>
            <a:rPr lang="en-US" sz="1400" dirty="0" err="1"/>
            <a:t>imita</a:t>
          </a:r>
          <a:r>
            <a:rPr lang="en-US" sz="1400" dirty="0"/>
            <a:t> </a:t>
          </a:r>
          <a:r>
            <a:rPr lang="en-US" sz="1400" dirty="0" err="1"/>
            <a:t>identitățile</a:t>
          </a:r>
          <a:r>
            <a:rPr lang="en-US" sz="1400" dirty="0"/>
            <a:t> </a:t>
          </a:r>
          <a:r>
            <a:rPr lang="en-US" sz="1400" dirty="0" err="1"/>
            <a:t>unor</a:t>
          </a:r>
          <a:r>
            <a:rPr lang="en-US" sz="1400" dirty="0"/>
            <a:t> </a:t>
          </a:r>
          <a:r>
            <a:rPr lang="en-US" sz="1400" dirty="0" err="1"/>
            <a:t>persoane</a:t>
          </a:r>
          <a:r>
            <a:rPr lang="en-US" sz="1400" dirty="0"/>
            <a:t> de </a:t>
          </a:r>
          <a:r>
            <a:rPr lang="en-US" sz="1400" dirty="0" err="1"/>
            <a:t>încredere</a:t>
          </a:r>
          <a:r>
            <a:rPr lang="en-US" sz="1400" dirty="0"/>
            <a:t> (</a:t>
          </a:r>
          <a:r>
            <a:rPr lang="en-US" sz="1400" dirty="0" err="1"/>
            <a:t>voci</a:t>
          </a:r>
          <a:r>
            <a:rPr lang="en-US" sz="1400" dirty="0"/>
            <a:t> </a:t>
          </a:r>
          <a:r>
            <a:rPr lang="en-US" sz="1400" dirty="0" err="1"/>
            <a:t>asemanatoare</a:t>
          </a:r>
          <a:r>
            <a:rPr lang="en-US" sz="1400" dirty="0"/>
            <a:t> cu </a:t>
          </a:r>
          <a:r>
            <a:rPr lang="en-US" sz="1400" dirty="0" err="1"/>
            <a:t>cele</a:t>
          </a:r>
          <a:r>
            <a:rPr lang="en-US" sz="1400" dirty="0"/>
            <a:t> a </a:t>
          </a:r>
          <a:r>
            <a:rPr lang="en-US" sz="1400" dirty="0" err="1"/>
            <a:t>familiei</a:t>
          </a:r>
          <a:r>
            <a:rPr lang="en-US" sz="1400" dirty="0"/>
            <a:t>, a </a:t>
          </a:r>
          <a:r>
            <a:rPr lang="en-US" sz="1400" dirty="0" err="1"/>
            <a:t>prietenilor</a:t>
          </a:r>
          <a:r>
            <a:rPr lang="en-US" sz="1400" dirty="0"/>
            <a:t>, a influence</a:t>
          </a:r>
          <a:r>
            <a:rPr lang="ro-RO" sz="1400" dirty="0"/>
            <a:t>r</a:t>
          </a:r>
          <a:r>
            <a:rPr lang="en-US" sz="1400" dirty="0" err="1"/>
            <a:t>ilor</a:t>
          </a:r>
          <a:r>
            <a:rPr lang="ro-RO" sz="1400" dirty="0"/>
            <a:t> (ex</a:t>
          </a:r>
          <a:r>
            <a:rPr lang="en-US" sz="1400" dirty="0"/>
            <a:t>: Selly), CEO, </a:t>
          </a:r>
          <a:r>
            <a:rPr lang="en-US" sz="1400" dirty="0" err="1"/>
            <a:t>atacuri</a:t>
          </a:r>
          <a:r>
            <a:rPr lang="en-US" sz="1400" dirty="0"/>
            <a:t> </a:t>
          </a:r>
          <a:r>
            <a:rPr lang="en-US" sz="1400" dirty="0" err="1"/>
            <a:t>asupra</a:t>
          </a:r>
          <a:r>
            <a:rPr lang="en-US" sz="1400" dirty="0"/>
            <a:t> </a:t>
          </a:r>
          <a:r>
            <a:rPr lang="en-US" sz="1400" dirty="0" err="1"/>
            <a:t>băncilor</a:t>
          </a:r>
          <a:r>
            <a:rPr lang="en-US" sz="1400" dirty="0"/>
            <a:t>, </a:t>
          </a:r>
          <a:r>
            <a:rPr lang="en-US" sz="1400" dirty="0" err="1"/>
            <a:t>înșelătorii</a:t>
          </a:r>
          <a:r>
            <a:rPr lang="en-US" sz="1400" dirty="0"/>
            <a:t> </a:t>
          </a:r>
          <a:r>
            <a:rPr lang="en-US" sz="1400" dirty="0" err="1"/>
            <a:t>prin</a:t>
          </a:r>
          <a:r>
            <a:rPr lang="en-US" sz="1400" dirty="0"/>
            <a:t> </a:t>
          </a:r>
          <a:r>
            <a:rPr lang="en-US" sz="1400" dirty="0" err="1"/>
            <a:t>apeluri</a:t>
          </a:r>
          <a:r>
            <a:rPr lang="en-US" sz="1400" dirty="0"/>
            <a:t> video). </a:t>
          </a:r>
        </a:p>
      </dgm:t>
    </dgm:pt>
    <dgm:pt modelId="{0EF08C8C-2F07-4B60-8185-B9595E2AB099}" type="parTrans" cxnId="{2458483A-ED8A-4DD3-84E5-8BC1EAD05976}">
      <dgm:prSet/>
      <dgm:spPr/>
      <dgm:t>
        <a:bodyPr/>
        <a:lstStyle/>
        <a:p>
          <a:endParaRPr lang="en-US" sz="2000"/>
        </a:p>
      </dgm:t>
    </dgm:pt>
    <dgm:pt modelId="{E5764901-2160-4275-9022-7C625AECD14C}" type="sibTrans" cxnId="{2458483A-ED8A-4DD3-84E5-8BC1EAD05976}">
      <dgm:prSet/>
      <dgm:spPr/>
      <dgm:t>
        <a:bodyPr/>
        <a:lstStyle/>
        <a:p>
          <a:pPr>
            <a:lnSpc>
              <a:spcPct val="100000"/>
            </a:lnSpc>
          </a:pPr>
          <a:endParaRPr lang="en-US" sz="2000"/>
        </a:p>
      </dgm:t>
    </dgm:pt>
    <dgm:pt modelId="{C9436A7F-FEE5-4093-ACC4-0B65AF0164FB}">
      <dgm:prSet custT="1"/>
      <dgm:spPr/>
      <dgm:t>
        <a:bodyPr/>
        <a:lstStyle/>
        <a:p>
          <a:pPr>
            <a:lnSpc>
              <a:spcPct val="100000"/>
            </a:lnSpc>
          </a:pPr>
          <a:r>
            <a:rPr lang="en-US" sz="1400" dirty="0"/>
            <a:t>Scam-urile </a:t>
          </a:r>
          <a:r>
            <a:rPr lang="en-US" sz="1400" dirty="0" err="1"/>
            <a:t>vor</a:t>
          </a:r>
          <a:r>
            <a:rPr lang="en-US" sz="1400" dirty="0"/>
            <a:t> </a:t>
          </a:r>
          <a:r>
            <a:rPr lang="en-US" sz="1400" dirty="0" err="1"/>
            <a:t>deveni</a:t>
          </a:r>
          <a:r>
            <a:rPr lang="en-US" sz="1400" dirty="0"/>
            <a:t> </a:t>
          </a:r>
          <a:r>
            <a:rPr lang="en-US" sz="1400" dirty="0" err="1"/>
            <a:t>mult</a:t>
          </a:r>
          <a:r>
            <a:rPr lang="en-US" sz="1400" dirty="0"/>
            <a:t> </a:t>
          </a:r>
          <a:r>
            <a:rPr lang="en-US" sz="1400" dirty="0" err="1"/>
            <a:t>mai</a:t>
          </a:r>
          <a:r>
            <a:rPr lang="en-US" sz="1400" dirty="0"/>
            <a:t> </a:t>
          </a:r>
          <a:r>
            <a:rPr lang="en-US" sz="1400" dirty="0" err="1"/>
            <a:t>greu</a:t>
          </a:r>
          <a:r>
            <a:rPr lang="en-US" sz="1400" dirty="0"/>
            <a:t> de </a:t>
          </a:r>
          <a:r>
            <a:rPr lang="en-US" sz="1400" dirty="0" err="1"/>
            <a:t>detectat</a:t>
          </a:r>
          <a:r>
            <a:rPr lang="en-US" sz="1400" dirty="0"/>
            <a:t>, </a:t>
          </a:r>
          <a:r>
            <a:rPr lang="en-US" sz="1400" dirty="0" err="1"/>
            <a:t>deoarece</a:t>
          </a:r>
          <a:r>
            <a:rPr lang="en-US" sz="1400" dirty="0"/>
            <a:t> </a:t>
          </a:r>
          <a:r>
            <a:rPr lang="en-US" sz="1400" dirty="0" err="1"/>
            <a:t>victimele</a:t>
          </a:r>
          <a:r>
            <a:rPr lang="en-US" sz="1400" dirty="0"/>
            <a:t> </a:t>
          </a:r>
          <a:r>
            <a:rPr lang="en-US" sz="1400" dirty="0" err="1"/>
            <a:t>vor</a:t>
          </a:r>
          <a:r>
            <a:rPr lang="en-US" sz="1400" dirty="0"/>
            <a:t> </a:t>
          </a:r>
          <a:r>
            <a:rPr lang="en-US" sz="1400" dirty="0" err="1"/>
            <a:t>crede</a:t>
          </a:r>
          <a:r>
            <a:rPr lang="en-US" sz="1400" dirty="0"/>
            <a:t> </a:t>
          </a:r>
          <a:r>
            <a:rPr lang="en-US" sz="1400" dirty="0" err="1"/>
            <a:t>că</a:t>
          </a:r>
          <a:r>
            <a:rPr lang="en-US" sz="1400" dirty="0"/>
            <a:t> </a:t>
          </a:r>
          <a:r>
            <a:rPr lang="en-US" sz="1400" dirty="0" err="1"/>
            <a:t>interacționează</a:t>
          </a:r>
          <a:r>
            <a:rPr lang="en-US" sz="1400" dirty="0"/>
            <a:t> cu </a:t>
          </a:r>
          <a:r>
            <a:rPr lang="en-US" sz="1400" dirty="0" err="1"/>
            <a:t>persoane</a:t>
          </a:r>
          <a:r>
            <a:rPr lang="en-US" sz="1400" dirty="0"/>
            <a:t> </a:t>
          </a:r>
          <a:r>
            <a:rPr lang="en-US" sz="1400" dirty="0" err="1"/>
            <a:t>reale</a:t>
          </a:r>
          <a:r>
            <a:rPr lang="en-US" sz="1400" dirty="0"/>
            <a:t>.</a:t>
          </a:r>
        </a:p>
      </dgm:t>
    </dgm:pt>
    <dgm:pt modelId="{4DD4C0DC-10E3-41D4-9333-E9A4BE053030}" type="parTrans" cxnId="{78D12DC0-640B-445C-A60A-1F1DED5850E6}">
      <dgm:prSet/>
      <dgm:spPr/>
      <dgm:t>
        <a:bodyPr/>
        <a:lstStyle/>
        <a:p>
          <a:endParaRPr lang="en-US" sz="2000"/>
        </a:p>
      </dgm:t>
    </dgm:pt>
    <dgm:pt modelId="{FEF1C5B9-E0F4-4386-B1F7-15DBAE244264}" type="sibTrans" cxnId="{78D12DC0-640B-445C-A60A-1F1DED5850E6}">
      <dgm:prSet/>
      <dgm:spPr/>
      <dgm:t>
        <a:bodyPr/>
        <a:lstStyle/>
        <a:p>
          <a:endParaRPr lang="en-US" sz="2000"/>
        </a:p>
      </dgm:t>
    </dgm:pt>
    <dgm:pt modelId="{9D728BCB-498A-43C3-AAB4-D23DFB0743CB}" type="pres">
      <dgm:prSet presAssocID="{C383A9DE-8556-4B80-90C5-1E9D1AC13D4D}" presName="root" presStyleCnt="0">
        <dgm:presLayoutVars>
          <dgm:dir/>
          <dgm:resizeHandles val="exact"/>
        </dgm:presLayoutVars>
      </dgm:prSet>
      <dgm:spPr/>
    </dgm:pt>
    <dgm:pt modelId="{274F928A-E0BF-49E6-9671-5962D6051769}" type="pres">
      <dgm:prSet presAssocID="{C383A9DE-8556-4B80-90C5-1E9D1AC13D4D}" presName="container" presStyleCnt="0">
        <dgm:presLayoutVars>
          <dgm:dir/>
          <dgm:resizeHandles val="exact"/>
        </dgm:presLayoutVars>
      </dgm:prSet>
      <dgm:spPr/>
    </dgm:pt>
    <dgm:pt modelId="{04E662D0-DF75-4EFA-83DE-90C4F0F86C4B}" type="pres">
      <dgm:prSet presAssocID="{8B8EF5DC-4D73-46FE-9B12-CEEB13AABED2}" presName="compNode" presStyleCnt="0"/>
      <dgm:spPr/>
    </dgm:pt>
    <dgm:pt modelId="{EABB18AE-2818-42A2-8C97-56D9F7E5836E}" type="pres">
      <dgm:prSet presAssocID="{8B8EF5DC-4D73-46FE-9B12-CEEB13AABED2}" presName="iconBgRect" presStyleLbl="bgShp" presStyleIdx="0" presStyleCnt="3"/>
      <dgm:spPr/>
    </dgm:pt>
    <dgm:pt modelId="{D874C5CB-6B13-4209-9B4F-316EA4380749}" type="pres">
      <dgm:prSet presAssocID="{8B8EF5DC-4D73-46FE-9B12-CEEB13AABED2}" presName="iconRect" presStyleLbl="node1" presStyleIdx="0" presStyleCnt="3" custLinFactNeighborX="-2162" custLinFactNeighborY="0"/>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Earth globe: Americas with solid fill"/>
        </a:ext>
      </dgm:extLst>
    </dgm:pt>
    <dgm:pt modelId="{755C6417-1A77-43B2-8378-0A27E0513FBF}" type="pres">
      <dgm:prSet presAssocID="{8B8EF5DC-4D73-46FE-9B12-CEEB13AABED2}" presName="spaceRect" presStyleCnt="0"/>
      <dgm:spPr/>
    </dgm:pt>
    <dgm:pt modelId="{C2CE46AF-0DB2-4C8E-8F13-FBCE2EB3A8B7}" type="pres">
      <dgm:prSet presAssocID="{8B8EF5DC-4D73-46FE-9B12-CEEB13AABED2}" presName="textRect" presStyleLbl="revTx" presStyleIdx="0" presStyleCnt="3">
        <dgm:presLayoutVars>
          <dgm:chMax val="1"/>
          <dgm:chPref val="1"/>
        </dgm:presLayoutVars>
      </dgm:prSet>
      <dgm:spPr/>
    </dgm:pt>
    <dgm:pt modelId="{F2971E51-5CF1-464E-82F4-82A15B76978D}" type="pres">
      <dgm:prSet presAssocID="{2E821E56-C463-42EB-94D0-4A9B2788BF6A}" presName="sibTrans" presStyleLbl="sibTrans2D1" presStyleIdx="0" presStyleCnt="0"/>
      <dgm:spPr/>
    </dgm:pt>
    <dgm:pt modelId="{358B5AD5-E2E6-4609-9B34-CF31D72F788F}" type="pres">
      <dgm:prSet presAssocID="{E733F612-2C54-4C8C-91D3-B2762B5FF886}" presName="compNode" presStyleCnt="0"/>
      <dgm:spPr/>
    </dgm:pt>
    <dgm:pt modelId="{6547041D-D687-4C9B-8B19-51149B701017}" type="pres">
      <dgm:prSet presAssocID="{E733F612-2C54-4C8C-91D3-B2762B5FF886}" presName="iconBgRect" presStyleLbl="bgShp" presStyleIdx="1" presStyleCnt="3"/>
      <dgm:spPr>
        <a:ln>
          <a:noFill/>
        </a:ln>
      </dgm:spPr>
    </dgm:pt>
    <dgm:pt modelId="{9984812D-A12E-4AFD-A318-D9BEA9CE27CB}" type="pres">
      <dgm:prSet presAssocID="{E733F612-2C54-4C8C-91D3-B2762B5FF886}"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ycle with people with solid fill"/>
        </a:ext>
      </dgm:extLst>
    </dgm:pt>
    <dgm:pt modelId="{01E2D299-B5BE-465F-8B77-13330D271F03}" type="pres">
      <dgm:prSet presAssocID="{E733F612-2C54-4C8C-91D3-B2762B5FF886}" presName="spaceRect" presStyleCnt="0"/>
      <dgm:spPr/>
    </dgm:pt>
    <dgm:pt modelId="{08867DA2-1C5C-49D4-9ED6-B5937A495EC1}" type="pres">
      <dgm:prSet presAssocID="{E733F612-2C54-4C8C-91D3-B2762B5FF886}" presName="textRect" presStyleLbl="revTx" presStyleIdx="1" presStyleCnt="3">
        <dgm:presLayoutVars>
          <dgm:chMax val="1"/>
          <dgm:chPref val="1"/>
        </dgm:presLayoutVars>
      </dgm:prSet>
      <dgm:spPr/>
    </dgm:pt>
    <dgm:pt modelId="{80252DAC-723E-4859-998B-68FD45B89312}" type="pres">
      <dgm:prSet presAssocID="{E5764901-2160-4275-9022-7C625AECD14C}" presName="sibTrans" presStyleLbl="sibTrans2D1" presStyleIdx="0" presStyleCnt="0"/>
      <dgm:spPr/>
    </dgm:pt>
    <dgm:pt modelId="{A28FB098-40EF-4687-A1E7-BAEC3B282ED7}" type="pres">
      <dgm:prSet presAssocID="{C9436A7F-FEE5-4093-ACC4-0B65AF0164FB}" presName="compNode" presStyleCnt="0"/>
      <dgm:spPr/>
    </dgm:pt>
    <dgm:pt modelId="{88636066-9282-4FB3-BE9C-643B70CC4F09}" type="pres">
      <dgm:prSet presAssocID="{C9436A7F-FEE5-4093-ACC4-0B65AF0164FB}" presName="iconBgRect" presStyleLbl="bgShp" presStyleIdx="2" presStyleCnt="3"/>
      <dgm:spPr>
        <a:ln>
          <a:noFill/>
        </a:ln>
      </dgm:spPr>
    </dgm:pt>
    <dgm:pt modelId="{F3B9CE66-7A43-427A-8C8A-BE956F4D3319}" type="pres">
      <dgm:prSet presAssocID="{C9436A7F-FEE5-4093-ACC4-0B65AF0164FB}"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Angel face with solid fill with solid fill"/>
        </a:ext>
      </dgm:extLst>
    </dgm:pt>
    <dgm:pt modelId="{7EBA9BB8-99FD-4B19-87C3-ABE9CAE2CFB6}" type="pres">
      <dgm:prSet presAssocID="{C9436A7F-FEE5-4093-ACC4-0B65AF0164FB}" presName="spaceRect" presStyleCnt="0"/>
      <dgm:spPr/>
    </dgm:pt>
    <dgm:pt modelId="{387BF5C3-3514-475B-91DA-E6BF7BAA0240}" type="pres">
      <dgm:prSet presAssocID="{C9436A7F-FEE5-4093-ACC4-0B65AF0164FB}" presName="textRect" presStyleLbl="revTx" presStyleIdx="2" presStyleCnt="3">
        <dgm:presLayoutVars>
          <dgm:chMax val="1"/>
          <dgm:chPref val="1"/>
        </dgm:presLayoutVars>
      </dgm:prSet>
      <dgm:spPr/>
    </dgm:pt>
  </dgm:ptLst>
  <dgm:cxnLst>
    <dgm:cxn modelId="{FC219E38-E58E-4F91-A10D-845EA13A7061}" type="presOf" srcId="{E733F612-2C54-4C8C-91D3-B2762B5FF886}" destId="{08867DA2-1C5C-49D4-9ED6-B5937A495EC1}" srcOrd="0" destOrd="0" presId="urn:microsoft.com/office/officeart/2018/2/layout/IconCircleList"/>
    <dgm:cxn modelId="{2458483A-ED8A-4DD3-84E5-8BC1EAD05976}" srcId="{C383A9DE-8556-4B80-90C5-1E9D1AC13D4D}" destId="{E733F612-2C54-4C8C-91D3-B2762B5FF886}" srcOrd="1" destOrd="0" parTransId="{0EF08C8C-2F07-4B60-8185-B9595E2AB099}" sibTransId="{E5764901-2160-4275-9022-7C625AECD14C}"/>
    <dgm:cxn modelId="{4465363B-842F-4142-B1F4-FE7CAA51C31F}" srcId="{C383A9DE-8556-4B80-90C5-1E9D1AC13D4D}" destId="{8B8EF5DC-4D73-46FE-9B12-CEEB13AABED2}" srcOrd="0" destOrd="0" parTransId="{0104559A-B0A0-40FF-B6E1-C279A24228F4}" sibTransId="{2E821E56-C463-42EB-94D0-4A9B2788BF6A}"/>
    <dgm:cxn modelId="{899C9678-8533-4511-8A26-62514D851899}" type="presOf" srcId="{8B8EF5DC-4D73-46FE-9B12-CEEB13AABED2}" destId="{C2CE46AF-0DB2-4C8E-8F13-FBCE2EB3A8B7}" srcOrd="0" destOrd="0" presId="urn:microsoft.com/office/officeart/2018/2/layout/IconCircleList"/>
    <dgm:cxn modelId="{5A331386-3714-4FE9-A648-734250057D78}" type="presOf" srcId="{E5764901-2160-4275-9022-7C625AECD14C}" destId="{80252DAC-723E-4859-998B-68FD45B89312}" srcOrd="0" destOrd="0" presId="urn:microsoft.com/office/officeart/2018/2/layout/IconCircleList"/>
    <dgm:cxn modelId="{C4D79594-3015-4DDB-95F7-C1D59CBA86A9}" type="presOf" srcId="{C383A9DE-8556-4B80-90C5-1E9D1AC13D4D}" destId="{9D728BCB-498A-43C3-AAB4-D23DFB0743CB}" srcOrd="0" destOrd="0" presId="urn:microsoft.com/office/officeart/2018/2/layout/IconCircleList"/>
    <dgm:cxn modelId="{78D12DC0-640B-445C-A60A-1F1DED5850E6}" srcId="{C383A9DE-8556-4B80-90C5-1E9D1AC13D4D}" destId="{C9436A7F-FEE5-4093-ACC4-0B65AF0164FB}" srcOrd="2" destOrd="0" parTransId="{4DD4C0DC-10E3-41D4-9333-E9A4BE053030}" sibTransId="{FEF1C5B9-E0F4-4386-B1F7-15DBAE244264}"/>
    <dgm:cxn modelId="{56EDF5CC-6E01-463B-A9F0-48D957858A8C}" type="presOf" srcId="{C9436A7F-FEE5-4093-ACC4-0B65AF0164FB}" destId="{387BF5C3-3514-475B-91DA-E6BF7BAA0240}" srcOrd="0" destOrd="0" presId="urn:microsoft.com/office/officeart/2018/2/layout/IconCircleList"/>
    <dgm:cxn modelId="{E89CDED9-25CB-4077-A084-F097054693C9}" type="presOf" srcId="{2E821E56-C463-42EB-94D0-4A9B2788BF6A}" destId="{F2971E51-5CF1-464E-82F4-82A15B76978D}" srcOrd="0" destOrd="0" presId="urn:microsoft.com/office/officeart/2018/2/layout/IconCircleList"/>
    <dgm:cxn modelId="{6642FE1A-796C-467F-B791-3FD2F87F2442}" type="presParOf" srcId="{9D728BCB-498A-43C3-AAB4-D23DFB0743CB}" destId="{274F928A-E0BF-49E6-9671-5962D6051769}" srcOrd="0" destOrd="0" presId="urn:microsoft.com/office/officeart/2018/2/layout/IconCircleList"/>
    <dgm:cxn modelId="{0C330B5F-F20E-4AB3-B46D-0AB01AC4CE3A}" type="presParOf" srcId="{274F928A-E0BF-49E6-9671-5962D6051769}" destId="{04E662D0-DF75-4EFA-83DE-90C4F0F86C4B}" srcOrd="0" destOrd="0" presId="urn:microsoft.com/office/officeart/2018/2/layout/IconCircleList"/>
    <dgm:cxn modelId="{43BA869A-5F29-4D94-99AA-3CB4BC7CCBF9}" type="presParOf" srcId="{04E662D0-DF75-4EFA-83DE-90C4F0F86C4B}" destId="{EABB18AE-2818-42A2-8C97-56D9F7E5836E}" srcOrd="0" destOrd="0" presId="urn:microsoft.com/office/officeart/2018/2/layout/IconCircleList"/>
    <dgm:cxn modelId="{46E37540-788F-42E0-8DD3-F676AA723E27}" type="presParOf" srcId="{04E662D0-DF75-4EFA-83DE-90C4F0F86C4B}" destId="{D874C5CB-6B13-4209-9B4F-316EA4380749}" srcOrd="1" destOrd="0" presId="urn:microsoft.com/office/officeart/2018/2/layout/IconCircleList"/>
    <dgm:cxn modelId="{2383708B-C11D-4BEA-98D3-C3A8104D3FE0}" type="presParOf" srcId="{04E662D0-DF75-4EFA-83DE-90C4F0F86C4B}" destId="{755C6417-1A77-43B2-8378-0A27E0513FBF}" srcOrd="2" destOrd="0" presId="urn:microsoft.com/office/officeart/2018/2/layout/IconCircleList"/>
    <dgm:cxn modelId="{8E0F1233-2088-463B-B834-9903568F0926}" type="presParOf" srcId="{04E662D0-DF75-4EFA-83DE-90C4F0F86C4B}" destId="{C2CE46AF-0DB2-4C8E-8F13-FBCE2EB3A8B7}" srcOrd="3" destOrd="0" presId="urn:microsoft.com/office/officeart/2018/2/layout/IconCircleList"/>
    <dgm:cxn modelId="{27D4BE07-4B88-4493-BC07-03BE92AF5300}" type="presParOf" srcId="{274F928A-E0BF-49E6-9671-5962D6051769}" destId="{F2971E51-5CF1-464E-82F4-82A15B76978D}" srcOrd="1" destOrd="0" presId="urn:microsoft.com/office/officeart/2018/2/layout/IconCircleList"/>
    <dgm:cxn modelId="{6C31A2BC-4AE0-4EF6-87A3-AD0628B01405}" type="presParOf" srcId="{274F928A-E0BF-49E6-9671-5962D6051769}" destId="{358B5AD5-E2E6-4609-9B34-CF31D72F788F}" srcOrd="2" destOrd="0" presId="urn:microsoft.com/office/officeart/2018/2/layout/IconCircleList"/>
    <dgm:cxn modelId="{82567991-C910-433A-B6DB-4AE4C5025F38}" type="presParOf" srcId="{358B5AD5-E2E6-4609-9B34-CF31D72F788F}" destId="{6547041D-D687-4C9B-8B19-51149B701017}" srcOrd="0" destOrd="0" presId="urn:microsoft.com/office/officeart/2018/2/layout/IconCircleList"/>
    <dgm:cxn modelId="{7C2B3DBF-3AA0-4126-93F2-DBE759EED343}" type="presParOf" srcId="{358B5AD5-E2E6-4609-9B34-CF31D72F788F}" destId="{9984812D-A12E-4AFD-A318-D9BEA9CE27CB}" srcOrd="1" destOrd="0" presId="urn:microsoft.com/office/officeart/2018/2/layout/IconCircleList"/>
    <dgm:cxn modelId="{79FFDAEC-B82D-4172-9328-090B2171715C}" type="presParOf" srcId="{358B5AD5-E2E6-4609-9B34-CF31D72F788F}" destId="{01E2D299-B5BE-465F-8B77-13330D271F03}" srcOrd="2" destOrd="0" presId="urn:microsoft.com/office/officeart/2018/2/layout/IconCircleList"/>
    <dgm:cxn modelId="{55123064-934D-4069-9E3E-C6B11D94DA75}" type="presParOf" srcId="{358B5AD5-E2E6-4609-9B34-CF31D72F788F}" destId="{08867DA2-1C5C-49D4-9ED6-B5937A495EC1}" srcOrd="3" destOrd="0" presId="urn:microsoft.com/office/officeart/2018/2/layout/IconCircleList"/>
    <dgm:cxn modelId="{DF2488F1-50A1-4F89-8278-D57BD979AFCF}" type="presParOf" srcId="{274F928A-E0BF-49E6-9671-5962D6051769}" destId="{80252DAC-723E-4859-998B-68FD45B89312}" srcOrd="3" destOrd="0" presId="urn:microsoft.com/office/officeart/2018/2/layout/IconCircleList"/>
    <dgm:cxn modelId="{20D88085-AE07-4565-BCC9-1564AA578F62}" type="presParOf" srcId="{274F928A-E0BF-49E6-9671-5962D6051769}" destId="{A28FB098-40EF-4687-A1E7-BAEC3B282ED7}" srcOrd="4" destOrd="0" presId="urn:microsoft.com/office/officeart/2018/2/layout/IconCircleList"/>
    <dgm:cxn modelId="{052CCD5A-324C-4C69-A1F6-81AAEAE1894F}" type="presParOf" srcId="{A28FB098-40EF-4687-A1E7-BAEC3B282ED7}" destId="{88636066-9282-4FB3-BE9C-643B70CC4F09}" srcOrd="0" destOrd="0" presId="urn:microsoft.com/office/officeart/2018/2/layout/IconCircleList"/>
    <dgm:cxn modelId="{71614E81-95F6-46C0-9216-759428D6F7B5}" type="presParOf" srcId="{A28FB098-40EF-4687-A1E7-BAEC3B282ED7}" destId="{F3B9CE66-7A43-427A-8C8A-BE956F4D3319}" srcOrd="1" destOrd="0" presId="urn:microsoft.com/office/officeart/2018/2/layout/IconCircleList"/>
    <dgm:cxn modelId="{BD5D1114-782F-402D-A21A-86778DAFEBD2}" type="presParOf" srcId="{A28FB098-40EF-4687-A1E7-BAEC3B282ED7}" destId="{7EBA9BB8-99FD-4B19-87C3-ABE9CAE2CFB6}" srcOrd="2" destOrd="0" presId="urn:microsoft.com/office/officeart/2018/2/layout/IconCircleList"/>
    <dgm:cxn modelId="{A561F643-1AD3-4EF6-B5DC-454F61937167}" type="presParOf" srcId="{A28FB098-40EF-4687-A1E7-BAEC3B282ED7}" destId="{387BF5C3-3514-475B-91DA-E6BF7BAA024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5205A79-62BE-4A45-9E1A-09B53AD3FBF0}" type="doc">
      <dgm:prSet loTypeId="urn:microsoft.com/office/officeart/2016/7/layout/LinearBlockProcessNumbered" loCatId="process" qsTypeId="urn:microsoft.com/office/officeart/2005/8/quickstyle/simple1" qsCatId="simple" csTypeId="urn:microsoft.com/office/officeart/2005/8/colors/accent1_2" csCatId="accent1" phldr="1"/>
      <dgm:spPr/>
      <dgm:t>
        <a:bodyPr/>
        <a:lstStyle/>
        <a:p>
          <a:endParaRPr lang="en-US"/>
        </a:p>
      </dgm:t>
    </dgm:pt>
    <dgm:pt modelId="{E0A2BF53-2BFC-4A7E-8252-921820129C78}">
      <dgm:prSet custT="1"/>
      <dgm:spPr/>
      <dgm:t>
        <a:bodyPr/>
        <a:lstStyle/>
        <a:p>
          <a:r>
            <a:rPr lang="en-US" sz="1200" dirty="0" err="1"/>
            <a:t>Încălcarea</a:t>
          </a:r>
          <a:r>
            <a:rPr lang="en-US" sz="1200" dirty="0"/>
            <a:t> </a:t>
          </a:r>
          <a:r>
            <a:rPr lang="en-US" sz="1200" dirty="0" err="1"/>
            <a:t>încrederii</a:t>
          </a:r>
          <a:r>
            <a:rPr lang="en-US" sz="1200" dirty="0"/>
            <a:t> </a:t>
          </a:r>
          <a:r>
            <a:rPr lang="en-US" sz="1200" dirty="0" err="1"/>
            <a:t>și</a:t>
          </a:r>
          <a:r>
            <a:rPr lang="en-US" sz="1200" dirty="0"/>
            <a:t> </a:t>
          </a:r>
          <a:r>
            <a:rPr lang="en-US" sz="1200" dirty="0" err="1"/>
            <a:t>manipularea</a:t>
          </a:r>
          <a:r>
            <a:rPr lang="en-US" sz="1200" dirty="0"/>
            <a:t> – </a:t>
          </a:r>
          <a:r>
            <a:rPr lang="en-US" sz="1200" dirty="0" err="1"/>
            <a:t>Atacatorii</a:t>
          </a:r>
          <a:r>
            <a:rPr lang="en-US" sz="1200" dirty="0"/>
            <a:t> </a:t>
          </a:r>
          <a:r>
            <a:rPr lang="en-US" sz="1200" dirty="0" err="1"/>
            <a:t>exploatează</a:t>
          </a:r>
          <a:r>
            <a:rPr lang="en-US" sz="1200" dirty="0"/>
            <a:t> </a:t>
          </a:r>
          <a:r>
            <a:rPr lang="en-US" sz="1200" dirty="0" err="1"/>
            <a:t>vulnerabilitățile</a:t>
          </a:r>
          <a:r>
            <a:rPr lang="en-US" sz="1200" dirty="0"/>
            <a:t> </a:t>
          </a:r>
          <a:r>
            <a:rPr lang="en-US" sz="1200" dirty="0" err="1"/>
            <a:t>oamenilor</a:t>
          </a:r>
          <a:r>
            <a:rPr lang="en-US" sz="1200" dirty="0"/>
            <a:t> </a:t>
          </a:r>
          <a:r>
            <a:rPr lang="en-US" sz="1200" dirty="0" err="1"/>
            <a:t>prin</a:t>
          </a:r>
          <a:r>
            <a:rPr lang="en-US" sz="1200" dirty="0"/>
            <a:t> </a:t>
          </a:r>
          <a:r>
            <a:rPr lang="en-US" sz="1200" dirty="0" err="1"/>
            <a:t>înșelăciune</a:t>
          </a:r>
          <a:r>
            <a:rPr lang="en-US" sz="1200" dirty="0"/>
            <a:t> </a:t>
          </a:r>
          <a:r>
            <a:rPr lang="en-US" sz="1200" dirty="0" err="1"/>
            <a:t>și</a:t>
          </a:r>
          <a:r>
            <a:rPr lang="en-US" sz="1200" dirty="0"/>
            <a:t> </a:t>
          </a:r>
          <a:r>
            <a:rPr lang="en-US" sz="1200" dirty="0" err="1"/>
            <a:t>inducere</a:t>
          </a:r>
          <a:r>
            <a:rPr lang="en-US" sz="1200" dirty="0"/>
            <a:t> </a:t>
          </a:r>
          <a:r>
            <a:rPr lang="en-US" sz="1200" dirty="0" err="1"/>
            <a:t>în</a:t>
          </a:r>
          <a:r>
            <a:rPr lang="en-US" sz="1200" dirty="0"/>
            <a:t> </a:t>
          </a:r>
          <a:r>
            <a:rPr lang="en-US" sz="1200" dirty="0" err="1"/>
            <a:t>eroare</a:t>
          </a:r>
          <a:r>
            <a:rPr lang="en-US" sz="1200" dirty="0"/>
            <a:t>.</a:t>
          </a:r>
        </a:p>
      </dgm:t>
    </dgm:pt>
    <dgm:pt modelId="{963C40E2-221F-446E-9DCF-713CC6314B3D}" type="parTrans" cxnId="{BE766EAC-AAF1-4111-A08B-3C15B89F0C37}">
      <dgm:prSet/>
      <dgm:spPr/>
      <dgm:t>
        <a:bodyPr/>
        <a:lstStyle/>
        <a:p>
          <a:endParaRPr lang="en-US" sz="1800"/>
        </a:p>
      </dgm:t>
    </dgm:pt>
    <dgm:pt modelId="{DDD3512A-5D96-4B24-A5E6-1A11E7EBFA33}" type="sibTrans" cxnId="{BE766EAC-AAF1-4111-A08B-3C15B89F0C37}">
      <dgm:prSet phldrT="01"/>
      <dgm:spPr/>
      <dgm:t>
        <a:bodyPr/>
        <a:lstStyle/>
        <a:p>
          <a:r>
            <a:rPr lang="en-US" dirty="0"/>
            <a:t>01</a:t>
          </a:r>
        </a:p>
      </dgm:t>
    </dgm:pt>
    <dgm:pt modelId="{C02351CB-59CB-4077-AF5F-652482878C3A}">
      <dgm:prSet custT="1"/>
      <dgm:spPr/>
      <dgm:t>
        <a:bodyPr/>
        <a:lstStyle/>
        <a:p>
          <a:r>
            <a:rPr lang="en-US" sz="1200" dirty="0" err="1"/>
            <a:t>Prejudicii</a:t>
          </a:r>
          <a:r>
            <a:rPr lang="en-US" sz="1200" dirty="0"/>
            <a:t> </a:t>
          </a:r>
          <a:r>
            <a:rPr lang="en-US" sz="1200" dirty="0" err="1"/>
            <a:t>financiare</a:t>
          </a:r>
          <a:r>
            <a:rPr lang="en-US" sz="1200" dirty="0"/>
            <a:t> </a:t>
          </a:r>
          <a:r>
            <a:rPr lang="en-US" sz="1200" dirty="0" err="1"/>
            <a:t>și</a:t>
          </a:r>
          <a:r>
            <a:rPr lang="en-US" sz="1200" dirty="0"/>
            <a:t> </a:t>
          </a:r>
          <a:r>
            <a:rPr lang="en-US" sz="1200" dirty="0" err="1"/>
            <a:t>emoționale</a:t>
          </a:r>
          <a:r>
            <a:rPr lang="en-US" sz="1200" dirty="0"/>
            <a:t> – </a:t>
          </a:r>
          <a:r>
            <a:rPr lang="en-US" sz="1200" dirty="0" err="1"/>
            <a:t>Victimele</a:t>
          </a:r>
          <a:r>
            <a:rPr lang="en-US" sz="1200" dirty="0"/>
            <a:t> pot </a:t>
          </a:r>
          <a:r>
            <a:rPr lang="en-US" sz="1200" dirty="0" err="1"/>
            <a:t>suferi</a:t>
          </a:r>
          <a:r>
            <a:rPr lang="en-US" sz="1200" dirty="0"/>
            <a:t> </a:t>
          </a:r>
          <a:r>
            <a:rPr lang="en-US" sz="1200" dirty="0" err="1"/>
            <a:t>pierderi</a:t>
          </a:r>
          <a:r>
            <a:rPr lang="en-US" sz="1200" dirty="0"/>
            <a:t> </a:t>
          </a:r>
          <a:r>
            <a:rPr lang="en-US" sz="1200" dirty="0" err="1"/>
            <a:t>materiale</a:t>
          </a:r>
          <a:r>
            <a:rPr lang="en-US" sz="1200" dirty="0"/>
            <a:t> </a:t>
          </a:r>
          <a:r>
            <a:rPr lang="en-US" sz="1200" dirty="0" err="1"/>
            <a:t>și</a:t>
          </a:r>
          <a:r>
            <a:rPr lang="en-US" sz="1200" dirty="0"/>
            <a:t> </a:t>
          </a:r>
          <a:r>
            <a:rPr lang="en-US" sz="1200" dirty="0" err="1"/>
            <a:t>traume</a:t>
          </a:r>
          <a:r>
            <a:rPr lang="en-US" sz="1200" dirty="0"/>
            <a:t> </a:t>
          </a:r>
          <a:r>
            <a:rPr lang="en-US" sz="1200" dirty="0" err="1"/>
            <a:t>psihologice</a:t>
          </a:r>
          <a:r>
            <a:rPr lang="en-US" sz="1200" dirty="0"/>
            <a:t>, </a:t>
          </a:r>
          <a:r>
            <a:rPr lang="en-US" sz="1200" dirty="0" err="1"/>
            <a:t>afectându</a:t>
          </a:r>
          <a:r>
            <a:rPr lang="en-US" sz="1200" dirty="0"/>
            <a:t>-le </a:t>
          </a:r>
          <a:r>
            <a:rPr lang="en-US" sz="1200" dirty="0" err="1"/>
            <a:t>siguranța</a:t>
          </a:r>
          <a:r>
            <a:rPr lang="en-US" sz="1200" dirty="0"/>
            <a:t> </a:t>
          </a:r>
          <a:r>
            <a:rPr lang="en-US" sz="1200" dirty="0" err="1"/>
            <a:t>și</a:t>
          </a:r>
          <a:r>
            <a:rPr lang="en-US" sz="1200" dirty="0"/>
            <a:t> </a:t>
          </a:r>
          <a:r>
            <a:rPr lang="en-US" sz="1200" dirty="0" err="1"/>
            <a:t>bunăstarea</a:t>
          </a:r>
          <a:r>
            <a:rPr lang="en-US" sz="1200" dirty="0"/>
            <a:t>.</a:t>
          </a:r>
        </a:p>
      </dgm:t>
    </dgm:pt>
    <dgm:pt modelId="{7C58D0BE-4380-4FB1-8C25-B067A2443D4F}" type="parTrans" cxnId="{3945F406-EEE9-4A45-A7A9-ECDB2A2A8720}">
      <dgm:prSet/>
      <dgm:spPr/>
      <dgm:t>
        <a:bodyPr/>
        <a:lstStyle/>
        <a:p>
          <a:endParaRPr lang="en-US" sz="1800"/>
        </a:p>
      </dgm:t>
    </dgm:pt>
    <dgm:pt modelId="{1823E2B8-AFFA-4475-B8D7-E833033AF0BC}" type="sibTrans" cxnId="{3945F406-EEE9-4A45-A7A9-ECDB2A2A8720}">
      <dgm:prSet phldrT="02"/>
      <dgm:spPr/>
      <dgm:t>
        <a:bodyPr/>
        <a:lstStyle/>
        <a:p>
          <a:r>
            <a:rPr lang="en-US" dirty="0"/>
            <a:t>02</a:t>
          </a:r>
        </a:p>
      </dgm:t>
    </dgm:pt>
    <dgm:pt modelId="{C5A73002-86EA-4769-91CB-EE6D14F8C4D3}">
      <dgm:prSet custT="1"/>
      <dgm:spPr/>
      <dgm:t>
        <a:bodyPr/>
        <a:lstStyle/>
        <a:p>
          <a:r>
            <a:rPr lang="en-US" sz="1200" dirty="0" err="1"/>
            <a:t>Erodarea</a:t>
          </a:r>
          <a:r>
            <a:rPr lang="en-US" sz="1200" dirty="0"/>
            <a:t> </a:t>
          </a:r>
          <a:r>
            <a:rPr lang="en-US" sz="1200" dirty="0" err="1"/>
            <a:t>securității</a:t>
          </a:r>
          <a:r>
            <a:rPr lang="en-US" sz="1200" dirty="0"/>
            <a:t> </a:t>
          </a:r>
          <a:r>
            <a:rPr lang="en-US" sz="1200" dirty="0" err="1"/>
            <a:t>digitale</a:t>
          </a:r>
          <a:r>
            <a:rPr lang="en-US" sz="1200" dirty="0"/>
            <a:t> – Scam-urile </a:t>
          </a:r>
          <a:r>
            <a:rPr lang="en-US" sz="1200" dirty="0" err="1"/>
            <a:t>subminează</a:t>
          </a:r>
          <a:r>
            <a:rPr lang="en-US" sz="1200" dirty="0"/>
            <a:t> </a:t>
          </a:r>
          <a:r>
            <a:rPr lang="en-US" sz="1200" dirty="0" err="1"/>
            <a:t>încrederea</a:t>
          </a:r>
          <a:r>
            <a:rPr lang="en-US" sz="1200" dirty="0"/>
            <a:t> </a:t>
          </a:r>
          <a:r>
            <a:rPr lang="en-US" sz="1200" dirty="0" err="1"/>
            <a:t>în</a:t>
          </a:r>
          <a:r>
            <a:rPr lang="en-US" sz="1200" dirty="0"/>
            <a:t> </a:t>
          </a:r>
          <a:r>
            <a:rPr lang="en-US" sz="1200" dirty="0" err="1"/>
            <a:t>platformele</a:t>
          </a:r>
          <a:r>
            <a:rPr lang="en-US" sz="1200" dirty="0"/>
            <a:t> online </a:t>
          </a:r>
          <a:r>
            <a:rPr lang="en-US" sz="1200" dirty="0" err="1"/>
            <a:t>și</a:t>
          </a:r>
          <a:r>
            <a:rPr lang="en-US" sz="1200" dirty="0"/>
            <a:t> </a:t>
          </a:r>
          <a:r>
            <a:rPr lang="en-US" sz="1200" dirty="0" err="1"/>
            <a:t>sistemele</a:t>
          </a:r>
          <a:r>
            <a:rPr lang="en-US" sz="1200" dirty="0"/>
            <a:t> de </a:t>
          </a:r>
          <a:r>
            <a:rPr lang="en-US" sz="1200" dirty="0" err="1"/>
            <a:t>plată</a:t>
          </a:r>
          <a:r>
            <a:rPr lang="en-US" sz="1200" dirty="0"/>
            <a:t> </a:t>
          </a:r>
          <a:r>
            <a:rPr lang="en-US" sz="1200" dirty="0" err="1"/>
            <a:t>electronică</a:t>
          </a:r>
          <a:r>
            <a:rPr lang="en-US" sz="1100" dirty="0"/>
            <a:t>.</a:t>
          </a:r>
        </a:p>
      </dgm:t>
    </dgm:pt>
    <dgm:pt modelId="{1B6C2ECC-A0B9-4183-AF6A-53ED2F924AF0}" type="parTrans" cxnId="{04565111-F394-4542-AB14-6A09C217C747}">
      <dgm:prSet/>
      <dgm:spPr/>
      <dgm:t>
        <a:bodyPr/>
        <a:lstStyle/>
        <a:p>
          <a:endParaRPr lang="en-US" sz="1800"/>
        </a:p>
      </dgm:t>
    </dgm:pt>
    <dgm:pt modelId="{35C15876-4EB0-4197-9976-37E292CB6D84}" type="sibTrans" cxnId="{04565111-F394-4542-AB14-6A09C217C747}">
      <dgm:prSet phldrT="03"/>
      <dgm:spPr/>
      <dgm:t>
        <a:bodyPr/>
        <a:lstStyle/>
        <a:p>
          <a:r>
            <a:rPr lang="en-US" dirty="0"/>
            <a:t>03</a:t>
          </a:r>
        </a:p>
      </dgm:t>
    </dgm:pt>
    <dgm:pt modelId="{4FBDFD2F-1A7C-4D73-9013-3F665E239A00}" type="pres">
      <dgm:prSet presAssocID="{25205A79-62BE-4A45-9E1A-09B53AD3FBF0}" presName="Name0" presStyleCnt="0">
        <dgm:presLayoutVars>
          <dgm:animLvl val="lvl"/>
          <dgm:resizeHandles val="exact"/>
        </dgm:presLayoutVars>
      </dgm:prSet>
      <dgm:spPr/>
    </dgm:pt>
    <dgm:pt modelId="{B47634D5-5F9D-49B1-B1F7-5CF438CCCED7}" type="pres">
      <dgm:prSet presAssocID="{E0A2BF53-2BFC-4A7E-8252-921820129C78}" presName="compositeNode" presStyleCnt="0">
        <dgm:presLayoutVars>
          <dgm:bulletEnabled val="1"/>
        </dgm:presLayoutVars>
      </dgm:prSet>
      <dgm:spPr/>
    </dgm:pt>
    <dgm:pt modelId="{9274F654-190D-4C8D-B476-DF9D1407BFAD}" type="pres">
      <dgm:prSet presAssocID="{E0A2BF53-2BFC-4A7E-8252-921820129C78}" presName="bgRect" presStyleLbl="alignNode1" presStyleIdx="0" presStyleCnt="3" custLinFactNeighborX="1060" custLinFactNeighborY="-826"/>
      <dgm:spPr/>
    </dgm:pt>
    <dgm:pt modelId="{A883A292-74A2-47C9-AC72-481890F91FA0}" type="pres">
      <dgm:prSet presAssocID="{DDD3512A-5D96-4B24-A5E6-1A11E7EBFA33}" presName="sibTransNodeRect" presStyleLbl="alignNode1" presStyleIdx="0" presStyleCnt="3">
        <dgm:presLayoutVars>
          <dgm:chMax val="0"/>
          <dgm:bulletEnabled val="1"/>
        </dgm:presLayoutVars>
      </dgm:prSet>
      <dgm:spPr/>
    </dgm:pt>
    <dgm:pt modelId="{B4EA0810-C32F-4B16-B67F-82BDC9F7AC28}" type="pres">
      <dgm:prSet presAssocID="{E0A2BF53-2BFC-4A7E-8252-921820129C78}" presName="nodeRect" presStyleLbl="alignNode1" presStyleIdx="0" presStyleCnt="3">
        <dgm:presLayoutVars>
          <dgm:bulletEnabled val="1"/>
        </dgm:presLayoutVars>
      </dgm:prSet>
      <dgm:spPr/>
    </dgm:pt>
    <dgm:pt modelId="{792C1C12-296E-48B5-AE4E-E31143904A1D}" type="pres">
      <dgm:prSet presAssocID="{DDD3512A-5D96-4B24-A5E6-1A11E7EBFA33}" presName="sibTrans" presStyleCnt="0"/>
      <dgm:spPr/>
    </dgm:pt>
    <dgm:pt modelId="{D3C05043-1EC8-4C4C-B5C3-7A5A2C265E9D}" type="pres">
      <dgm:prSet presAssocID="{C02351CB-59CB-4077-AF5F-652482878C3A}" presName="compositeNode" presStyleCnt="0">
        <dgm:presLayoutVars>
          <dgm:bulletEnabled val="1"/>
        </dgm:presLayoutVars>
      </dgm:prSet>
      <dgm:spPr/>
    </dgm:pt>
    <dgm:pt modelId="{BBBA9D77-DE87-4030-9C85-A9A0C5B16D71}" type="pres">
      <dgm:prSet presAssocID="{C02351CB-59CB-4077-AF5F-652482878C3A}" presName="bgRect" presStyleLbl="alignNode1" presStyleIdx="1" presStyleCnt="3"/>
      <dgm:spPr/>
    </dgm:pt>
    <dgm:pt modelId="{61543CF9-B9E1-47B2-AFDF-A4168BD3D739}" type="pres">
      <dgm:prSet presAssocID="{1823E2B8-AFFA-4475-B8D7-E833033AF0BC}" presName="sibTransNodeRect" presStyleLbl="alignNode1" presStyleIdx="1" presStyleCnt="3">
        <dgm:presLayoutVars>
          <dgm:chMax val="0"/>
          <dgm:bulletEnabled val="1"/>
        </dgm:presLayoutVars>
      </dgm:prSet>
      <dgm:spPr/>
    </dgm:pt>
    <dgm:pt modelId="{2C90D1A8-E86C-4562-8D42-08A83617C612}" type="pres">
      <dgm:prSet presAssocID="{C02351CB-59CB-4077-AF5F-652482878C3A}" presName="nodeRect" presStyleLbl="alignNode1" presStyleIdx="1" presStyleCnt="3">
        <dgm:presLayoutVars>
          <dgm:bulletEnabled val="1"/>
        </dgm:presLayoutVars>
      </dgm:prSet>
      <dgm:spPr/>
    </dgm:pt>
    <dgm:pt modelId="{CBB3AF98-05C1-41A5-B791-D8BD06C48D5F}" type="pres">
      <dgm:prSet presAssocID="{1823E2B8-AFFA-4475-B8D7-E833033AF0BC}" presName="sibTrans" presStyleCnt="0"/>
      <dgm:spPr/>
    </dgm:pt>
    <dgm:pt modelId="{D098C505-1514-4EF2-941E-6ABFFF263E9F}" type="pres">
      <dgm:prSet presAssocID="{C5A73002-86EA-4769-91CB-EE6D14F8C4D3}" presName="compositeNode" presStyleCnt="0">
        <dgm:presLayoutVars>
          <dgm:bulletEnabled val="1"/>
        </dgm:presLayoutVars>
      </dgm:prSet>
      <dgm:spPr/>
    </dgm:pt>
    <dgm:pt modelId="{FDC83F79-2C47-497C-9858-F005A250ECC4}" type="pres">
      <dgm:prSet presAssocID="{C5A73002-86EA-4769-91CB-EE6D14F8C4D3}" presName="bgRect" presStyleLbl="alignNode1" presStyleIdx="2" presStyleCnt="3"/>
      <dgm:spPr/>
    </dgm:pt>
    <dgm:pt modelId="{DCEE590A-8732-468F-AA62-8D1545AFD07B}" type="pres">
      <dgm:prSet presAssocID="{35C15876-4EB0-4197-9976-37E292CB6D84}" presName="sibTransNodeRect" presStyleLbl="alignNode1" presStyleIdx="2" presStyleCnt="3">
        <dgm:presLayoutVars>
          <dgm:chMax val="0"/>
          <dgm:bulletEnabled val="1"/>
        </dgm:presLayoutVars>
      </dgm:prSet>
      <dgm:spPr/>
    </dgm:pt>
    <dgm:pt modelId="{6BEB5F23-6710-49CD-8604-41746C875871}" type="pres">
      <dgm:prSet presAssocID="{C5A73002-86EA-4769-91CB-EE6D14F8C4D3}" presName="nodeRect" presStyleLbl="alignNode1" presStyleIdx="2" presStyleCnt="3">
        <dgm:presLayoutVars>
          <dgm:bulletEnabled val="1"/>
        </dgm:presLayoutVars>
      </dgm:prSet>
      <dgm:spPr/>
    </dgm:pt>
  </dgm:ptLst>
  <dgm:cxnLst>
    <dgm:cxn modelId="{3945F406-EEE9-4A45-A7A9-ECDB2A2A8720}" srcId="{25205A79-62BE-4A45-9E1A-09B53AD3FBF0}" destId="{C02351CB-59CB-4077-AF5F-652482878C3A}" srcOrd="1" destOrd="0" parTransId="{7C58D0BE-4380-4FB1-8C25-B067A2443D4F}" sibTransId="{1823E2B8-AFFA-4475-B8D7-E833033AF0BC}"/>
    <dgm:cxn modelId="{04565111-F394-4542-AB14-6A09C217C747}" srcId="{25205A79-62BE-4A45-9E1A-09B53AD3FBF0}" destId="{C5A73002-86EA-4769-91CB-EE6D14F8C4D3}" srcOrd="2" destOrd="0" parTransId="{1B6C2ECC-A0B9-4183-AF6A-53ED2F924AF0}" sibTransId="{35C15876-4EB0-4197-9976-37E292CB6D84}"/>
    <dgm:cxn modelId="{310EE113-B1CE-4C47-B8F2-2E5262E6B67D}" type="presOf" srcId="{C02351CB-59CB-4077-AF5F-652482878C3A}" destId="{2C90D1A8-E86C-4562-8D42-08A83617C612}" srcOrd="1" destOrd="0" presId="urn:microsoft.com/office/officeart/2016/7/layout/LinearBlockProcessNumbered"/>
    <dgm:cxn modelId="{A08A263D-5B98-49CA-828A-71316FCD1F32}" type="presOf" srcId="{E0A2BF53-2BFC-4A7E-8252-921820129C78}" destId="{9274F654-190D-4C8D-B476-DF9D1407BFAD}" srcOrd="0" destOrd="0" presId="urn:microsoft.com/office/officeart/2016/7/layout/LinearBlockProcessNumbered"/>
    <dgm:cxn modelId="{6030F93F-87A9-4C45-8FC1-BEEE3BEE1D6B}" type="presOf" srcId="{C5A73002-86EA-4769-91CB-EE6D14F8C4D3}" destId="{FDC83F79-2C47-497C-9858-F005A250ECC4}" srcOrd="0" destOrd="0" presId="urn:microsoft.com/office/officeart/2016/7/layout/LinearBlockProcessNumbered"/>
    <dgm:cxn modelId="{1ECD8D5C-847E-4E1E-862C-467AA80F1D8F}" type="presOf" srcId="{DDD3512A-5D96-4B24-A5E6-1A11E7EBFA33}" destId="{A883A292-74A2-47C9-AC72-481890F91FA0}" srcOrd="0" destOrd="0" presId="urn:microsoft.com/office/officeart/2016/7/layout/LinearBlockProcessNumbered"/>
    <dgm:cxn modelId="{FC1EC741-3C9B-4FF9-86B8-8F3E2610C4D4}" type="presOf" srcId="{1823E2B8-AFFA-4475-B8D7-E833033AF0BC}" destId="{61543CF9-B9E1-47B2-AFDF-A4168BD3D739}" srcOrd="0" destOrd="0" presId="urn:microsoft.com/office/officeart/2016/7/layout/LinearBlockProcessNumbered"/>
    <dgm:cxn modelId="{AFCA8276-A116-4B91-96DA-4413FE620386}" type="presOf" srcId="{C02351CB-59CB-4077-AF5F-652482878C3A}" destId="{BBBA9D77-DE87-4030-9C85-A9A0C5B16D71}" srcOrd="0" destOrd="0" presId="urn:microsoft.com/office/officeart/2016/7/layout/LinearBlockProcessNumbered"/>
    <dgm:cxn modelId="{9AD85097-8975-442A-95AF-B91E6E21B8EB}" type="presOf" srcId="{35C15876-4EB0-4197-9976-37E292CB6D84}" destId="{DCEE590A-8732-468F-AA62-8D1545AFD07B}" srcOrd="0" destOrd="0" presId="urn:microsoft.com/office/officeart/2016/7/layout/LinearBlockProcessNumbered"/>
    <dgm:cxn modelId="{BE766EAC-AAF1-4111-A08B-3C15B89F0C37}" srcId="{25205A79-62BE-4A45-9E1A-09B53AD3FBF0}" destId="{E0A2BF53-2BFC-4A7E-8252-921820129C78}" srcOrd="0" destOrd="0" parTransId="{963C40E2-221F-446E-9DCF-713CC6314B3D}" sibTransId="{DDD3512A-5D96-4B24-A5E6-1A11E7EBFA33}"/>
    <dgm:cxn modelId="{AB89EDF2-036A-49B8-867C-8F05C5A16581}" type="presOf" srcId="{25205A79-62BE-4A45-9E1A-09B53AD3FBF0}" destId="{4FBDFD2F-1A7C-4D73-9013-3F665E239A00}" srcOrd="0" destOrd="0" presId="urn:microsoft.com/office/officeart/2016/7/layout/LinearBlockProcessNumbered"/>
    <dgm:cxn modelId="{C52DCBFC-EF5A-402D-B4EC-A62704DE0FD3}" type="presOf" srcId="{C5A73002-86EA-4769-91CB-EE6D14F8C4D3}" destId="{6BEB5F23-6710-49CD-8604-41746C875871}" srcOrd="1" destOrd="0" presId="urn:microsoft.com/office/officeart/2016/7/layout/LinearBlockProcessNumbered"/>
    <dgm:cxn modelId="{D2C488FF-6D8B-44FD-8E9D-0338796E59E7}" type="presOf" srcId="{E0A2BF53-2BFC-4A7E-8252-921820129C78}" destId="{B4EA0810-C32F-4B16-B67F-82BDC9F7AC28}" srcOrd="1" destOrd="0" presId="urn:microsoft.com/office/officeart/2016/7/layout/LinearBlockProcessNumbered"/>
    <dgm:cxn modelId="{94B7B512-32F1-4330-B7C8-D3604E3370F6}" type="presParOf" srcId="{4FBDFD2F-1A7C-4D73-9013-3F665E239A00}" destId="{B47634D5-5F9D-49B1-B1F7-5CF438CCCED7}" srcOrd="0" destOrd="0" presId="urn:microsoft.com/office/officeart/2016/7/layout/LinearBlockProcessNumbered"/>
    <dgm:cxn modelId="{E181CE58-3E35-42B1-83C3-1F6F98867CF3}" type="presParOf" srcId="{B47634D5-5F9D-49B1-B1F7-5CF438CCCED7}" destId="{9274F654-190D-4C8D-B476-DF9D1407BFAD}" srcOrd="0" destOrd="0" presId="urn:microsoft.com/office/officeart/2016/7/layout/LinearBlockProcessNumbered"/>
    <dgm:cxn modelId="{F6674C17-7B26-449E-9641-335DB88C2345}" type="presParOf" srcId="{B47634D5-5F9D-49B1-B1F7-5CF438CCCED7}" destId="{A883A292-74A2-47C9-AC72-481890F91FA0}" srcOrd="1" destOrd="0" presId="urn:microsoft.com/office/officeart/2016/7/layout/LinearBlockProcessNumbered"/>
    <dgm:cxn modelId="{8AD96BF0-3C20-41D5-91CA-266E95400C60}" type="presParOf" srcId="{B47634D5-5F9D-49B1-B1F7-5CF438CCCED7}" destId="{B4EA0810-C32F-4B16-B67F-82BDC9F7AC28}" srcOrd="2" destOrd="0" presId="urn:microsoft.com/office/officeart/2016/7/layout/LinearBlockProcessNumbered"/>
    <dgm:cxn modelId="{5716A6DE-8407-4AAD-9B9B-38A1FB30047C}" type="presParOf" srcId="{4FBDFD2F-1A7C-4D73-9013-3F665E239A00}" destId="{792C1C12-296E-48B5-AE4E-E31143904A1D}" srcOrd="1" destOrd="0" presId="urn:microsoft.com/office/officeart/2016/7/layout/LinearBlockProcessNumbered"/>
    <dgm:cxn modelId="{47279A43-1610-4FF4-AF26-635076B83AE8}" type="presParOf" srcId="{4FBDFD2F-1A7C-4D73-9013-3F665E239A00}" destId="{D3C05043-1EC8-4C4C-B5C3-7A5A2C265E9D}" srcOrd="2" destOrd="0" presId="urn:microsoft.com/office/officeart/2016/7/layout/LinearBlockProcessNumbered"/>
    <dgm:cxn modelId="{29B37FFC-8709-41F9-9833-02493047AFF9}" type="presParOf" srcId="{D3C05043-1EC8-4C4C-B5C3-7A5A2C265E9D}" destId="{BBBA9D77-DE87-4030-9C85-A9A0C5B16D71}" srcOrd="0" destOrd="0" presId="urn:microsoft.com/office/officeart/2016/7/layout/LinearBlockProcessNumbered"/>
    <dgm:cxn modelId="{8433A088-5CC0-4C5D-B9A4-D74412997D77}" type="presParOf" srcId="{D3C05043-1EC8-4C4C-B5C3-7A5A2C265E9D}" destId="{61543CF9-B9E1-47B2-AFDF-A4168BD3D739}" srcOrd="1" destOrd="0" presId="urn:microsoft.com/office/officeart/2016/7/layout/LinearBlockProcessNumbered"/>
    <dgm:cxn modelId="{3609B556-534F-4D8F-BAB1-828F9FC3103B}" type="presParOf" srcId="{D3C05043-1EC8-4C4C-B5C3-7A5A2C265E9D}" destId="{2C90D1A8-E86C-4562-8D42-08A83617C612}" srcOrd="2" destOrd="0" presId="urn:microsoft.com/office/officeart/2016/7/layout/LinearBlockProcessNumbered"/>
    <dgm:cxn modelId="{33FCB585-91B4-40A3-8C8B-AC46F46E1013}" type="presParOf" srcId="{4FBDFD2F-1A7C-4D73-9013-3F665E239A00}" destId="{CBB3AF98-05C1-41A5-B791-D8BD06C48D5F}" srcOrd="3" destOrd="0" presId="urn:microsoft.com/office/officeart/2016/7/layout/LinearBlockProcessNumbered"/>
    <dgm:cxn modelId="{94657961-5162-4023-B0C8-0B83E884275E}" type="presParOf" srcId="{4FBDFD2F-1A7C-4D73-9013-3F665E239A00}" destId="{D098C505-1514-4EF2-941E-6ABFFF263E9F}" srcOrd="4" destOrd="0" presId="urn:microsoft.com/office/officeart/2016/7/layout/LinearBlockProcessNumbered"/>
    <dgm:cxn modelId="{88CCC17E-5135-4CFF-98CA-A9F28D78EF3C}" type="presParOf" srcId="{D098C505-1514-4EF2-941E-6ABFFF263E9F}" destId="{FDC83F79-2C47-497C-9858-F005A250ECC4}" srcOrd="0" destOrd="0" presId="urn:microsoft.com/office/officeart/2016/7/layout/LinearBlockProcessNumbered"/>
    <dgm:cxn modelId="{E9177404-59B2-4BB7-9363-84F218044B16}" type="presParOf" srcId="{D098C505-1514-4EF2-941E-6ABFFF263E9F}" destId="{DCEE590A-8732-468F-AA62-8D1545AFD07B}" srcOrd="1" destOrd="0" presId="urn:microsoft.com/office/officeart/2016/7/layout/LinearBlockProcessNumbered"/>
    <dgm:cxn modelId="{7B9BC5C9-F7E6-4C22-85AA-AD11AD607045}" type="presParOf" srcId="{D098C505-1514-4EF2-941E-6ABFFF263E9F}" destId="{6BEB5F23-6710-49CD-8604-41746C875871}"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8AB641-1006-4203-93CC-C407BD0ECA67}">
      <dsp:nvSpPr>
        <dsp:cNvPr id="0" name=""/>
        <dsp:cNvSpPr/>
      </dsp:nvSpPr>
      <dsp:spPr>
        <a:xfrm>
          <a:off x="992085" y="833099"/>
          <a:ext cx="788849" cy="71"/>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12C782-FD2D-45AB-9759-C17D53E9AB2F}">
      <dsp:nvSpPr>
        <dsp:cNvPr id="0" name=""/>
        <dsp:cNvSpPr/>
      </dsp:nvSpPr>
      <dsp:spPr>
        <a:xfrm>
          <a:off x="1828266" y="766807"/>
          <a:ext cx="90717" cy="170557"/>
        </a:xfrm>
        <a:prstGeom prst="chevron">
          <a:avLst>
            <a:gd name="adj" fmla="val 90000"/>
          </a:avLst>
        </a:prstGeom>
        <a:solidFill>
          <a:schemeClr val="accent5">
            <a:tint val="40000"/>
            <a:alpha val="90000"/>
            <a:hueOff val="-129869"/>
            <a:satOff val="-1078"/>
            <a:lumOff val="-113"/>
            <a:alphaOff val="0"/>
          </a:schemeClr>
        </a:solidFill>
        <a:ln w="19050" cap="flat" cmpd="sng" algn="ctr">
          <a:solidFill>
            <a:schemeClr val="accent5">
              <a:tint val="40000"/>
              <a:alpha val="90000"/>
              <a:hueOff val="-129869"/>
              <a:satOff val="-1078"/>
              <a:lumOff val="-113"/>
              <a:alphaOff val="0"/>
            </a:schemeClr>
          </a:solidFill>
          <a:prstDash val="solid"/>
        </a:ln>
        <a:effectLst/>
      </dsp:spPr>
      <dsp:style>
        <a:lnRef idx="2">
          <a:scrgbClr r="0" g="0" b="0"/>
        </a:lnRef>
        <a:fillRef idx="1">
          <a:scrgbClr r="0" g="0" b="0"/>
        </a:fillRef>
        <a:effectRef idx="0">
          <a:scrgbClr r="0" g="0" b="0"/>
        </a:effectRef>
        <a:fontRef idx="minor"/>
      </dsp:style>
    </dsp:sp>
    <dsp:sp modelId="{F27C8328-BE74-44F2-9AB5-C7470131F8CE}">
      <dsp:nvSpPr>
        <dsp:cNvPr id="0" name=""/>
        <dsp:cNvSpPr/>
      </dsp:nvSpPr>
      <dsp:spPr>
        <a:xfrm>
          <a:off x="502507" y="442163"/>
          <a:ext cx="781944" cy="781944"/>
        </a:xfrm>
        <a:prstGeom prst="ellipse">
          <a:avLst/>
        </a:prstGeom>
        <a:solidFill>
          <a:srgbClr val="FF0000"/>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44" tIns="30344" rIns="30344" bIns="30344" numCol="1" spcCol="1270" anchor="ctr" anchorCtr="0">
          <a:noAutofit/>
        </a:bodyPr>
        <a:lstStyle/>
        <a:p>
          <a:pPr marL="0" lvl="0" indent="0" algn="ctr" defTabSz="2133600">
            <a:lnSpc>
              <a:spcPct val="90000"/>
            </a:lnSpc>
            <a:spcBef>
              <a:spcPct val="0"/>
            </a:spcBef>
            <a:spcAft>
              <a:spcPct val="35000"/>
            </a:spcAft>
            <a:buNone/>
          </a:pPr>
          <a:r>
            <a:rPr lang="ro-RO" sz="4800" kern="1200" noProof="0"/>
            <a:t>1</a:t>
          </a:r>
          <a:endParaRPr lang="ro-RO" sz="4800" kern="1200" noProof="0" dirty="0"/>
        </a:p>
      </dsp:txBody>
      <dsp:txXfrm>
        <a:off x="617020" y="556676"/>
        <a:ext cx="552918" cy="552918"/>
      </dsp:txXfrm>
    </dsp:sp>
    <dsp:sp modelId="{EF9E75C7-6DAE-4E6C-99C6-C25F14AC85B4}">
      <dsp:nvSpPr>
        <dsp:cNvPr id="0" name=""/>
        <dsp:cNvSpPr/>
      </dsp:nvSpPr>
      <dsp:spPr>
        <a:xfrm>
          <a:off x="6024" y="1389707"/>
          <a:ext cx="1774910" cy="1965600"/>
        </a:xfrm>
        <a:prstGeom prst="upArrowCallout">
          <a:avLst>
            <a:gd name="adj1" fmla="val 50000"/>
            <a:gd name="adj2" fmla="val 20000"/>
            <a:gd name="adj3" fmla="val 20000"/>
            <a:gd name="adj4" fmla="val 100000"/>
          </a:avLst>
        </a:prstGeom>
        <a:solidFill>
          <a:schemeClr val="accent5">
            <a:tint val="40000"/>
            <a:alpha val="90000"/>
            <a:hueOff val="-259737"/>
            <a:satOff val="-2156"/>
            <a:lumOff val="-225"/>
            <a:alphaOff val="0"/>
          </a:schemeClr>
        </a:solidFill>
        <a:ln w="19050" cap="flat" cmpd="sng" algn="ctr">
          <a:solidFill>
            <a:schemeClr val="accent5">
              <a:tint val="40000"/>
              <a:alpha val="90000"/>
              <a:hueOff val="-259737"/>
              <a:satOff val="-2156"/>
              <a:lumOff val="-22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007" tIns="165100" rIns="140007" bIns="165100" numCol="1" spcCol="1270" anchor="t" anchorCtr="0">
          <a:noAutofit/>
        </a:bodyPr>
        <a:lstStyle/>
        <a:p>
          <a:pPr marL="0" lvl="0" indent="0" algn="ctr" defTabSz="800100">
            <a:lnSpc>
              <a:spcPct val="90000"/>
            </a:lnSpc>
            <a:spcBef>
              <a:spcPct val="0"/>
            </a:spcBef>
            <a:spcAft>
              <a:spcPct val="35000"/>
            </a:spcAft>
            <a:buNone/>
          </a:pPr>
          <a:r>
            <a:rPr lang="ro-RO" sz="1800" kern="1200" noProof="0" dirty="0"/>
            <a:t>Autoritățile administrative transmiteau </a:t>
          </a:r>
          <a:r>
            <a:rPr lang="ro-RO" sz="1800" kern="1200" noProof="0"/>
            <a:t>informații eronate</a:t>
          </a:r>
          <a:endParaRPr lang="ro-RO" sz="1800" kern="1200" noProof="0" dirty="0"/>
        </a:p>
      </dsp:txBody>
      <dsp:txXfrm>
        <a:off x="6024" y="1744689"/>
        <a:ext cx="1774910" cy="1610618"/>
      </dsp:txXfrm>
    </dsp:sp>
    <dsp:sp modelId="{0B814A0B-2699-4B10-8D89-8A1861796408}">
      <dsp:nvSpPr>
        <dsp:cNvPr id="0" name=""/>
        <dsp:cNvSpPr/>
      </dsp:nvSpPr>
      <dsp:spPr>
        <a:xfrm>
          <a:off x="1978147" y="833099"/>
          <a:ext cx="1774910" cy="71"/>
        </a:xfrm>
        <a:prstGeom prst="rect">
          <a:avLst/>
        </a:prstGeom>
        <a:solidFill>
          <a:schemeClr val="accent5">
            <a:tint val="40000"/>
            <a:alpha val="90000"/>
            <a:hueOff val="-389606"/>
            <a:satOff val="-3234"/>
            <a:lumOff val="-338"/>
            <a:alphaOff val="0"/>
          </a:schemeClr>
        </a:solidFill>
        <a:ln w="19050" cap="flat" cmpd="sng" algn="ctr">
          <a:solidFill>
            <a:schemeClr val="accent5">
              <a:tint val="40000"/>
              <a:alpha val="90000"/>
              <a:hueOff val="-389606"/>
              <a:satOff val="-3234"/>
              <a:lumOff val="-338"/>
              <a:alphaOff val="0"/>
            </a:schemeClr>
          </a:solidFill>
          <a:prstDash val="solid"/>
        </a:ln>
        <a:effectLst/>
      </dsp:spPr>
      <dsp:style>
        <a:lnRef idx="2">
          <a:scrgbClr r="0" g="0" b="0"/>
        </a:lnRef>
        <a:fillRef idx="1">
          <a:scrgbClr r="0" g="0" b="0"/>
        </a:fillRef>
        <a:effectRef idx="0">
          <a:scrgbClr r="0" g="0" b="0"/>
        </a:effectRef>
        <a:fontRef idx="minor"/>
      </dsp:style>
    </dsp:sp>
    <dsp:sp modelId="{3A994C6C-E77B-4546-8791-4F7947484035}">
      <dsp:nvSpPr>
        <dsp:cNvPr id="0" name=""/>
        <dsp:cNvSpPr/>
      </dsp:nvSpPr>
      <dsp:spPr>
        <a:xfrm>
          <a:off x="3800388" y="766806"/>
          <a:ext cx="90717" cy="170557"/>
        </a:xfrm>
        <a:prstGeom prst="chevron">
          <a:avLst>
            <a:gd name="adj" fmla="val 90000"/>
          </a:avLst>
        </a:prstGeom>
        <a:solidFill>
          <a:schemeClr val="accent5">
            <a:tint val="40000"/>
            <a:alpha val="90000"/>
            <a:hueOff val="-519474"/>
            <a:satOff val="-4313"/>
            <a:lumOff val="-451"/>
            <a:alphaOff val="0"/>
          </a:schemeClr>
        </a:solidFill>
        <a:ln w="19050" cap="flat" cmpd="sng" algn="ctr">
          <a:solidFill>
            <a:schemeClr val="accent5">
              <a:tint val="40000"/>
              <a:alpha val="90000"/>
              <a:hueOff val="-519474"/>
              <a:satOff val="-4313"/>
              <a:lumOff val="-451"/>
              <a:alphaOff val="0"/>
            </a:schemeClr>
          </a:solidFill>
          <a:prstDash val="solid"/>
        </a:ln>
        <a:effectLst/>
      </dsp:spPr>
      <dsp:style>
        <a:lnRef idx="2">
          <a:scrgbClr r="0" g="0" b="0"/>
        </a:lnRef>
        <a:fillRef idx="1">
          <a:scrgbClr r="0" g="0" b="0"/>
        </a:fillRef>
        <a:effectRef idx="0">
          <a:scrgbClr r="0" g="0" b="0"/>
        </a:effectRef>
        <a:fontRef idx="minor"/>
      </dsp:style>
    </dsp:sp>
    <dsp:sp modelId="{199C23F1-DA3E-4ABC-A75E-0137369F1314}">
      <dsp:nvSpPr>
        <dsp:cNvPr id="0" name=""/>
        <dsp:cNvSpPr/>
      </dsp:nvSpPr>
      <dsp:spPr>
        <a:xfrm>
          <a:off x="2474630" y="442162"/>
          <a:ext cx="781944" cy="781944"/>
        </a:xfrm>
        <a:prstGeom prst="ellipse">
          <a:avLst/>
        </a:prstGeom>
        <a:solidFill>
          <a:schemeClr val="accent6">
            <a:lumMod val="60000"/>
            <a:lumOff val="40000"/>
          </a:schemeClr>
        </a:solidFill>
        <a:ln w="19050" cap="flat" cmpd="sng" algn="ctr">
          <a:solidFill>
            <a:schemeClr val="accent5">
              <a:hueOff val="-482880"/>
              <a:satOff val="0"/>
              <a:lumOff val="-127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44" tIns="30344" rIns="30344" bIns="30344" numCol="1" spcCol="1270" anchor="ctr" anchorCtr="0">
          <a:noAutofit/>
        </a:bodyPr>
        <a:lstStyle/>
        <a:p>
          <a:pPr marL="0" lvl="0" indent="0" algn="ctr" defTabSz="2133600">
            <a:lnSpc>
              <a:spcPct val="90000"/>
            </a:lnSpc>
            <a:spcBef>
              <a:spcPct val="0"/>
            </a:spcBef>
            <a:spcAft>
              <a:spcPct val="35000"/>
            </a:spcAft>
            <a:buNone/>
          </a:pPr>
          <a:r>
            <a:rPr lang="ro-RO" sz="4800" kern="1200" noProof="0"/>
            <a:t>2</a:t>
          </a:r>
          <a:endParaRPr lang="ro-RO" sz="4800" kern="1200" noProof="0" dirty="0"/>
        </a:p>
      </dsp:txBody>
      <dsp:txXfrm>
        <a:off x="2589143" y="556675"/>
        <a:ext cx="552918" cy="552918"/>
      </dsp:txXfrm>
    </dsp:sp>
    <dsp:sp modelId="{AE668774-5642-42FB-AE2D-269EFC9330C1}">
      <dsp:nvSpPr>
        <dsp:cNvPr id="0" name=""/>
        <dsp:cNvSpPr/>
      </dsp:nvSpPr>
      <dsp:spPr>
        <a:xfrm>
          <a:off x="1978147" y="1389707"/>
          <a:ext cx="1774910" cy="1965600"/>
        </a:xfrm>
        <a:prstGeom prst="upArrowCallout">
          <a:avLst>
            <a:gd name="adj1" fmla="val 50000"/>
            <a:gd name="adj2" fmla="val 20000"/>
            <a:gd name="adj3" fmla="val 20000"/>
            <a:gd name="adj4" fmla="val 100000"/>
          </a:avLst>
        </a:prstGeom>
        <a:solidFill>
          <a:schemeClr val="accent5">
            <a:tint val="40000"/>
            <a:alpha val="90000"/>
            <a:hueOff val="-649343"/>
            <a:satOff val="-5391"/>
            <a:lumOff val="-564"/>
            <a:alphaOff val="0"/>
          </a:schemeClr>
        </a:solidFill>
        <a:ln w="19050" cap="flat" cmpd="sng" algn="ctr">
          <a:solidFill>
            <a:schemeClr val="accent5">
              <a:tint val="40000"/>
              <a:alpha val="90000"/>
              <a:hueOff val="-649343"/>
              <a:satOff val="-5391"/>
              <a:lumOff val="-56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007" tIns="165100" rIns="140007" bIns="165100" numCol="1" spcCol="1270" anchor="t" anchorCtr="0">
          <a:noAutofit/>
        </a:bodyPr>
        <a:lstStyle/>
        <a:p>
          <a:pPr marL="0" lvl="0" indent="0" algn="ctr" defTabSz="800100">
            <a:lnSpc>
              <a:spcPct val="90000"/>
            </a:lnSpc>
            <a:spcBef>
              <a:spcPct val="0"/>
            </a:spcBef>
            <a:spcAft>
              <a:spcPct val="35000"/>
            </a:spcAft>
            <a:buNone/>
          </a:pPr>
          <a:r>
            <a:rPr lang="ro-RO" sz="1800" kern="1200" noProof="0" dirty="0"/>
            <a:t>Populația nu a fost imediat înștiințată</a:t>
          </a:r>
        </a:p>
        <a:p>
          <a:pPr marL="0" lvl="0" indent="0" algn="ctr" defTabSz="800100">
            <a:lnSpc>
              <a:spcPct val="90000"/>
            </a:lnSpc>
            <a:spcBef>
              <a:spcPct val="0"/>
            </a:spcBef>
            <a:spcAft>
              <a:spcPct val="35000"/>
            </a:spcAft>
            <a:buNone/>
          </a:pPr>
          <a:r>
            <a:rPr lang="ro-RO" sz="1600" kern="1200" noProof="0"/>
            <a:t> </a:t>
          </a:r>
          <a:endParaRPr lang="ro-RO" sz="1600" kern="1200" noProof="0" dirty="0"/>
        </a:p>
      </dsp:txBody>
      <dsp:txXfrm>
        <a:off x="1978147" y="1744689"/>
        <a:ext cx="1774910" cy="1610618"/>
      </dsp:txXfrm>
    </dsp:sp>
    <dsp:sp modelId="{EB447F89-8878-4E65-97D5-6D0393948E29}">
      <dsp:nvSpPr>
        <dsp:cNvPr id="0" name=""/>
        <dsp:cNvSpPr/>
      </dsp:nvSpPr>
      <dsp:spPr>
        <a:xfrm>
          <a:off x="3950270" y="833099"/>
          <a:ext cx="1774910" cy="72"/>
        </a:xfrm>
        <a:prstGeom prst="rect">
          <a:avLst/>
        </a:prstGeom>
        <a:solidFill>
          <a:schemeClr val="accent5">
            <a:tint val="40000"/>
            <a:alpha val="90000"/>
            <a:hueOff val="-779211"/>
            <a:satOff val="-6469"/>
            <a:lumOff val="-676"/>
            <a:alphaOff val="0"/>
          </a:schemeClr>
        </a:solidFill>
        <a:ln w="19050" cap="flat" cmpd="sng" algn="ctr">
          <a:solidFill>
            <a:schemeClr val="accent5">
              <a:tint val="40000"/>
              <a:alpha val="90000"/>
              <a:hueOff val="-779211"/>
              <a:satOff val="-6469"/>
              <a:lumOff val="-676"/>
              <a:alphaOff val="0"/>
            </a:schemeClr>
          </a:solidFill>
          <a:prstDash val="solid"/>
        </a:ln>
        <a:effectLst/>
      </dsp:spPr>
      <dsp:style>
        <a:lnRef idx="2">
          <a:scrgbClr r="0" g="0" b="0"/>
        </a:lnRef>
        <a:fillRef idx="1">
          <a:scrgbClr r="0" g="0" b="0"/>
        </a:fillRef>
        <a:effectRef idx="0">
          <a:scrgbClr r="0" g="0" b="0"/>
        </a:effectRef>
        <a:fontRef idx="minor"/>
      </dsp:style>
    </dsp:sp>
    <dsp:sp modelId="{D8A82FD4-145C-4811-A972-531AF71A3DE2}">
      <dsp:nvSpPr>
        <dsp:cNvPr id="0" name=""/>
        <dsp:cNvSpPr/>
      </dsp:nvSpPr>
      <dsp:spPr>
        <a:xfrm>
          <a:off x="5772511" y="766806"/>
          <a:ext cx="90717" cy="170557"/>
        </a:xfrm>
        <a:prstGeom prst="chevron">
          <a:avLst>
            <a:gd name="adj" fmla="val 90000"/>
          </a:avLst>
        </a:prstGeom>
        <a:solidFill>
          <a:schemeClr val="accent5">
            <a:tint val="40000"/>
            <a:alpha val="90000"/>
            <a:hueOff val="-909080"/>
            <a:satOff val="-7547"/>
            <a:lumOff val="-789"/>
            <a:alphaOff val="0"/>
          </a:schemeClr>
        </a:solidFill>
        <a:ln w="19050" cap="flat" cmpd="sng" algn="ctr">
          <a:solidFill>
            <a:schemeClr val="accent5">
              <a:tint val="40000"/>
              <a:alpha val="90000"/>
              <a:hueOff val="-909080"/>
              <a:satOff val="-7547"/>
              <a:lumOff val="-789"/>
              <a:alphaOff val="0"/>
            </a:schemeClr>
          </a:solidFill>
          <a:prstDash val="solid"/>
        </a:ln>
        <a:effectLst/>
      </dsp:spPr>
      <dsp:style>
        <a:lnRef idx="2">
          <a:scrgbClr r="0" g="0" b="0"/>
        </a:lnRef>
        <a:fillRef idx="1">
          <a:scrgbClr r="0" g="0" b="0"/>
        </a:fillRef>
        <a:effectRef idx="0">
          <a:scrgbClr r="0" g="0" b="0"/>
        </a:effectRef>
        <a:fontRef idx="minor"/>
      </dsp:style>
    </dsp:sp>
    <dsp:sp modelId="{4C3C1002-33CC-4094-8241-CABF89F637D5}">
      <dsp:nvSpPr>
        <dsp:cNvPr id="0" name=""/>
        <dsp:cNvSpPr/>
      </dsp:nvSpPr>
      <dsp:spPr>
        <a:xfrm>
          <a:off x="4436924" y="461828"/>
          <a:ext cx="781944" cy="781944"/>
        </a:xfrm>
        <a:prstGeom prst="ellipse">
          <a:avLst/>
        </a:prstGeom>
        <a:solidFill>
          <a:schemeClr val="accent5">
            <a:lumMod val="60000"/>
            <a:lumOff val="40000"/>
          </a:schemeClr>
        </a:solidFill>
        <a:ln w="19050" cap="flat" cmpd="sng" algn="ctr">
          <a:solidFill>
            <a:schemeClr val="accent5">
              <a:hueOff val="-965760"/>
              <a:satOff val="0"/>
              <a:lumOff val="-254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44" tIns="30344" rIns="30344" bIns="30344" numCol="1" spcCol="1270" anchor="ctr" anchorCtr="0">
          <a:noAutofit/>
        </a:bodyPr>
        <a:lstStyle/>
        <a:p>
          <a:pPr marL="0" lvl="0" indent="0" algn="ctr" defTabSz="2133600">
            <a:lnSpc>
              <a:spcPct val="90000"/>
            </a:lnSpc>
            <a:spcBef>
              <a:spcPct val="0"/>
            </a:spcBef>
            <a:spcAft>
              <a:spcPct val="35000"/>
            </a:spcAft>
            <a:buNone/>
          </a:pPr>
          <a:r>
            <a:rPr lang="ro-RO" sz="4800" kern="1200" noProof="0"/>
            <a:t>3</a:t>
          </a:r>
          <a:endParaRPr lang="ro-RO" sz="4800" kern="1200" noProof="0" dirty="0"/>
        </a:p>
      </dsp:txBody>
      <dsp:txXfrm>
        <a:off x="4551437" y="576341"/>
        <a:ext cx="552918" cy="552918"/>
      </dsp:txXfrm>
    </dsp:sp>
    <dsp:sp modelId="{B97DB4D9-0FC4-45B2-A202-DCDA9E3FE968}">
      <dsp:nvSpPr>
        <dsp:cNvPr id="0" name=""/>
        <dsp:cNvSpPr/>
      </dsp:nvSpPr>
      <dsp:spPr>
        <a:xfrm>
          <a:off x="3950270" y="1389707"/>
          <a:ext cx="1774910" cy="1965600"/>
        </a:xfrm>
        <a:prstGeom prst="upArrowCallout">
          <a:avLst>
            <a:gd name="adj1" fmla="val 50000"/>
            <a:gd name="adj2" fmla="val 20000"/>
            <a:gd name="adj3" fmla="val 20000"/>
            <a:gd name="adj4" fmla="val 100000"/>
          </a:avLst>
        </a:prstGeom>
        <a:solidFill>
          <a:schemeClr val="accent5">
            <a:tint val="40000"/>
            <a:alpha val="90000"/>
            <a:hueOff val="-1038949"/>
            <a:satOff val="-8625"/>
            <a:lumOff val="-902"/>
            <a:alphaOff val="0"/>
          </a:schemeClr>
        </a:solidFill>
        <a:ln w="19050" cap="flat" cmpd="sng" algn="ctr">
          <a:solidFill>
            <a:schemeClr val="accent5">
              <a:tint val="40000"/>
              <a:alpha val="90000"/>
              <a:hueOff val="-1038949"/>
              <a:satOff val="-8625"/>
              <a:lumOff val="-9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007" tIns="165100" rIns="140007" bIns="165100" numCol="1" spcCol="1270" anchor="t" anchorCtr="0">
          <a:noAutofit/>
        </a:bodyPr>
        <a:lstStyle/>
        <a:p>
          <a:pPr marL="0" lvl="0" indent="0" algn="ctr" defTabSz="800100">
            <a:lnSpc>
              <a:spcPct val="90000"/>
            </a:lnSpc>
            <a:spcBef>
              <a:spcPct val="0"/>
            </a:spcBef>
            <a:spcAft>
              <a:spcPct val="35000"/>
            </a:spcAft>
            <a:buNone/>
          </a:pPr>
          <a:r>
            <a:rPr lang="ro-RO" sz="1800" kern="1200" noProof="0" dirty="0"/>
            <a:t>Evacuarea orașului a avut loc cu o zi mai </a:t>
          </a:r>
          <a:r>
            <a:rPr lang="ro-RO" sz="1800" kern="1200" noProof="0"/>
            <a:t>târziu </a:t>
          </a:r>
          <a:endParaRPr lang="ro-RO" sz="1800" kern="1200" noProof="0" dirty="0"/>
        </a:p>
      </dsp:txBody>
      <dsp:txXfrm>
        <a:off x="3950270" y="1744689"/>
        <a:ext cx="1774910" cy="1610618"/>
      </dsp:txXfrm>
    </dsp:sp>
    <dsp:sp modelId="{A06DD6F8-E957-4438-BB61-AB711F489AA9}">
      <dsp:nvSpPr>
        <dsp:cNvPr id="0" name=""/>
        <dsp:cNvSpPr/>
      </dsp:nvSpPr>
      <dsp:spPr>
        <a:xfrm>
          <a:off x="5922392" y="833098"/>
          <a:ext cx="1774910" cy="72"/>
        </a:xfrm>
        <a:prstGeom prst="rect">
          <a:avLst/>
        </a:prstGeom>
        <a:solidFill>
          <a:schemeClr val="accent5">
            <a:tint val="40000"/>
            <a:alpha val="90000"/>
            <a:hueOff val="-1168817"/>
            <a:satOff val="-9703"/>
            <a:lumOff val="-1014"/>
            <a:alphaOff val="0"/>
          </a:schemeClr>
        </a:solidFill>
        <a:ln w="19050" cap="flat" cmpd="sng" algn="ctr">
          <a:solidFill>
            <a:schemeClr val="accent5">
              <a:tint val="40000"/>
              <a:alpha val="90000"/>
              <a:hueOff val="-1168817"/>
              <a:satOff val="-9703"/>
              <a:lumOff val="-1014"/>
              <a:alphaOff val="0"/>
            </a:schemeClr>
          </a:solidFill>
          <a:prstDash val="solid"/>
        </a:ln>
        <a:effectLst/>
      </dsp:spPr>
      <dsp:style>
        <a:lnRef idx="2">
          <a:scrgbClr r="0" g="0" b="0"/>
        </a:lnRef>
        <a:fillRef idx="1">
          <a:scrgbClr r="0" g="0" b="0"/>
        </a:fillRef>
        <a:effectRef idx="0">
          <a:scrgbClr r="0" g="0" b="0"/>
        </a:effectRef>
        <a:fontRef idx="minor"/>
      </dsp:style>
    </dsp:sp>
    <dsp:sp modelId="{9418CA87-F585-49C4-8023-541FFCA75954}">
      <dsp:nvSpPr>
        <dsp:cNvPr id="0" name=""/>
        <dsp:cNvSpPr/>
      </dsp:nvSpPr>
      <dsp:spPr>
        <a:xfrm>
          <a:off x="7744634" y="766806"/>
          <a:ext cx="90717" cy="170557"/>
        </a:xfrm>
        <a:prstGeom prst="chevron">
          <a:avLst>
            <a:gd name="adj" fmla="val 90000"/>
          </a:avLst>
        </a:prstGeom>
        <a:solidFill>
          <a:schemeClr val="accent5">
            <a:tint val="40000"/>
            <a:alpha val="90000"/>
            <a:hueOff val="-1298686"/>
            <a:satOff val="-10781"/>
            <a:lumOff val="-1127"/>
            <a:alphaOff val="0"/>
          </a:schemeClr>
        </a:solidFill>
        <a:ln w="19050" cap="flat" cmpd="sng" algn="ctr">
          <a:solidFill>
            <a:schemeClr val="accent5">
              <a:tint val="40000"/>
              <a:alpha val="90000"/>
              <a:hueOff val="-1298686"/>
              <a:satOff val="-10781"/>
              <a:lumOff val="-1127"/>
              <a:alphaOff val="0"/>
            </a:schemeClr>
          </a:solidFill>
          <a:prstDash val="solid"/>
        </a:ln>
        <a:effectLst/>
      </dsp:spPr>
      <dsp:style>
        <a:lnRef idx="2">
          <a:scrgbClr r="0" g="0" b="0"/>
        </a:lnRef>
        <a:fillRef idx="1">
          <a:scrgbClr r="0" g="0" b="0"/>
        </a:fillRef>
        <a:effectRef idx="0">
          <a:scrgbClr r="0" g="0" b="0"/>
        </a:effectRef>
        <a:fontRef idx="minor"/>
      </dsp:style>
    </dsp:sp>
    <dsp:sp modelId="{277B9609-48D8-4307-BF3B-BDCA350F9711}">
      <dsp:nvSpPr>
        <dsp:cNvPr id="0" name=""/>
        <dsp:cNvSpPr/>
      </dsp:nvSpPr>
      <dsp:spPr>
        <a:xfrm>
          <a:off x="6418875" y="442162"/>
          <a:ext cx="781944" cy="781944"/>
        </a:xfrm>
        <a:prstGeom prst="ellipse">
          <a:avLst/>
        </a:prstGeom>
        <a:solidFill>
          <a:schemeClr val="accent5">
            <a:lumMod val="40000"/>
            <a:lumOff val="60000"/>
          </a:schemeClr>
        </a:solidFill>
        <a:ln w="19050" cap="flat" cmpd="sng" algn="ctr">
          <a:solidFill>
            <a:schemeClr val="accent5">
              <a:hueOff val="-1448640"/>
              <a:satOff val="0"/>
              <a:lumOff val="-382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44" tIns="30344" rIns="30344" bIns="30344" numCol="1" spcCol="1270" anchor="ctr" anchorCtr="0">
          <a:noAutofit/>
        </a:bodyPr>
        <a:lstStyle/>
        <a:p>
          <a:pPr marL="0" lvl="0" indent="0" algn="ctr" defTabSz="2133600">
            <a:lnSpc>
              <a:spcPct val="90000"/>
            </a:lnSpc>
            <a:spcBef>
              <a:spcPct val="0"/>
            </a:spcBef>
            <a:spcAft>
              <a:spcPct val="35000"/>
            </a:spcAft>
            <a:buNone/>
          </a:pPr>
          <a:r>
            <a:rPr lang="ro-RO" sz="4800" kern="1200" noProof="0"/>
            <a:t>4</a:t>
          </a:r>
          <a:endParaRPr lang="ro-RO" sz="4800" kern="1200" noProof="0" dirty="0"/>
        </a:p>
      </dsp:txBody>
      <dsp:txXfrm>
        <a:off x="6533388" y="556675"/>
        <a:ext cx="552918" cy="552918"/>
      </dsp:txXfrm>
    </dsp:sp>
    <dsp:sp modelId="{AE2DCD1E-EAC4-4E28-9B24-0FFC390A20C5}">
      <dsp:nvSpPr>
        <dsp:cNvPr id="0" name=""/>
        <dsp:cNvSpPr/>
      </dsp:nvSpPr>
      <dsp:spPr>
        <a:xfrm>
          <a:off x="5922392" y="1389707"/>
          <a:ext cx="1774910" cy="1965600"/>
        </a:xfrm>
        <a:prstGeom prst="upArrowCallout">
          <a:avLst>
            <a:gd name="adj1" fmla="val 50000"/>
            <a:gd name="adj2" fmla="val 20000"/>
            <a:gd name="adj3" fmla="val 20000"/>
            <a:gd name="adj4" fmla="val 100000"/>
          </a:avLst>
        </a:prstGeom>
        <a:solidFill>
          <a:schemeClr val="accent5">
            <a:tint val="40000"/>
            <a:alpha val="90000"/>
            <a:hueOff val="-1428554"/>
            <a:satOff val="-11860"/>
            <a:lumOff val="-1240"/>
            <a:alphaOff val="0"/>
          </a:schemeClr>
        </a:solidFill>
        <a:ln w="19050" cap="flat" cmpd="sng" algn="ctr">
          <a:solidFill>
            <a:schemeClr val="accent5">
              <a:tint val="40000"/>
              <a:alpha val="90000"/>
              <a:hueOff val="-1428554"/>
              <a:satOff val="-11860"/>
              <a:lumOff val="-124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007" tIns="165100" rIns="140007" bIns="165100" numCol="1" spcCol="1270" anchor="t" anchorCtr="0">
          <a:noAutofit/>
        </a:bodyPr>
        <a:lstStyle/>
        <a:p>
          <a:pPr marL="0" lvl="0" indent="0" algn="ctr" defTabSz="800100">
            <a:lnSpc>
              <a:spcPct val="90000"/>
            </a:lnSpc>
            <a:spcBef>
              <a:spcPct val="0"/>
            </a:spcBef>
            <a:spcAft>
              <a:spcPct val="35000"/>
            </a:spcAft>
            <a:buNone/>
          </a:pPr>
          <a:r>
            <a:rPr lang="ro-RO" sz="1800" kern="1200" noProof="0" dirty="0"/>
            <a:t>Negarea incidentului la nivel </a:t>
          </a:r>
          <a:r>
            <a:rPr lang="ro-RO" sz="1800" kern="1200" noProof="0"/>
            <a:t>internațional </a:t>
          </a:r>
          <a:endParaRPr lang="ro-RO" sz="1800" kern="1200" noProof="0" dirty="0"/>
        </a:p>
      </dsp:txBody>
      <dsp:txXfrm>
        <a:off x="5922392" y="1744689"/>
        <a:ext cx="1774910" cy="1610618"/>
      </dsp:txXfrm>
    </dsp:sp>
    <dsp:sp modelId="{898F3E7B-EC9C-4EFB-BAC9-BAAEFA23180F}">
      <dsp:nvSpPr>
        <dsp:cNvPr id="0" name=""/>
        <dsp:cNvSpPr/>
      </dsp:nvSpPr>
      <dsp:spPr>
        <a:xfrm>
          <a:off x="7894515" y="833098"/>
          <a:ext cx="887455" cy="72"/>
        </a:xfrm>
        <a:prstGeom prst="rect">
          <a:avLst/>
        </a:prstGeom>
        <a:solidFill>
          <a:schemeClr val="accent5">
            <a:tint val="40000"/>
            <a:alpha val="90000"/>
            <a:hueOff val="-1558423"/>
            <a:satOff val="-12938"/>
            <a:lumOff val="-1353"/>
            <a:alphaOff val="0"/>
          </a:schemeClr>
        </a:solidFill>
        <a:ln w="19050" cap="flat" cmpd="sng" algn="ctr">
          <a:solidFill>
            <a:schemeClr val="accent5">
              <a:tint val="40000"/>
              <a:alpha val="90000"/>
              <a:hueOff val="-1558423"/>
              <a:satOff val="-12938"/>
              <a:lumOff val="-1353"/>
              <a:alphaOff val="0"/>
            </a:schemeClr>
          </a:solidFill>
          <a:prstDash val="solid"/>
        </a:ln>
        <a:effectLst/>
      </dsp:spPr>
      <dsp:style>
        <a:lnRef idx="2">
          <a:scrgbClr r="0" g="0" b="0"/>
        </a:lnRef>
        <a:fillRef idx="1">
          <a:scrgbClr r="0" g="0" b="0"/>
        </a:fillRef>
        <a:effectRef idx="0">
          <a:scrgbClr r="0" g="0" b="0"/>
        </a:effectRef>
        <a:fontRef idx="minor"/>
      </dsp:style>
    </dsp:sp>
    <dsp:sp modelId="{7AFC76A8-28C2-4ACB-BCC0-C58F9AE6B466}">
      <dsp:nvSpPr>
        <dsp:cNvPr id="0" name=""/>
        <dsp:cNvSpPr/>
      </dsp:nvSpPr>
      <dsp:spPr>
        <a:xfrm>
          <a:off x="8390998" y="442162"/>
          <a:ext cx="781944" cy="781944"/>
        </a:xfrm>
        <a:prstGeom prst="ellipse">
          <a:avLst/>
        </a:prstGeom>
        <a:solidFill>
          <a:srgbClr val="1E9424"/>
        </a:solidFill>
        <a:ln w="19050" cap="flat" cmpd="sng" algn="ctr">
          <a:solidFill>
            <a:schemeClr val="accent5">
              <a:hueOff val="-1931520"/>
              <a:satOff val="0"/>
              <a:lumOff val="-509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344" tIns="30344" rIns="30344" bIns="30344" numCol="1" spcCol="1270" anchor="ctr" anchorCtr="0">
          <a:noAutofit/>
        </a:bodyPr>
        <a:lstStyle/>
        <a:p>
          <a:pPr marL="0" lvl="0" indent="0" algn="ctr" defTabSz="2133600">
            <a:lnSpc>
              <a:spcPct val="90000"/>
            </a:lnSpc>
            <a:spcBef>
              <a:spcPct val="0"/>
            </a:spcBef>
            <a:spcAft>
              <a:spcPct val="35000"/>
            </a:spcAft>
            <a:buNone/>
          </a:pPr>
          <a:r>
            <a:rPr lang="ro-RO" sz="4800" kern="1200" noProof="0"/>
            <a:t>5</a:t>
          </a:r>
          <a:endParaRPr lang="ro-RO" sz="4800" kern="1200" noProof="0" dirty="0"/>
        </a:p>
      </dsp:txBody>
      <dsp:txXfrm>
        <a:off x="8505511" y="556675"/>
        <a:ext cx="552918" cy="552918"/>
      </dsp:txXfrm>
    </dsp:sp>
    <dsp:sp modelId="{670896A7-0D1E-41EC-B1C9-3074F2825CAA}">
      <dsp:nvSpPr>
        <dsp:cNvPr id="0" name=""/>
        <dsp:cNvSpPr/>
      </dsp:nvSpPr>
      <dsp:spPr>
        <a:xfrm>
          <a:off x="7894515" y="1389707"/>
          <a:ext cx="1774910" cy="1965600"/>
        </a:xfrm>
        <a:prstGeom prst="upArrowCallout">
          <a:avLst>
            <a:gd name="adj1" fmla="val 50000"/>
            <a:gd name="adj2" fmla="val 20000"/>
            <a:gd name="adj3" fmla="val 20000"/>
            <a:gd name="adj4" fmla="val 100000"/>
          </a:avLst>
        </a:prstGeom>
        <a:solidFill>
          <a:schemeClr val="accent5">
            <a:tint val="40000"/>
            <a:alpha val="90000"/>
            <a:hueOff val="-1818160"/>
            <a:satOff val="-15094"/>
            <a:lumOff val="-1578"/>
            <a:alphaOff val="0"/>
          </a:schemeClr>
        </a:solidFill>
        <a:ln w="19050" cap="flat" cmpd="sng" algn="ctr">
          <a:solidFill>
            <a:schemeClr val="accent5">
              <a:tint val="40000"/>
              <a:alpha val="90000"/>
              <a:hueOff val="-1818160"/>
              <a:satOff val="-15094"/>
              <a:lumOff val="-157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007" tIns="165100" rIns="140007" bIns="165100" numCol="1" spcCol="1270" anchor="t" anchorCtr="0">
          <a:noAutofit/>
        </a:bodyPr>
        <a:lstStyle/>
        <a:p>
          <a:pPr marL="0" lvl="0" indent="0" algn="ctr" defTabSz="800100">
            <a:lnSpc>
              <a:spcPct val="90000"/>
            </a:lnSpc>
            <a:spcBef>
              <a:spcPct val="0"/>
            </a:spcBef>
            <a:spcAft>
              <a:spcPct val="35000"/>
            </a:spcAft>
            <a:buNone/>
          </a:pPr>
          <a:r>
            <a:rPr lang="ro-RO" sz="1800" kern="1200" noProof="0" dirty="0"/>
            <a:t>Recunoașterea incidentului cu minimalizarea </a:t>
          </a:r>
          <a:r>
            <a:rPr lang="ro-RO" sz="1800" kern="1200" noProof="0"/>
            <a:t>gravitații efectelor</a:t>
          </a:r>
        </a:p>
      </dsp:txBody>
      <dsp:txXfrm>
        <a:off x="7894515" y="1744689"/>
        <a:ext cx="1774910" cy="16106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B818F-A810-4669-BC8A-A3EE27F822F1}">
      <dsp:nvSpPr>
        <dsp:cNvPr id="0" name=""/>
        <dsp:cNvSpPr/>
      </dsp:nvSpPr>
      <dsp:spPr>
        <a:xfrm>
          <a:off x="1053595" y="371268"/>
          <a:ext cx="1272737" cy="12727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08D336-295A-469C-8EC4-B34D51DFC348}">
      <dsp:nvSpPr>
        <dsp:cNvPr id="0" name=""/>
        <dsp:cNvSpPr/>
      </dsp:nvSpPr>
      <dsp:spPr>
        <a:xfrm>
          <a:off x="275811" y="1995827"/>
          <a:ext cx="2828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ro-RO" sz="1200" kern="1200" noProof="0"/>
            <a:t>Din </a:t>
          </a:r>
          <a:r>
            <a:rPr lang="ro-RO" sz="1200" kern="1200" noProof="0" dirty="0"/>
            <a:t>cei </a:t>
          </a:r>
          <a:r>
            <a:rPr lang="ro-RO" sz="1200" b="1" kern="1200" noProof="0" dirty="0"/>
            <a:t>237 de pompieri</a:t>
          </a:r>
          <a:r>
            <a:rPr lang="ro-RO" sz="1200" kern="1200" noProof="0" dirty="0"/>
            <a:t>, cel puțin </a:t>
          </a:r>
          <a:r>
            <a:rPr lang="ro-RO" sz="1200" b="1" kern="1200" noProof="0" dirty="0"/>
            <a:t>134</a:t>
          </a:r>
          <a:r>
            <a:rPr lang="ro-RO" sz="1200" kern="1200" noProof="0" dirty="0"/>
            <a:t> au prezentat forme de cancer, iar </a:t>
          </a:r>
          <a:r>
            <a:rPr lang="ro-RO" sz="1200" b="1" kern="1200" noProof="0" dirty="0"/>
            <a:t>28</a:t>
          </a:r>
          <a:r>
            <a:rPr lang="ro-RO" sz="1200" kern="1200" noProof="0" dirty="0"/>
            <a:t> </a:t>
          </a:r>
          <a:r>
            <a:rPr lang="ro-RO" sz="1200" kern="1200" noProof="0"/>
            <a:t>au murit</a:t>
          </a:r>
          <a:endParaRPr lang="ro-RO" sz="1200" kern="1200" noProof="0" dirty="0"/>
        </a:p>
      </dsp:txBody>
      <dsp:txXfrm>
        <a:off x="275811" y="1995827"/>
        <a:ext cx="2828305" cy="720000"/>
      </dsp:txXfrm>
    </dsp:sp>
    <dsp:sp modelId="{E70B0A60-E192-4599-AE5B-A02A79295F57}">
      <dsp:nvSpPr>
        <dsp:cNvPr id="0" name=""/>
        <dsp:cNvSpPr/>
      </dsp:nvSpPr>
      <dsp:spPr>
        <a:xfrm>
          <a:off x="4376854" y="371268"/>
          <a:ext cx="1272737" cy="12727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E12A33-3FD1-48DD-A837-65C279E3E7AE}">
      <dsp:nvSpPr>
        <dsp:cNvPr id="0" name=""/>
        <dsp:cNvSpPr/>
      </dsp:nvSpPr>
      <dsp:spPr>
        <a:xfrm>
          <a:off x="3599070" y="1995827"/>
          <a:ext cx="2828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ro-RO" sz="1200" kern="1200" noProof="0" dirty="0"/>
            <a:t>Din cei </a:t>
          </a:r>
          <a:r>
            <a:rPr lang="ro-RO" sz="1200" b="1" kern="1200" noProof="0" dirty="0"/>
            <a:t>50.000 </a:t>
          </a:r>
          <a:r>
            <a:rPr lang="ro-RO" sz="1200" b="1" kern="1200" noProof="0"/>
            <a:t>de cetățeni,</a:t>
          </a:r>
          <a:r>
            <a:rPr lang="ro-RO" sz="1200" kern="1200" noProof="0"/>
            <a:t> aproximativ </a:t>
          </a:r>
          <a:r>
            <a:rPr lang="ro-RO" sz="1200" b="1" kern="1200" noProof="0" dirty="0"/>
            <a:t>60%</a:t>
          </a:r>
          <a:r>
            <a:rPr lang="ro-RO" sz="1200" kern="1200" noProof="0" dirty="0"/>
            <a:t> au prezentat creșteri ale nivelului de radiație primită</a:t>
          </a:r>
        </a:p>
      </dsp:txBody>
      <dsp:txXfrm>
        <a:off x="3599070" y="1995827"/>
        <a:ext cx="2828305" cy="720000"/>
      </dsp:txXfrm>
    </dsp:sp>
    <dsp:sp modelId="{9A066890-2182-499A-AC13-A31D1D13F606}">
      <dsp:nvSpPr>
        <dsp:cNvPr id="0" name=""/>
        <dsp:cNvSpPr/>
      </dsp:nvSpPr>
      <dsp:spPr>
        <a:xfrm>
          <a:off x="7700114" y="371268"/>
          <a:ext cx="1272737" cy="127273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CD14DA-BD7F-4AD7-B504-B91D2EC661EF}">
      <dsp:nvSpPr>
        <dsp:cNvPr id="0" name=""/>
        <dsp:cNvSpPr/>
      </dsp:nvSpPr>
      <dsp:spPr>
        <a:xfrm>
          <a:off x="6922329" y="1995827"/>
          <a:ext cx="2828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ro-RO" sz="1200" kern="1200" noProof="0" dirty="0"/>
            <a:t>Populația tânără aflată în zonele contaminate era estimată la </a:t>
          </a:r>
          <a:r>
            <a:rPr lang="ro-RO" sz="1200" b="1" kern="1200" noProof="0"/>
            <a:t>200.000</a:t>
          </a:r>
          <a:r>
            <a:rPr lang="ro-RO" sz="1200" kern="1200" noProof="0"/>
            <a:t>, </a:t>
          </a:r>
          <a:r>
            <a:rPr lang="ro-RO" sz="1200" b="1" kern="1200" noProof="0"/>
            <a:t>75% nu </a:t>
          </a:r>
          <a:r>
            <a:rPr lang="ro-RO" sz="1200" kern="1200" noProof="0"/>
            <a:t>au primit tratament preventiv</a:t>
          </a:r>
          <a:endParaRPr lang="ro-RO" sz="1200" kern="1200" noProof="0" dirty="0"/>
        </a:p>
      </dsp:txBody>
      <dsp:txXfrm>
        <a:off x="6922329" y="1995827"/>
        <a:ext cx="2828305"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E537C2-9CF8-4E03-AFC7-4A2D08D5CA99}">
      <dsp:nvSpPr>
        <dsp:cNvPr id="0" name=""/>
        <dsp:cNvSpPr/>
      </dsp:nvSpPr>
      <dsp:spPr>
        <a:xfrm>
          <a:off x="0" y="899"/>
          <a:ext cx="987552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BC3630-5DE0-40ED-B378-EC2EFBE0DB10}">
      <dsp:nvSpPr>
        <dsp:cNvPr id="0" name=""/>
        <dsp:cNvSpPr/>
      </dsp:nvSpPr>
      <dsp:spPr>
        <a:xfrm>
          <a:off x="0" y="899"/>
          <a:ext cx="9875520" cy="613565"/>
        </a:xfrm>
        <a:prstGeom prst="rect">
          <a:avLst/>
        </a:prstGeom>
        <a:no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o-RO" sz="1800" kern="1200" noProof="0" dirty="0"/>
            <a:t>Statul sovietic a pus </a:t>
          </a:r>
          <a:r>
            <a:rPr lang="ro-RO" sz="1800" b="1" kern="1200" noProof="0" dirty="0"/>
            <a:t>imaginea politică</a:t>
          </a:r>
          <a:r>
            <a:rPr lang="ro-RO" sz="1800" kern="1200" noProof="0" dirty="0"/>
            <a:t>, la nivel regional și internațional, pe primul loc, în detrimentul sănătății publice.</a:t>
          </a:r>
        </a:p>
      </dsp:txBody>
      <dsp:txXfrm>
        <a:off x="0" y="899"/>
        <a:ext cx="9875520" cy="613565"/>
      </dsp:txXfrm>
    </dsp:sp>
    <dsp:sp modelId="{457A3013-CDDC-436D-91F9-94D0C663BA18}">
      <dsp:nvSpPr>
        <dsp:cNvPr id="0" name=""/>
        <dsp:cNvSpPr/>
      </dsp:nvSpPr>
      <dsp:spPr>
        <a:xfrm>
          <a:off x="0" y="614465"/>
          <a:ext cx="987552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95D726-96D2-4077-9115-FF43A3B2C4CF}">
      <dsp:nvSpPr>
        <dsp:cNvPr id="0" name=""/>
        <dsp:cNvSpPr/>
      </dsp:nvSpPr>
      <dsp:spPr>
        <a:xfrm>
          <a:off x="0" y="614465"/>
          <a:ext cx="9875520" cy="613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o-RO" sz="1800" kern="1200" noProof="0" dirty="0"/>
            <a:t>Oamenii numiți politic, </a:t>
          </a:r>
          <a:r>
            <a:rPr lang="ro-RO" sz="1800" b="1" kern="1200" noProof="0" dirty="0"/>
            <a:t>prin lipsă de transparență</a:t>
          </a:r>
          <a:r>
            <a:rPr lang="ro-RO" sz="1800" kern="1200" noProof="0" dirty="0"/>
            <a:t>, au ocupat poziții în cadrul centralei nucleare, unde au </a:t>
          </a:r>
          <a:r>
            <a:rPr lang="ro-RO" sz="1800" kern="1200" noProof="0"/>
            <a:t>produs erori.</a:t>
          </a:r>
          <a:endParaRPr lang="ro-RO" sz="1800" kern="1200" noProof="0" dirty="0"/>
        </a:p>
      </dsp:txBody>
      <dsp:txXfrm>
        <a:off x="0" y="614465"/>
        <a:ext cx="9875520" cy="613565"/>
      </dsp:txXfrm>
    </dsp:sp>
    <dsp:sp modelId="{C95C93BD-302C-42DE-B2FF-D20DD6CDDA7D}">
      <dsp:nvSpPr>
        <dsp:cNvPr id="0" name=""/>
        <dsp:cNvSpPr/>
      </dsp:nvSpPr>
      <dsp:spPr>
        <a:xfrm>
          <a:off x="0" y="1228030"/>
          <a:ext cx="987552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942C7F-7476-4AEB-B0D1-1124FCBFF116}">
      <dsp:nvSpPr>
        <dsp:cNvPr id="0" name=""/>
        <dsp:cNvSpPr/>
      </dsp:nvSpPr>
      <dsp:spPr>
        <a:xfrm>
          <a:off x="0" y="1228030"/>
          <a:ext cx="9875520" cy="613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o-RO" sz="1800" kern="1200" noProof="0" dirty="0"/>
            <a:t>Pedepsirea oamenilor de știință care aveau opinii diferite de cele ale partidului, a dus la greșeli în lanțul de comandă – </a:t>
          </a:r>
          <a:r>
            <a:rPr lang="ro-RO" sz="1800" b="1" kern="1200" noProof="0" dirty="0"/>
            <a:t>informația exactă a </a:t>
          </a:r>
          <a:r>
            <a:rPr lang="ro-RO" sz="1800" b="1" kern="1200" noProof="0"/>
            <a:t>fost neglijată.</a:t>
          </a:r>
          <a:endParaRPr lang="ro-RO" sz="1800" b="1" kern="1200" noProof="0" dirty="0"/>
        </a:p>
        <a:p>
          <a:pPr marL="0" lvl="0" indent="0" algn="l" defTabSz="800100">
            <a:lnSpc>
              <a:spcPct val="90000"/>
            </a:lnSpc>
            <a:spcBef>
              <a:spcPct val="0"/>
            </a:spcBef>
            <a:spcAft>
              <a:spcPct val="35000"/>
            </a:spcAft>
            <a:buNone/>
          </a:pPr>
          <a:endParaRPr lang="ro-RO" sz="1800" kern="1200" noProof="0" dirty="0"/>
        </a:p>
        <a:p>
          <a:pPr marL="0" lvl="0" indent="0" algn="l" defTabSz="800100">
            <a:lnSpc>
              <a:spcPct val="90000"/>
            </a:lnSpc>
            <a:spcBef>
              <a:spcPct val="0"/>
            </a:spcBef>
            <a:spcAft>
              <a:spcPct val="35000"/>
            </a:spcAft>
            <a:buNone/>
          </a:pPr>
          <a:r>
            <a:rPr lang="ro-RO" sz="1800" kern="1200" noProof="0" dirty="0"/>
            <a:t>.</a:t>
          </a:r>
        </a:p>
      </dsp:txBody>
      <dsp:txXfrm>
        <a:off x="0" y="1228030"/>
        <a:ext cx="9875520" cy="6135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E537C2-9CF8-4E03-AFC7-4A2D08D5CA99}">
      <dsp:nvSpPr>
        <dsp:cNvPr id="0" name=""/>
        <dsp:cNvSpPr/>
      </dsp:nvSpPr>
      <dsp:spPr>
        <a:xfrm>
          <a:off x="0" y="856"/>
          <a:ext cx="64696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BC3630-5DE0-40ED-B378-EC2EFBE0DB10}">
      <dsp:nvSpPr>
        <dsp:cNvPr id="0" name=""/>
        <dsp:cNvSpPr/>
      </dsp:nvSpPr>
      <dsp:spPr>
        <a:xfrm>
          <a:off x="0" y="856"/>
          <a:ext cx="6469624" cy="584204"/>
        </a:xfrm>
        <a:prstGeom prst="rect">
          <a:avLst/>
        </a:prstGeom>
        <a:no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o-RO" sz="1800" kern="1200" noProof="0" dirty="0"/>
            <a:t>Prin acest eveniment, instituțiile sovietice au </a:t>
          </a:r>
          <a:r>
            <a:rPr lang="ro-RO" sz="1800" b="1" kern="1200" noProof="0" dirty="0"/>
            <a:t>erodat încrederea populației</a:t>
          </a:r>
          <a:r>
            <a:rPr lang="ro-RO" sz="1800" kern="1200" noProof="0" dirty="0"/>
            <a:t> în siguranța oferită de stat.</a:t>
          </a:r>
        </a:p>
      </dsp:txBody>
      <dsp:txXfrm>
        <a:off x="0" y="856"/>
        <a:ext cx="6469624" cy="584204"/>
      </dsp:txXfrm>
    </dsp:sp>
    <dsp:sp modelId="{457A3013-CDDC-436D-91F9-94D0C663BA18}">
      <dsp:nvSpPr>
        <dsp:cNvPr id="0" name=""/>
        <dsp:cNvSpPr/>
      </dsp:nvSpPr>
      <dsp:spPr>
        <a:xfrm>
          <a:off x="0" y="585060"/>
          <a:ext cx="64696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95D726-96D2-4077-9115-FF43A3B2C4CF}">
      <dsp:nvSpPr>
        <dsp:cNvPr id="0" name=""/>
        <dsp:cNvSpPr/>
      </dsp:nvSpPr>
      <dsp:spPr>
        <a:xfrm>
          <a:off x="0" y="585060"/>
          <a:ext cx="6469624" cy="584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o-RO" sz="1800" kern="1200" noProof="0" dirty="0"/>
            <a:t>Creșterea nevoii de </a:t>
          </a:r>
          <a:r>
            <a:rPr lang="ro-RO" sz="1800" b="1" kern="1200" noProof="0" dirty="0"/>
            <a:t>transparență și libertate </a:t>
          </a:r>
          <a:r>
            <a:rPr lang="ro-RO" sz="1800" b="1" kern="1200" noProof="0"/>
            <a:t>de exprimare</a:t>
          </a:r>
          <a:r>
            <a:rPr lang="ro-RO" sz="1800" b="0" kern="1200" noProof="0"/>
            <a:t>, unde informația exactă are prioritate</a:t>
          </a:r>
          <a:endParaRPr lang="ro-RO" sz="1800" kern="1200" noProof="0" dirty="0"/>
        </a:p>
      </dsp:txBody>
      <dsp:txXfrm>
        <a:off x="0" y="585060"/>
        <a:ext cx="6469624" cy="584204"/>
      </dsp:txXfrm>
    </dsp:sp>
    <dsp:sp modelId="{C95C93BD-302C-42DE-B2FF-D20DD6CDDA7D}">
      <dsp:nvSpPr>
        <dsp:cNvPr id="0" name=""/>
        <dsp:cNvSpPr/>
      </dsp:nvSpPr>
      <dsp:spPr>
        <a:xfrm>
          <a:off x="0" y="1169265"/>
          <a:ext cx="646962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942C7F-7476-4AEB-B0D1-1124FCBFF116}">
      <dsp:nvSpPr>
        <dsp:cNvPr id="0" name=""/>
        <dsp:cNvSpPr/>
      </dsp:nvSpPr>
      <dsp:spPr>
        <a:xfrm>
          <a:off x="0" y="1169265"/>
          <a:ext cx="6469624" cy="584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o-RO" sz="1800" kern="1200" noProof="0"/>
            <a:t>Dezastrele și problemele din ultimii ani ai Uniunii Sovietice, au dus la destrămarea acestui sistem bazat pe </a:t>
          </a:r>
          <a:r>
            <a:rPr lang="ro-RO" sz="1800" b="1" kern="1200" noProof="0"/>
            <a:t>dezinformare și a lipsei de etică</a:t>
          </a:r>
          <a:r>
            <a:rPr lang="ro-RO" sz="1800" b="0" kern="1200" noProof="0"/>
            <a:t>.</a:t>
          </a:r>
          <a:endParaRPr lang="ro-RO" sz="1800" kern="1200" noProof="0" dirty="0"/>
        </a:p>
      </dsp:txBody>
      <dsp:txXfrm>
        <a:off x="0" y="1169265"/>
        <a:ext cx="6469624" cy="5842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B18AE-2818-42A2-8C97-56D9F7E5836E}">
      <dsp:nvSpPr>
        <dsp:cNvPr id="0" name=""/>
        <dsp:cNvSpPr/>
      </dsp:nvSpPr>
      <dsp:spPr>
        <a:xfrm>
          <a:off x="316313" y="610673"/>
          <a:ext cx="809977" cy="8099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74C5CB-6B13-4209-9B4F-316EA4380749}">
      <dsp:nvSpPr>
        <dsp:cNvPr id="0" name=""/>
        <dsp:cNvSpPr/>
      </dsp:nvSpPr>
      <dsp:spPr>
        <a:xfrm>
          <a:off x="486409" y="780768"/>
          <a:ext cx="469787" cy="46978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CE46AF-0DB2-4C8E-8F13-FBCE2EB3A8B7}">
      <dsp:nvSpPr>
        <dsp:cNvPr id="0" name=""/>
        <dsp:cNvSpPr/>
      </dsp:nvSpPr>
      <dsp:spPr>
        <a:xfrm>
          <a:off x="1299858" y="610673"/>
          <a:ext cx="1909233" cy="809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33400">
            <a:lnSpc>
              <a:spcPct val="100000"/>
            </a:lnSpc>
            <a:spcBef>
              <a:spcPct val="0"/>
            </a:spcBef>
            <a:spcAft>
              <a:spcPct val="35000"/>
            </a:spcAft>
            <a:buNone/>
          </a:pPr>
          <a:r>
            <a:rPr lang="ro-RO" sz="1200" kern="1200" noProof="0" dirty="0"/>
            <a:t>Deși evenimentul a avut loc la o oră târzie, un eventual clip de la o cameră de supraveghere ar fi fost publicat pe internet. </a:t>
          </a:r>
        </a:p>
      </dsp:txBody>
      <dsp:txXfrm>
        <a:off x="1299858" y="610673"/>
        <a:ext cx="1909233" cy="809977"/>
      </dsp:txXfrm>
    </dsp:sp>
    <dsp:sp modelId="{6547041D-D687-4C9B-8B19-51149B701017}">
      <dsp:nvSpPr>
        <dsp:cNvPr id="0" name=""/>
        <dsp:cNvSpPr/>
      </dsp:nvSpPr>
      <dsp:spPr>
        <a:xfrm>
          <a:off x="3541761" y="610673"/>
          <a:ext cx="809977" cy="8099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84812D-A12E-4AFD-A318-D9BEA9CE27CB}">
      <dsp:nvSpPr>
        <dsp:cNvPr id="0" name=""/>
        <dsp:cNvSpPr/>
      </dsp:nvSpPr>
      <dsp:spPr>
        <a:xfrm>
          <a:off x="3711856" y="780768"/>
          <a:ext cx="469787" cy="46978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867DA2-1C5C-49D4-9ED6-B5937A495EC1}">
      <dsp:nvSpPr>
        <dsp:cNvPr id="0" name=""/>
        <dsp:cNvSpPr/>
      </dsp:nvSpPr>
      <dsp:spPr>
        <a:xfrm>
          <a:off x="4525305" y="610673"/>
          <a:ext cx="1909233" cy="809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33400">
            <a:lnSpc>
              <a:spcPct val="100000"/>
            </a:lnSpc>
            <a:spcBef>
              <a:spcPct val="0"/>
            </a:spcBef>
            <a:spcAft>
              <a:spcPct val="35000"/>
            </a:spcAft>
            <a:buNone/>
          </a:pPr>
          <a:r>
            <a:rPr lang="ro-RO" sz="1200" kern="1200" noProof="0"/>
            <a:t>Acestea </a:t>
          </a:r>
          <a:r>
            <a:rPr lang="ro-RO" sz="1200" kern="1200" noProof="0" dirty="0"/>
            <a:t>s-ar fi viralizat—dacă nu inițial în URSS, atunci cu siguranță în Europa de Vest sau pe continentul american, unde utilizatorii ar fi ridicat semne de întrebare.</a:t>
          </a:r>
        </a:p>
      </dsp:txBody>
      <dsp:txXfrm>
        <a:off x="4525305" y="610673"/>
        <a:ext cx="1909233" cy="809977"/>
      </dsp:txXfrm>
    </dsp:sp>
    <dsp:sp modelId="{88636066-9282-4FB3-BE9C-643B70CC4F09}">
      <dsp:nvSpPr>
        <dsp:cNvPr id="0" name=""/>
        <dsp:cNvSpPr/>
      </dsp:nvSpPr>
      <dsp:spPr>
        <a:xfrm>
          <a:off x="6767209" y="610673"/>
          <a:ext cx="809977" cy="8099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B9CE66-7A43-427A-8C8A-BE956F4D3319}">
      <dsp:nvSpPr>
        <dsp:cNvPr id="0" name=""/>
        <dsp:cNvSpPr/>
      </dsp:nvSpPr>
      <dsp:spPr>
        <a:xfrm>
          <a:off x="6937304" y="780768"/>
          <a:ext cx="469787" cy="46978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7BF5C3-3514-475B-91DA-E6BF7BAA0240}">
      <dsp:nvSpPr>
        <dsp:cNvPr id="0" name=""/>
        <dsp:cNvSpPr/>
      </dsp:nvSpPr>
      <dsp:spPr>
        <a:xfrm>
          <a:off x="7750753" y="610673"/>
          <a:ext cx="1909233" cy="809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33400">
            <a:lnSpc>
              <a:spcPct val="100000"/>
            </a:lnSpc>
            <a:spcBef>
              <a:spcPct val="0"/>
            </a:spcBef>
            <a:spcAft>
              <a:spcPct val="35000"/>
            </a:spcAft>
            <a:buNone/>
          </a:pPr>
          <a:r>
            <a:rPr lang="ro-RO" sz="1200" kern="1200" noProof="0" dirty="0"/>
            <a:t>Trusturile de presă ar fi preluat această îngrijorare din social media și ar fi solicitat puncte de vedere din partea autorităților.</a:t>
          </a:r>
        </a:p>
      </dsp:txBody>
      <dsp:txXfrm>
        <a:off x="7750753" y="610673"/>
        <a:ext cx="1909233" cy="8099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87AF1-0CE1-4AAC-A394-2EF955F16D11}">
      <dsp:nvSpPr>
        <dsp:cNvPr id="0" name=""/>
        <dsp:cNvSpPr/>
      </dsp:nvSpPr>
      <dsp:spPr>
        <a:xfrm>
          <a:off x="17176" y="0"/>
          <a:ext cx="10058371" cy="360000"/>
        </a:xfrm>
        <a:prstGeom prst="rightArrow">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96E339-4C29-48F5-8902-234EE37F89B4}">
      <dsp:nvSpPr>
        <dsp:cNvPr id="0" name=""/>
        <dsp:cNvSpPr/>
      </dsp:nvSpPr>
      <dsp:spPr>
        <a:xfrm>
          <a:off x="7709145" y="590427"/>
          <a:ext cx="1775440" cy="1180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ro-RO" sz="1800" kern="1200" noProof="0" dirty="0"/>
            <a:t>Apariția unor declarații eronate sau mușamalizate ar fi generat o dezbatere aprinsă în comentarii </a:t>
          </a:r>
          <a:r>
            <a:rPr lang="ro-RO" sz="1800" kern="1200" noProof="0"/>
            <a:t>și postări.</a:t>
          </a:r>
          <a:endParaRPr lang="ro-RO" sz="1800" kern="1200" noProof="0" dirty="0"/>
        </a:p>
      </dsp:txBody>
      <dsp:txXfrm>
        <a:off x="7709145" y="590427"/>
        <a:ext cx="1775440" cy="1180249"/>
      </dsp:txXfrm>
    </dsp:sp>
    <dsp:sp modelId="{E210C239-7EBC-4C11-A37A-DFD2A509DC1E}">
      <dsp:nvSpPr>
        <dsp:cNvPr id="0" name=""/>
        <dsp:cNvSpPr/>
      </dsp:nvSpPr>
      <dsp:spPr>
        <a:xfrm>
          <a:off x="5540587" y="500238"/>
          <a:ext cx="1775440" cy="1180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ro-RO" sz="1800" kern="1200" noProof="0" dirty="0"/>
            <a:t>Lipsa unor reacții oficiale ar fi declanșat un efect de turmă, în care cetățenii s-ar fi evacuat singuri.</a:t>
          </a:r>
        </a:p>
      </dsp:txBody>
      <dsp:txXfrm>
        <a:off x="5540587" y="500238"/>
        <a:ext cx="1775440" cy="1180249"/>
      </dsp:txXfrm>
    </dsp:sp>
    <dsp:sp modelId="{C7D6D9A7-C2CF-40C1-A982-08C2BBC00DE7}">
      <dsp:nvSpPr>
        <dsp:cNvPr id="0" name=""/>
        <dsp:cNvSpPr/>
      </dsp:nvSpPr>
      <dsp:spPr>
        <a:xfrm>
          <a:off x="2965382" y="347213"/>
          <a:ext cx="2265745" cy="1180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ro-RO" sz="1800" kern="1200" noProof="0" dirty="0"/>
            <a:t>Spre dimineață, ne-am fi putut aștepta la o presiune puternică asupra autorităților de a face declarații.</a:t>
          </a:r>
        </a:p>
      </dsp:txBody>
      <dsp:txXfrm>
        <a:off x="2965382" y="347213"/>
        <a:ext cx="2265745" cy="1180249"/>
      </dsp:txXfrm>
    </dsp:sp>
    <dsp:sp modelId="{8F7244AF-1EBF-4240-9217-A6EEE75E035D}">
      <dsp:nvSpPr>
        <dsp:cNvPr id="0" name=""/>
        <dsp:cNvSpPr/>
      </dsp:nvSpPr>
      <dsp:spPr>
        <a:xfrm>
          <a:off x="827255" y="590427"/>
          <a:ext cx="1775440" cy="1180249"/>
        </a:xfrm>
        <a:prstGeom prst="rect">
          <a:avLst/>
        </a:prstGeom>
        <a:no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ro-RO" sz="1800" kern="1200" noProof="0"/>
            <a:t>Pompierii </a:t>
          </a:r>
          <a:r>
            <a:rPr lang="ro-RO" sz="1800" kern="1200" noProof="0" dirty="0"/>
            <a:t>ajunși la fața locului ar fi făcut publice mai multe imagini, amplificând </a:t>
          </a:r>
          <a:r>
            <a:rPr lang="ro-RO" sz="1800" kern="1200" noProof="0"/>
            <a:t>astfel îngrijorarea în rândul societății.</a:t>
          </a:r>
          <a:endParaRPr lang="ro-RO" sz="1800" kern="1200" noProof="0" dirty="0"/>
        </a:p>
      </dsp:txBody>
      <dsp:txXfrm>
        <a:off x="827255" y="590427"/>
        <a:ext cx="1775440" cy="11802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B818F-A810-4669-BC8A-A3EE27F822F1}">
      <dsp:nvSpPr>
        <dsp:cNvPr id="0" name=""/>
        <dsp:cNvSpPr/>
      </dsp:nvSpPr>
      <dsp:spPr>
        <a:xfrm>
          <a:off x="924784" y="433303"/>
          <a:ext cx="925684" cy="92568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08D336-295A-469C-8EC4-B34D51DFC348}">
      <dsp:nvSpPr>
        <dsp:cNvPr id="0" name=""/>
        <dsp:cNvSpPr/>
      </dsp:nvSpPr>
      <dsp:spPr>
        <a:xfrm>
          <a:off x="358923" y="1692181"/>
          <a:ext cx="2057405" cy="961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t>5G </a:t>
          </a:r>
          <a:r>
            <a:rPr lang="en-US" sz="1200" b="1" kern="1200" dirty="0" err="1"/>
            <a:t>și</a:t>
          </a:r>
          <a:r>
            <a:rPr lang="en-US" sz="1200" b="1" kern="1200" dirty="0"/>
            <a:t> </a:t>
          </a:r>
          <a:r>
            <a:rPr lang="en-US" sz="1200" b="1" kern="1200" dirty="0" err="1"/>
            <a:t>virusul</a:t>
          </a:r>
          <a:r>
            <a:rPr lang="en-US" sz="1200" kern="1200" dirty="0"/>
            <a:t> – Teoria </a:t>
          </a:r>
          <a:r>
            <a:rPr lang="en-US" sz="1200" kern="1200" dirty="0" err="1"/>
            <a:t>susține</a:t>
          </a:r>
          <a:r>
            <a:rPr lang="en-US" sz="1200" kern="1200" dirty="0"/>
            <a:t> </a:t>
          </a:r>
          <a:r>
            <a:rPr lang="en-US" sz="1200" kern="1200" dirty="0" err="1"/>
            <a:t>că</a:t>
          </a:r>
          <a:r>
            <a:rPr lang="en-US" sz="1200" kern="1200" dirty="0"/>
            <a:t> </a:t>
          </a:r>
          <a:r>
            <a:rPr lang="en-US" sz="1200" kern="1200" dirty="0" err="1"/>
            <a:t>rețelele</a:t>
          </a:r>
          <a:r>
            <a:rPr lang="en-US" sz="1200" kern="1200" dirty="0"/>
            <a:t> 5G au </a:t>
          </a:r>
          <a:r>
            <a:rPr lang="en-US" sz="1200" kern="1200" dirty="0" err="1"/>
            <a:t>declanșat</a:t>
          </a:r>
          <a:r>
            <a:rPr lang="en-US" sz="1200" kern="1200" dirty="0"/>
            <a:t> pandemia. </a:t>
          </a:r>
          <a:r>
            <a:rPr lang="en-US" sz="1200" kern="1200" dirty="0" err="1"/>
            <a:t>Fals</a:t>
          </a:r>
          <a:r>
            <a:rPr lang="en-US" sz="1200" kern="1200" dirty="0"/>
            <a:t>: </a:t>
          </a:r>
          <a:r>
            <a:rPr lang="en-US" sz="1200" kern="1200" dirty="0" err="1"/>
            <a:t>virusurile</a:t>
          </a:r>
          <a:r>
            <a:rPr lang="en-US" sz="1200" kern="1200" dirty="0"/>
            <a:t> nu se transmit </a:t>
          </a:r>
          <a:r>
            <a:rPr lang="en-US" sz="1200" kern="1200" dirty="0" err="1"/>
            <a:t>prin</a:t>
          </a:r>
          <a:r>
            <a:rPr lang="en-US" sz="1200" kern="1200" dirty="0"/>
            <a:t> </a:t>
          </a:r>
          <a:r>
            <a:rPr lang="en-US" sz="1200" kern="1200" dirty="0" err="1"/>
            <a:t>unde</a:t>
          </a:r>
          <a:r>
            <a:rPr lang="en-US" sz="1200" kern="1200" dirty="0"/>
            <a:t> </a:t>
          </a:r>
          <a:r>
            <a:rPr lang="en-US" sz="1200" kern="1200" dirty="0" err="1"/>
            <a:t>electromagnetice</a:t>
          </a:r>
          <a:r>
            <a:rPr lang="en-US" sz="1200" kern="1200" dirty="0"/>
            <a:t>.</a:t>
          </a:r>
          <a:endParaRPr lang="en-US" sz="1200" kern="1200" dirty="0">
            <a:solidFill>
              <a:srgbClr val="474747"/>
            </a:solidFill>
          </a:endParaRPr>
        </a:p>
      </dsp:txBody>
      <dsp:txXfrm>
        <a:off x="358923" y="1692181"/>
        <a:ext cx="2057405" cy="961611"/>
      </dsp:txXfrm>
    </dsp:sp>
    <dsp:sp modelId="{E70B0A60-E192-4599-AE5B-A02A79295F57}">
      <dsp:nvSpPr>
        <dsp:cNvPr id="0" name=""/>
        <dsp:cNvSpPr/>
      </dsp:nvSpPr>
      <dsp:spPr>
        <a:xfrm>
          <a:off x="3342013" y="433303"/>
          <a:ext cx="925684" cy="92568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E12A33-3FD1-48DD-A837-65C279E3E7AE}">
      <dsp:nvSpPr>
        <dsp:cNvPr id="0" name=""/>
        <dsp:cNvSpPr/>
      </dsp:nvSpPr>
      <dsp:spPr>
        <a:xfrm>
          <a:off x="2776317" y="1692181"/>
          <a:ext cx="2057076" cy="961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t>Bill Gates </a:t>
          </a:r>
          <a:r>
            <a:rPr lang="en-US" sz="1200" b="1" kern="1200" dirty="0" err="1"/>
            <a:t>și</a:t>
          </a:r>
          <a:r>
            <a:rPr lang="en-US" sz="1200" b="1" kern="1200" dirty="0"/>
            <a:t> </a:t>
          </a:r>
          <a:r>
            <a:rPr lang="en-US" sz="1200" b="1" kern="1200" dirty="0" err="1"/>
            <a:t>vaccinurile</a:t>
          </a:r>
          <a:r>
            <a:rPr lang="en-US" sz="1200" kern="1200" dirty="0"/>
            <a:t> – Se </a:t>
          </a:r>
          <a:r>
            <a:rPr lang="en-US" sz="1200" kern="1200" dirty="0" err="1"/>
            <a:t>spune</a:t>
          </a:r>
          <a:r>
            <a:rPr lang="en-US" sz="1200" kern="1200" dirty="0"/>
            <a:t> </a:t>
          </a:r>
          <a:r>
            <a:rPr lang="en-US" sz="1200" kern="1200" dirty="0" err="1"/>
            <a:t>că</a:t>
          </a:r>
          <a:r>
            <a:rPr lang="en-US" sz="1200" kern="1200" dirty="0"/>
            <a:t> Bill Gates a </a:t>
          </a:r>
          <a:r>
            <a:rPr lang="en-US" sz="1200" kern="1200" dirty="0" err="1"/>
            <a:t>planificat</a:t>
          </a:r>
          <a:r>
            <a:rPr lang="en-US" sz="1200" kern="1200" dirty="0"/>
            <a:t> pandemia </a:t>
          </a:r>
          <a:r>
            <a:rPr lang="en-US" sz="1200" kern="1200" dirty="0" err="1"/>
            <a:t>și</a:t>
          </a:r>
          <a:r>
            <a:rPr lang="en-US" sz="1200" kern="1200" dirty="0"/>
            <a:t> </a:t>
          </a:r>
          <a:r>
            <a:rPr lang="en-US" sz="1200" kern="1200" dirty="0" err="1"/>
            <a:t>că</a:t>
          </a:r>
          <a:r>
            <a:rPr lang="en-US" sz="1200" kern="1200" dirty="0"/>
            <a:t> </a:t>
          </a:r>
          <a:r>
            <a:rPr lang="en-US" sz="1200" kern="1200" dirty="0" err="1"/>
            <a:t>vaccinurile</a:t>
          </a:r>
          <a:r>
            <a:rPr lang="en-US" sz="1200" kern="1200" dirty="0"/>
            <a:t> </a:t>
          </a:r>
          <a:r>
            <a:rPr lang="en-US" sz="1200" kern="1200" dirty="0" err="1"/>
            <a:t>conțin</a:t>
          </a:r>
          <a:r>
            <a:rPr lang="en-US" sz="1200" kern="1200" dirty="0"/>
            <a:t> </a:t>
          </a:r>
          <a:r>
            <a:rPr lang="en-US" sz="1200" kern="1200" dirty="0" err="1"/>
            <a:t>microcipuri</a:t>
          </a:r>
          <a:r>
            <a:rPr lang="en-US" sz="1200" kern="1200" dirty="0"/>
            <a:t>. </a:t>
          </a:r>
          <a:r>
            <a:rPr lang="en-US" sz="1200" kern="1200" dirty="0" err="1"/>
            <a:t>Fără</a:t>
          </a:r>
          <a:r>
            <a:rPr lang="en-US" sz="1200" kern="1200" dirty="0"/>
            <a:t> </a:t>
          </a:r>
          <a:r>
            <a:rPr lang="en-US" sz="1200" kern="1200" dirty="0" err="1"/>
            <a:t>dovezi</a:t>
          </a:r>
          <a:r>
            <a:rPr lang="en-US" sz="1200" kern="1200" dirty="0"/>
            <a:t> </a:t>
          </a:r>
          <a:r>
            <a:rPr lang="en-US" sz="1200" kern="1200" dirty="0" err="1"/>
            <a:t>științifice</a:t>
          </a:r>
          <a:r>
            <a:rPr lang="en-US" sz="1200" kern="1200" dirty="0"/>
            <a:t>.</a:t>
          </a:r>
        </a:p>
      </dsp:txBody>
      <dsp:txXfrm>
        <a:off x="2776317" y="1692181"/>
        <a:ext cx="2057076" cy="961611"/>
      </dsp:txXfrm>
    </dsp:sp>
    <dsp:sp modelId="{9A066890-2182-499A-AC13-A31D1D13F606}">
      <dsp:nvSpPr>
        <dsp:cNvPr id="0" name=""/>
        <dsp:cNvSpPr/>
      </dsp:nvSpPr>
      <dsp:spPr>
        <a:xfrm>
          <a:off x="5759078" y="433303"/>
          <a:ext cx="925684" cy="92568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CD14DA-BD7F-4AD7-B504-B91D2EC661EF}">
      <dsp:nvSpPr>
        <dsp:cNvPr id="0" name=""/>
        <dsp:cNvSpPr/>
      </dsp:nvSpPr>
      <dsp:spPr>
        <a:xfrm>
          <a:off x="5193382" y="1692181"/>
          <a:ext cx="2057076" cy="961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t>COVID-19 – </a:t>
          </a:r>
          <a:r>
            <a:rPr lang="en-US" sz="1200" b="1" kern="1200" dirty="0" err="1"/>
            <a:t>armă</a:t>
          </a:r>
          <a:r>
            <a:rPr lang="en-US" sz="1200" b="1" kern="1200" dirty="0"/>
            <a:t> </a:t>
          </a:r>
          <a:r>
            <a:rPr lang="en-US" sz="1200" b="1" kern="1200" dirty="0" err="1"/>
            <a:t>biologică</a:t>
          </a:r>
          <a:r>
            <a:rPr lang="en-US" sz="1200" kern="1200" dirty="0"/>
            <a:t> – </a:t>
          </a:r>
          <a:r>
            <a:rPr lang="en-US" sz="1200" kern="1200" dirty="0" err="1"/>
            <a:t>Unii</a:t>
          </a:r>
          <a:r>
            <a:rPr lang="en-US" sz="1200" kern="1200" dirty="0"/>
            <a:t> cred </a:t>
          </a:r>
          <a:r>
            <a:rPr lang="en-US" sz="1200" kern="1200" dirty="0" err="1"/>
            <a:t>că</a:t>
          </a:r>
          <a:r>
            <a:rPr lang="en-US" sz="1200" kern="1200" dirty="0"/>
            <a:t> </a:t>
          </a:r>
          <a:r>
            <a:rPr lang="en-US" sz="1200" kern="1200" dirty="0" err="1"/>
            <a:t>virusul</a:t>
          </a:r>
          <a:r>
            <a:rPr lang="en-US" sz="1200" kern="1200" dirty="0"/>
            <a:t> a </a:t>
          </a:r>
          <a:r>
            <a:rPr lang="en-US" sz="1200" kern="1200" dirty="0" err="1"/>
            <a:t>fost</a:t>
          </a:r>
          <a:r>
            <a:rPr lang="en-US" sz="1200" kern="1200" dirty="0"/>
            <a:t> </a:t>
          </a:r>
          <a:r>
            <a:rPr lang="en-US" sz="1200" kern="1200" dirty="0" err="1"/>
            <a:t>creat</a:t>
          </a:r>
          <a:r>
            <a:rPr lang="en-US" sz="1200" kern="1200" dirty="0"/>
            <a:t> </a:t>
          </a:r>
          <a:r>
            <a:rPr lang="en-US" sz="1200" kern="1200" dirty="0" err="1"/>
            <a:t>intenționat</a:t>
          </a:r>
          <a:r>
            <a:rPr lang="en-US" sz="1200" kern="1200" dirty="0"/>
            <a:t> </a:t>
          </a:r>
          <a:r>
            <a:rPr lang="en-US" sz="1200" kern="1200" dirty="0" err="1"/>
            <a:t>într</a:t>
          </a:r>
          <a:r>
            <a:rPr lang="en-US" sz="1200" kern="1200" dirty="0"/>
            <a:t>-un </a:t>
          </a:r>
          <a:r>
            <a:rPr lang="en-US" sz="1200" kern="1200" dirty="0" err="1"/>
            <a:t>laborator</a:t>
          </a:r>
          <a:r>
            <a:rPr lang="en-US" sz="1200" kern="1200" dirty="0"/>
            <a:t> </a:t>
          </a:r>
          <a:r>
            <a:rPr lang="en-US" sz="1200" kern="1200" dirty="0" err="1"/>
            <a:t>chinez</a:t>
          </a:r>
          <a:r>
            <a:rPr lang="en-US" sz="1200" kern="1200" dirty="0"/>
            <a:t>. </a:t>
          </a:r>
          <a:r>
            <a:rPr lang="en-US" sz="1400" b="1" kern="1200" dirty="0">
              <a:solidFill>
                <a:srgbClr val="474747"/>
              </a:solidFill>
            </a:rPr>
            <a:t>23%</a:t>
          </a:r>
          <a:r>
            <a:rPr lang="en-US" sz="1200" kern="1200" dirty="0"/>
            <a:t> </a:t>
          </a:r>
          <a:r>
            <a:rPr lang="en-US" sz="1200" kern="1200" dirty="0" err="1"/>
            <a:t>dintre</a:t>
          </a:r>
          <a:r>
            <a:rPr lang="en-US" sz="1200" kern="1200" dirty="0"/>
            <a:t> </a:t>
          </a:r>
          <a:r>
            <a:rPr lang="en-US" sz="1200" kern="1200" dirty="0" err="1"/>
            <a:t>americani</a:t>
          </a:r>
          <a:r>
            <a:rPr lang="en-US" sz="1200" kern="1200" dirty="0"/>
            <a:t> </a:t>
          </a:r>
          <a:r>
            <a:rPr lang="en-US" sz="1200" kern="1200" dirty="0" err="1"/>
            <a:t>susțin</a:t>
          </a:r>
          <a:r>
            <a:rPr lang="en-US" sz="1200" kern="1200" dirty="0"/>
            <a:t> </a:t>
          </a:r>
          <a:r>
            <a:rPr lang="en-US" sz="1200" kern="1200" dirty="0" err="1"/>
            <a:t>această</a:t>
          </a:r>
          <a:r>
            <a:rPr lang="en-US" sz="1200" kern="1200" dirty="0"/>
            <a:t> idee.</a:t>
          </a:r>
        </a:p>
      </dsp:txBody>
      <dsp:txXfrm>
        <a:off x="5193382" y="1692181"/>
        <a:ext cx="2057076" cy="961611"/>
      </dsp:txXfrm>
    </dsp:sp>
    <dsp:sp modelId="{F49400D2-6C61-49DA-9999-406AA81609E1}">
      <dsp:nvSpPr>
        <dsp:cNvPr id="0" name=""/>
        <dsp:cNvSpPr/>
      </dsp:nvSpPr>
      <dsp:spPr>
        <a:xfrm>
          <a:off x="8176143" y="433303"/>
          <a:ext cx="925684" cy="92568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3F5665-F6F5-4AF9-BDEA-AB8A1A339798}">
      <dsp:nvSpPr>
        <dsp:cNvPr id="0" name=""/>
        <dsp:cNvSpPr/>
      </dsp:nvSpPr>
      <dsp:spPr>
        <a:xfrm>
          <a:off x="7610447" y="1692181"/>
          <a:ext cx="2057076" cy="961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err="1"/>
            <a:t>Elitele</a:t>
          </a:r>
          <a:r>
            <a:rPr lang="en-US" sz="1200" b="1" kern="1200" dirty="0"/>
            <a:t> </a:t>
          </a:r>
          <a:r>
            <a:rPr lang="en-US" sz="1200" b="1" kern="1200" dirty="0" err="1"/>
            <a:t>și</a:t>
          </a:r>
          <a:r>
            <a:rPr lang="en-US" sz="1200" b="1" kern="1200" dirty="0"/>
            <a:t> </a:t>
          </a:r>
          <a:r>
            <a:rPr lang="en-US" sz="1200" b="1" kern="1200" dirty="0" err="1"/>
            <a:t>controlul</a:t>
          </a:r>
          <a:r>
            <a:rPr lang="en-US" sz="1200" b="1" kern="1200" dirty="0"/>
            <a:t> global</a:t>
          </a:r>
          <a:r>
            <a:rPr lang="en-US" sz="1200" kern="1200" dirty="0"/>
            <a:t> – Teoria </a:t>
          </a:r>
          <a:r>
            <a:rPr lang="en-US" sz="1200" kern="1200" dirty="0" err="1"/>
            <a:t>afirmă</a:t>
          </a:r>
          <a:r>
            <a:rPr lang="en-US" sz="1200" kern="1200" dirty="0"/>
            <a:t> </a:t>
          </a:r>
          <a:r>
            <a:rPr lang="en-US" sz="1200" kern="1200" dirty="0" err="1"/>
            <a:t>că</a:t>
          </a:r>
          <a:r>
            <a:rPr lang="en-US" sz="1200" kern="1200" dirty="0"/>
            <a:t> pandemia a </a:t>
          </a:r>
          <a:r>
            <a:rPr lang="en-US" sz="1200" kern="1200" dirty="0" err="1"/>
            <a:t>fost</a:t>
          </a:r>
          <a:r>
            <a:rPr lang="en-US" sz="1200" kern="1200" dirty="0"/>
            <a:t> </a:t>
          </a:r>
          <a:r>
            <a:rPr lang="en-US" sz="1200" kern="1200" dirty="0" err="1"/>
            <a:t>creată</a:t>
          </a:r>
          <a:r>
            <a:rPr lang="en-US" sz="1200" kern="1200" dirty="0"/>
            <a:t> </a:t>
          </a:r>
          <a:r>
            <a:rPr lang="en-US" sz="1200" kern="1200" dirty="0" err="1"/>
            <a:t>pentru</a:t>
          </a:r>
          <a:r>
            <a:rPr lang="en-US" sz="1200" kern="1200" dirty="0"/>
            <a:t> a </a:t>
          </a:r>
          <a:r>
            <a:rPr lang="en-US" sz="1200" kern="1200" dirty="0" err="1"/>
            <a:t>limita</a:t>
          </a:r>
          <a:r>
            <a:rPr lang="en-US" sz="1200" kern="1200" dirty="0"/>
            <a:t> </a:t>
          </a:r>
          <a:r>
            <a:rPr lang="en-US" sz="1200" kern="1200" dirty="0" err="1"/>
            <a:t>libertățile</a:t>
          </a:r>
          <a:r>
            <a:rPr lang="en-US" sz="1200" kern="1200" dirty="0"/>
            <a:t> </a:t>
          </a:r>
          <a:r>
            <a:rPr lang="en-US" sz="1200" kern="1200" dirty="0" err="1"/>
            <a:t>oamenilor</a:t>
          </a:r>
          <a:r>
            <a:rPr lang="en-US" sz="1200" kern="1200" dirty="0"/>
            <a:t>. O </a:t>
          </a:r>
          <a:r>
            <a:rPr lang="en-US" sz="1200" kern="1200" dirty="0" err="1"/>
            <a:t>variantă</a:t>
          </a:r>
          <a:r>
            <a:rPr lang="en-US" sz="1200" kern="1200" dirty="0"/>
            <a:t> </a:t>
          </a:r>
          <a:r>
            <a:rPr lang="en-US" sz="1200" kern="1200" dirty="0" err="1"/>
            <a:t>timpurie</a:t>
          </a:r>
          <a:r>
            <a:rPr lang="en-US" sz="1200" kern="1200" dirty="0"/>
            <a:t> </a:t>
          </a:r>
          <a:r>
            <a:rPr lang="en-US" sz="1200" kern="1200" dirty="0" err="1"/>
            <a:t>compara</a:t>
          </a:r>
          <a:r>
            <a:rPr lang="en-US" sz="1200" kern="1200" dirty="0"/>
            <a:t> COVID-19 cu </a:t>
          </a:r>
          <a:r>
            <a:rPr lang="en-US" sz="1200" kern="1200" dirty="0" err="1"/>
            <a:t>gripa</a:t>
          </a:r>
          <a:r>
            <a:rPr lang="en-US" sz="1200" kern="1200" dirty="0"/>
            <a:t>.</a:t>
          </a:r>
        </a:p>
      </dsp:txBody>
      <dsp:txXfrm>
        <a:off x="7610447" y="1692181"/>
        <a:ext cx="2057076" cy="96161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D9B87C-58BA-4777-9E6B-17F1D25D2B43}">
      <dsp:nvSpPr>
        <dsp:cNvPr id="0" name=""/>
        <dsp:cNvSpPr/>
      </dsp:nvSpPr>
      <dsp:spPr>
        <a:xfrm>
          <a:off x="4664" y="0"/>
          <a:ext cx="2039389" cy="74066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ro-RO" sz="2000" kern="1200" dirty="0"/>
            <a:t>Februarie 2022</a:t>
          </a:r>
          <a:endParaRPr lang="en-US" sz="2000" kern="1200" dirty="0"/>
        </a:p>
      </dsp:txBody>
      <dsp:txXfrm>
        <a:off x="26357" y="21693"/>
        <a:ext cx="1996003" cy="697279"/>
      </dsp:txXfrm>
    </dsp:sp>
    <dsp:sp modelId="{D3A40584-569D-4189-8012-0C33D5C2B7FC}">
      <dsp:nvSpPr>
        <dsp:cNvPr id="0" name=""/>
        <dsp:cNvSpPr/>
      </dsp:nvSpPr>
      <dsp:spPr>
        <a:xfrm>
          <a:off x="2247992" y="117448"/>
          <a:ext cx="432350" cy="5057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247992" y="218602"/>
        <a:ext cx="302645" cy="303460"/>
      </dsp:txXfrm>
    </dsp:sp>
    <dsp:sp modelId="{AAF7F5D6-E5B7-491E-A4FD-AEE9CCBCDD15}">
      <dsp:nvSpPr>
        <dsp:cNvPr id="0" name=""/>
        <dsp:cNvSpPr/>
      </dsp:nvSpPr>
      <dsp:spPr>
        <a:xfrm>
          <a:off x="2859809" y="0"/>
          <a:ext cx="2039389" cy="74066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ro-RO" sz="2000" kern="1200" dirty="0"/>
            <a:t>Aprilie 2022</a:t>
          </a:r>
          <a:endParaRPr lang="en-US" sz="2000" kern="1200" dirty="0"/>
        </a:p>
      </dsp:txBody>
      <dsp:txXfrm>
        <a:off x="2881502" y="21693"/>
        <a:ext cx="1996003" cy="697279"/>
      </dsp:txXfrm>
    </dsp:sp>
    <dsp:sp modelId="{7EEAA711-D00C-48F0-9016-B0929CFE765B}">
      <dsp:nvSpPr>
        <dsp:cNvPr id="0" name=""/>
        <dsp:cNvSpPr/>
      </dsp:nvSpPr>
      <dsp:spPr>
        <a:xfrm>
          <a:off x="5103137" y="117448"/>
          <a:ext cx="432350" cy="5057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103137" y="218602"/>
        <a:ext cx="302645" cy="303460"/>
      </dsp:txXfrm>
    </dsp:sp>
    <dsp:sp modelId="{A2FBEDA7-E8E0-47E6-B7D3-D9CB82061209}">
      <dsp:nvSpPr>
        <dsp:cNvPr id="0" name=""/>
        <dsp:cNvSpPr/>
      </dsp:nvSpPr>
      <dsp:spPr>
        <a:xfrm>
          <a:off x="5714953" y="0"/>
          <a:ext cx="2039389" cy="74066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ro-RO" sz="2000" kern="1200" dirty="0"/>
            <a:t>Septembrie 2022</a:t>
          </a:r>
          <a:endParaRPr lang="en-US" sz="2000" kern="1200" dirty="0"/>
        </a:p>
      </dsp:txBody>
      <dsp:txXfrm>
        <a:off x="5736646" y="21693"/>
        <a:ext cx="1996003" cy="697279"/>
      </dsp:txXfrm>
    </dsp:sp>
    <dsp:sp modelId="{899878EC-7761-4AE0-A47D-36FBE32FAD10}">
      <dsp:nvSpPr>
        <dsp:cNvPr id="0" name=""/>
        <dsp:cNvSpPr/>
      </dsp:nvSpPr>
      <dsp:spPr>
        <a:xfrm>
          <a:off x="7958281" y="117448"/>
          <a:ext cx="432350" cy="5057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7958281" y="218602"/>
        <a:ext cx="302645" cy="303460"/>
      </dsp:txXfrm>
    </dsp:sp>
    <dsp:sp modelId="{C6653A4D-1A2C-4F41-933B-0F9AC27507AD}">
      <dsp:nvSpPr>
        <dsp:cNvPr id="0" name=""/>
        <dsp:cNvSpPr/>
      </dsp:nvSpPr>
      <dsp:spPr>
        <a:xfrm>
          <a:off x="8570098" y="0"/>
          <a:ext cx="2039389" cy="74066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ro-RO" sz="2000" kern="1200" dirty="0"/>
            <a:t>2023-2024</a:t>
          </a:r>
          <a:endParaRPr lang="en-US" sz="2000" kern="1200" dirty="0"/>
        </a:p>
      </dsp:txBody>
      <dsp:txXfrm>
        <a:off x="8591791" y="21693"/>
        <a:ext cx="1996003" cy="69727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B818F-A810-4669-BC8A-A3EE27F822F1}">
      <dsp:nvSpPr>
        <dsp:cNvPr id="0" name=""/>
        <dsp:cNvSpPr/>
      </dsp:nvSpPr>
      <dsp:spPr>
        <a:xfrm>
          <a:off x="924784" y="342159"/>
          <a:ext cx="925684" cy="92568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08D336-295A-469C-8EC4-B34D51DFC348}">
      <dsp:nvSpPr>
        <dsp:cNvPr id="0" name=""/>
        <dsp:cNvSpPr/>
      </dsp:nvSpPr>
      <dsp:spPr>
        <a:xfrm>
          <a:off x="359087" y="1628286"/>
          <a:ext cx="2057076" cy="1116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ro-RO" sz="1200" kern="1200" noProof="0" dirty="0"/>
            <a:t>Conținutul </a:t>
          </a:r>
          <a:r>
            <a:rPr lang="ro-RO" sz="1200" b="1" kern="1200" noProof="0" dirty="0"/>
            <a:t>rapid</a:t>
          </a:r>
          <a:r>
            <a:rPr lang="ro-RO" sz="1200" kern="1200" noProof="0" dirty="0"/>
            <a:t> și </a:t>
          </a:r>
          <a:r>
            <a:rPr lang="ro-RO" sz="1200" b="1" kern="1200" noProof="0" dirty="0"/>
            <a:t>ușor </a:t>
          </a:r>
          <a:r>
            <a:rPr lang="ro-RO" sz="1200" kern="1200" noProof="0" dirty="0"/>
            <a:t>digerabil (ex. </a:t>
          </a:r>
          <a:r>
            <a:rPr lang="ro-RO" sz="1200" kern="1200" noProof="0" dirty="0" err="1"/>
            <a:t>TikTok</a:t>
          </a:r>
          <a:r>
            <a:rPr lang="ro-RO" sz="1200" kern="1200" noProof="0" dirty="0"/>
            <a:t>, </a:t>
          </a:r>
          <a:r>
            <a:rPr lang="ro-RO" sz="1200" kern="1200" noProof="0" dirty="0" err="1"/>
            <a:t>Instagram</a:t>
          </a:r>
          <a:r>
            <a:rPr lang="ro-RO" sz="1200" kern="1200" noProof="0" dirty="0"/>
            <a:t> </a:t>
          </a:r>
          <a:r>
            <a:rPr lang="ro-RO" sz="1200" kern="1200" noProof="0" dirty="0" err="1"/>
            <a:t>Reels</a:t>
          </a:r>
          <a:r>
            <a:rPr lang="ro-RO" sz="1200" kern="1200" noProof="0" dirty="0"/>
            <a:t>, </a:t>
          </a:r>
          <a:r>
            <a:rPr lang="ro-RO" sz="1200" kern="1200" noProof="0" dirty="0" err="1"/>
            <a:t>YouTube</a:t>
          </a:r>
          <a:r>
            <a:rPr lang="ro-RO" sz="1200" kern="1200" noProof="0" dirty="0"/>
            <a:t> </a:t>
          </a:r>
          <a:r>
            <a:rPr lang="ro-RO" sz="1200" kern="1200" noProof="0" dirty="0" err="1"/>
            <a:t>Shorts</a:t>
          </a:r>
          <a:r>
            <a:rPr lang="ro-RO" sz="1200" kern="1200" noProof="0" dirty="0"/>
            <a:t>) ne obișnuiește să consumăm informație în format </a:t>
          </a:r>
          <a:r>
            <a:rPr lang="ro-RO" sz="1200" b="1" kern="1200" noProof="0" dirty="0"/>
            <a:t>scurt</a:t>
          </a:r>
          <a:r>
            <a:rPr lang="ro-RO" sz="1200" kern="1200" noProof="0" dirty="0"/>
            <a:t>.</a:t>
          </a:r>
        </a:p>
      </dsp:txBody>
      <dsp:txXfrm>
        <a:off x="359087" y="1628286"/>
        <a:ext cx="2057076" cy="1116650"/>
      </dsp:txXfrm>
    </dsp:sp>
    <dsp:sp modelId="{E70B0A60-E192-4599-AE5B-A02A79295F57}">
      <dsp:nvSpPr>
        <dsp:cNvPr id="0" name=""/>
        <dsp:cNvSpPr/>
      </dsp:nvSpPr>
      <dsp:spPr>
        <a:xfrm>
          <a:off x="3341848" y="342159"/>
          <a:ext cx="925684" cy="92568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E12A33-3FD1-48DD-A837-65C279E3E7AE}">
      <dsp:nvSpPr>
        <dsp:cNvPr id="0" name=""/>
        <dsp:cNvSpPr/>
      </dsp:nvSpPr>
      <dsp:spPr>
        <a:xfrm>
          <a:off x="2776152" y="1628286"/>
          <a:ext cx="2057076" cy="1116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ro-RO" sz="1200" kern="1200" noProof="0" dirty="0"/>
            <a:t>Fiecare </a:t>
          </a:r>
          <a:r>
            <a:rPr lang="ro-RO" sz="1200" b="1" kern="1200" noProof="0" dirty="0" err="1"/>
            <a:t>scroll</a:t>
          </a:r>
          <a:r>
            <a:rPr lang="ro-RO" sz="1200" kern="1200" noProof="0" dirty="0"/>
            <a:t> sau </a:t>
          </a:r>
          <a:r>
            <a:rPr lang="ro-RO" sz="1200" b="1" kern="1200" noProof="0" dirty="0" err="1"/>
            <a:t>like</a:t>
          </a:r>
          <a:r>
            <a:rPr lang="ro-RO" sz="1200" kern="1200" noProof="0" dirty="0"/>
            <a:t> pe social media declanșează eliberarea de </a:t>
          </a:r>
          <a:r>
            <a:rPr lang="ro-RO" sz="1200" b="1" kern="1200" noProof="0" dirty="0" err="1"/>
            <a:t>dopamină</a:t>
          </a:r>
          <a:r>
            <a:rPr lang="ro-RO" sz="1200" kern="1200" noProof="0" dirty="0"/>
            <a:t> (hormonul plăcerii), creând un ciclu de recompensă rapidă.</a:t>
          </a:r>
        </a:p>
      </dsp:txBody>
      <dsp:txXfrm>
        <a:off x="2776152" y="1628286"/>
        <a:ext cx="2057076" cy="1116650"/>
      </dsp:txXfrm>
    </dsp:sp>
    <dsp:sp modelId="{9A066890-2182-499A-AC13-A31D1D13F606}">
      <dsp:nvSpPr>
        <dsp:cNvPr id="0" name=""/>
        <dsp:cNvSpPr/>
      </dsp:nvSpPr>
      <dsp:spPr>
        <a:xfrm>
          <a:off x="5758913" y="342159"/>
          <a:ext cx="925684" cy="92568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CD14DA-BD7F-4AD7-B504-B91D2EC661EF}">
      <dsp:nvSpPr>
        <dsp:cNvPr id="0" name=""/>
        <dsp:cNvSpPr/>
      </dsp:nvSpPr>
      <dsp:spPr>
        <a:xfrm>
          <a:off x="5193217" y="1628286"/>
          <a:ext cx="2057076" cy="1116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ro-RO" sz="1200" kern="1200" noProof="0" dirty="0"/>
            <a:t>Navigarea simultană pe mai multe platforme sociale duce la </a:t>
          </a:r>
          <a:r>
            <a:rPr lang="ro-RO" sz="1200" b="1" kern="1200" noProof="0" dirty="0"/>
            <a:t>distragere constantă</a:t>
          </a:r>
          <a:r>
            <a:rPr lang="ro-RO" sz="1200" kern="1200" noProof="0" dirty="0"/>
            <a:t> și </a:t>
          </a:r>
          <a:r>
            <a:rPr lang="ro-RO" sz="1200" b="1" kern="1200" noProof="0" dirty="0"/>
            <a:t>scăderea capacității </a:t>
          </a:r>
          <a:r>
            <a:rPr lang="ro-RO" sz="1200" kern="1200" noProof="0" dirty="0"/>
            <a:t>de a rămâne focusat pe o singură sarcină.</a:t>
          </a:r>
        </a:p>
      </dsp:txBody>
      <dsp:txXfrm>
        <a:off x="5193217" y="1628286"/>
        <a:ext cx="2057076" cy="1116650"/>
      </dsp:txXfrm>
    </dsp:sp>
    <dsp:sp modelId="{F49400D2-6C61-49DA-9999-406AA81609E1}">
      <dsp:nvSpPr>
        <dsp:cNvPr id="0" name=""/>
        <dsp:cNvSpPr/>
      </dsp:nvSpPr>
      <dsp:spPr>
        <a:xfrm>
          <a:off x="8175978" y="342159"/>
          <a:ext cx="925684" cy="92568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3F5665-F6F5-4AF9-BDEA-AB8A1A339798}">
      <dsp:nvSpPr>
        <dsp:cNvPr id="0" name=""/>
        <dsp:cNvSpPr/>
      </dsp:nvSpPr>
      <dsp:spPr>
        <a:xfrm>
          <a:off x="7610282" y="1628286"/>
          <a:ext cx="2057076" cy="1116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dirty="0" err="1"/>
            <a:t>Consumăm</a:t>
          </a:r>
          <a:r>
            <a:rPr lang="en-US" sz="1200" kern="1200" dirty="0"/>
            <a:t> </a:t>
          </a:r>
          <a:r>
            <a:rPr lang="en-US" sz="1200" kern="1200" dirty="0" err="1"/>
            <a:t>atât</a:t>
          </a:r>
          <a:r>
            <a:rPr lang="en-US" sz="1200" kern="1200" dirty="0"/>
            <a:t> de </a:t>
          </a:r>
          <a:r>
            <a:rPr lang="en-US" sz="1200" kern="1200" dirty="0" err="1"/>
            <a:t>multe</a:t>
          </a:r>
          <a:r>
            <a:rPr lang="en-US" sz="1200" kern="1200" dirty="0"/>
            <a:t> </a:t>
          </a:r>
          <a:r>
            <a:rPr lang="en-US" sz="1200" b="1" kern="1200" dirty="0" err="1"/>
            <a:t>informații</a:t>
          </a:r>
          <a:r>
            <a:rPr lang="en-US" sz="1200" kern="1200" dirty="0"/>
            <a:t> </a:t>
          </a:r>
          <a:r>
            <a:rPr lang="en-US" sz="1200" kern="1200" dirty="0" err="1"/>
            <a:t>într</a:t>
          </a:r>
          <a:r>
            <a:rPr lang="en-US" sz="1200" kern="1200" dirty="0"/>
            <a:t>-un </a:t>
          </a:r>
          <a:r>
            <a:rPr lang="en-US" sz="1200" kern="1200" dirty="0" err="1"/>
            <a:t>timp</a:t>
          </a:r>
          <a:r>
            <a:rPr lang="en-US" sz="1200" kern="1200" dirty="0"/>
            <a:t> </a:t>
          </a:r>
          <a:r>
            <a:rPr lang="en-US" sz="1200" b="1" kern="1200" dirty="0" err="1"/>
            <a:t>scurt</a:t>
          </a:r>
          <a:r>
            <a:rPr lang="en-US" sz="1200" b="1" kern="1200" dirty="0"/>
            <a:t> </a:t>
          </a:r>
          <a:r>
            <a:rPr lang="en-US" sz="1200" kern="1200" dirty="0" err="1"/>
            <a:t>încât</a:t>
          </a:r>
          <a:r>
            <a:rPr lang="en-US" sz="1200" kern="1200" dirty="0"/>
            <a:t> </a:t>
          </a:r>
          <a:r>
            <a:rPr lang="en-US" sz="1200" b="1" kern="1200" dirty="0" err="1"/>
            <a:t>memoria</a:t>
          </a:r>
          <a:r>
            <a:rPr lang="en-US" sz="1200" kern="1200" dirty="0"/>
            <a:t> de </a:t>
          </a:r>
          <a:r>
            <a:rPr lang="en-US" sz="1200" kern="1200" dirty="0" err="1"/>
            <a:t>lucru</a:t>
          </a:r>
          <a:r>
            <a:rPr lang="en-US" sz="1200" kern="1200" dirty="0"/>
            <a:t> </a:t>
          </a:r>
          <a:r>
            <a:rPr lang="en-US" sz="1200" b="1" kern="1200" dirty="0"/>
            <a:t>nu </a:t>
          </a:r>
          <a:r>
            <a:rPr lang="en-US" sz="1200" b="1" kern="1200" dirty="0" err="1"/>
            <a:t>poate</a:t>
          </a:r>
          <a:r>
            <a:rPr lang="en-US" sz="1200" b="1" kern="1200" dirty="0"/>
            <a:t> </a:t>
          </a:r>
          <a:r>
            <a:rPr lang="en-US" sz="1200" kern="1200" dirty="0" err="1"/>
            <a:t>reține</a:t>
          </a:r>
          <a:r>
            <a:rPr lang="en-US" sz="1200" kern="1200" dirty="0"/>
            <a:t> </a:t>
          </a:r>
          <a:r>
            <a:rPr lang="en-US" sz="1200" kern="1200" dirty="0" err="1"/>
            <a:t>totul</a:t>
          </a:r>
          <a:r>
            <a:rPr lang="en-US" sz="1200" kern="1200" dirty="0"/>
            <a:t> </a:t>
          </a:r>
          <a:r>
            <a:rPr lang="en-US" sz="1200" b="1" kern="1200" dirty="0" err="1"/>
            <a:t>eficient</a:t>
          </a:r>
          <a:r>
            <a:rPr lang="en-US" sz="1200" kern="1200" dirty="0"/>
            <a:t>.</a:t>
          </a:r>
        </a:p>
      </dsp:txBody>
      <dsp:txXfrm>
        <a:off x="7610282" y="1628286"/>
        <a:ext cx="2057076" cy="111665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96936-E5D5-AA4F-A8AA-9763EE50163B}">
      <dsp:nvSpPr>
        <dsp:cNvPr id="0" name=""/>
        <dsp:cNvSpPr/>
      </dsp:nvSpPr>
      <dsp:spPr>
        <a:xfrm>
          <a:off x="0" y="1401"/>
          <a:ext cx="9872663" cy="86408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o-RO" sz="1600" kern="1200" noProof="0" dirty="0">
              <a:latin typeface="Corbel" panose="020B0503020204020204" pitchFamily="34" charset="0"/>
            </a:rPr>
            <a:t>Peste 100 de </a:t>
          </a:r>
          <a:r>
            <a:rPr lang="ro-RO" sz="1600" kern="1200" noProof="0" dirty="0" err="1">
              <a:latin typeface="Corbel" panose="020B0503020204020204" pitchFamily="34" charset="0"/>
            </a:rPr>
            <a:t>influencerii</a:t>
          </a:r>
          <a:r>
            <a:rPr lang="ro-RO" sz="1600" kern="1200" noProof="0" dirty="0">
              <a:latin typeface="Corbel" panose="020B0503020204020204" pitchFamily="34" charset="0"/>
            </a:rPr>
            <a:t>, având 8 milioane de abonați, au fost recrutați pentru promovarea candidatului</a:t>
          </a:r>
        </a:p>
      </dsp:txBody>
      <dsp:txXfrm>
        <a:off x="42181" y="43582"/>
        <a:ext cx="9788301" cy="779720"/>
      </dsp:txXfrm>
    </dsp:sp>
    <dsp:sp modelId="{071421FC-D969-B141-909F-A750F49F51F3}">
      <dsp:nvSpPr>
        <dsp:cNvPr id="0" name=""/>
        <dsp:cNvSpPr/>
      </dsp:nvSpPr>
      <dsp:spPr>
        <a:xfrm>
          <a:off x="0" y="879420"/>
          <a:ext cx="9872663" cy="864082"/>
        </a:xfrm>
        <a:prstGeom prst="roundRect">
          <a:avLst/>
        </a:prstGeom>
        <a:solidFill>
          <a:schemeClr val="accent5">
            <a:hueOff val="103627"/>
            <a:satOff val="9874"/>
            <a:lumOff val="-411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o-RO" sz="1600" kern="1200" noProof="0" dirty="0"/>
            <a:t>Mecanismul a constat în publicarea unor mesaje aparent inofensive referitoare la alegerile prezidențiale</a:t>
          </a:r>
        </a:p>
      </dsp:txBody>
      <dsp:txXfrm>
        <a:off x="42181" y="921601"/>
        <a:ext cx="9788301" cy="779720"/>
      </dsp:txXfrm>
    </dsp:sp>
    <dsp:sp modelId="{59741F31-DE2A-8F46-BCC5-E4F2329F601C}">
      <dsp:nvSpPr>
        <dsp:cNvPr id="0" name=""/>
        <dsp:cNvSpPr/>
      </dsp:nvSpPr>
      <dsp:spPr>
        <a:xfrm>
          <a:off x="0" y="1757438"/>
          <a:ext cx="9872663" cy="864082"/>
        </a:xfrm>
        <a:prstGeom prst="roundRect">
          <a:avLst/>
        </a:prstGeom>
        <a:solidFill>
          <a:schemeClr val="accent5">
            <a:hueOff val="207253"/>
            <a:satOff val="19748"/>
            <a:lumOff val="-823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o-RO" sz="1500" kern="1200" noProof="0" dirty="0" err="1"/>
            <a:t>Influencerii</a:t>
          </a:r>
          <a:r>
            <a:rPr lang="ro-RO" sz="1500" kern="1200" noProof="0" dirty="0"/>
            <a:t> contactați au fost rugați să difuzeze clipuri video prin care să îndemne alegătorii să meargă la vot</a:t>
          </a:r>
        </a:p>
      </dsp:txBody>
      <dsp:txXfrm>
        <a:off x="42181" y="1799619"/>
        <a:ext cx="9788301" cy="779720"/>
      </dsp:txXfrm>
    </dsp:sp>
    <dsp:sp modelId="{5208491F-857E-2243-8546-716293C462E7}">
      <dsp:nvSpPr>
        <dsp:cNvPr id="0" name=""/>
        <dsp:cNvSpPr/>
      </dsp:nvSpPr>
      <dsp:spPr>
        <a:xfrm>
          <a:off x="0" y="2635457"/>
          <a:ext cx="9872663" cy="864082"/>
        </a:xfrm>
        <a:prstGeom prst="roundRect">
          <a:avLst/>
        </a:prstGeom>
        <a:solidFill>
          <a:schemeClr val="accent5">
            <a:hueOff val="310880"/>
            <a:satOff val="29621"/>
            <a:lumOff val="-1235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o-RO" sz="1600" kern="1200" noProof="0" dirty="0"/>
            <a:t>După postarea acestor videoclipuri, conturile coordonate inundau secțiunea dedicată comentariilor cu mesaje de susținere a lui Călin Georgescu, </a:t>
          </a:r>
          <a:r>
            <a:rPr lang="ro-RO" sz="1600" kern="1200" dirty="0"/>
            <a:t>prezentat ca având calitățile „candidatului ideal”, pentru a da impresia unei susțineri populare masive</a:t>
          </a:r>
          <a:endParaRPr lang="ro-RO" sz="1600" kern="1200" noProof="0" dirty="0"/>
        </a:p>
      </dsp:txBody>
      <dsp:txXfrm>
        <a:off x="42181" y="2677638"/>
        <a:ext cx="9788301" cy="779720"/>
      </dsp:txXfrm>
    </dsp:sp>
    <dsp:sp modelId="{A8E5019B-7E90-A449-BEB1-9B656C72DC5F}">
      <dsp:nvSpPr>
        <dsp:cNvPr id="0" name=""/>
        <dsp:cNvSpPr/>
      </dsp:nvSpPr>
      <dsp:spPr>
        <a:xfrm>
          <a:off x="0" y="3513475"/>
          <a:ext cx="9872663" cy="864082"/>
        </a:xfrm>
        <a:prstGeom prst="roundRect">
          <a:avLst/>
        </a:prstGeom>
        <a:solidFill>
          <a:schemeClr val="accent5">
            <a:hueOff val="414507"/>
            <a:satOff val="39495"/>
            <a:lumOff val="-1647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o-RO" sz="1600" kern="1200" noProof="0" dirty="0"/>
            <a:t>Potrivit Ministerului român de Interne, conținutul video și </a:t>
          </a:r>
          <a:r>
            <a:rPr lang="ro-RO" sz="1600" kern="1200" noProof="0" dirty="0" err="1"/>
            <a:t>hashtag</a:t>
          </a:r>
          <a:r>
            <a:rPr lang="ro-RO" sz="1600" kern="1200" noProof="0" dirty="0"/>
            <a:t>-urile asociate campaniei au ajuns pe locul 9 la nivel mondial în topul tendințelor </a:t>
          </a:r>
          <a:r>
            <a:rPr lang="ro-RO" sz="1600" kern="1200" noProof="0" dirty="0" err="1"/>
            <a:t>TikTok</a:t>
          </a:r>
          <a:endParaRPr lang="ro-RO" sz="1600" kern="1200" noProof="0" dirty="0"/>
        </a:p>
      </dsp:txBody>
      <dsp:txXfrm>
        <a:off x="42181" y="3555656"/>
        <a:ext cx="9788301" cy="7797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5CFF90-1654-1040-B7B9-1A65F264F214}">
      <dsp:nvSpPr>
        <dsp:cNvPr id="0" name=""/>
        <dsp:cNvSpPr/>
      </dsp:nvSpPr>
      <dsp:spPr>
        <a:xfrm>
          <a:off x="771" y="24471"/>
          <a:ext cx="3123772" cy="374852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8559" tIns="0" rIns="308559" bIns="330200" numCol="1" spcCol="1270" anchor="t" anchorCtr="0">
          <a:noAutofit/>
        </a:bodyPr>
        <a:lstStyle/>
        <a:p>
          <a:pPr marL="0" lvl="0" indent="0" algn="l" defTabSz="755650">
            <a:lnSpc>
              <a:spcPct val="90000"/>
            </a:lnSpc>
            <a:spcBef>
              <a:spcPct val="0"/>
            </a:spcBef>
            <a:spcAft>
              <a:spcPct val="35000"/>
            </a:spcAft>
            <a:buNone/>
          </a:pPr>
          <a:r>
            <a:rPr lang="ro-RO" sz="1700" kern="1200"/>
            <a:t>După câștigarea primului scrutin al alegerilor, multiple informații despre candidatul Călin Georgescu au început să apară.</a:t>
          </a:r>
          <a:endParaRPr lang="en-US" sz="1700" kern="1200"/>
        </a:p>
      </dsp:txBody>
      <dsp:txXfrm>
        <a:off x="771" y="1523882"/>
        <a:ext cx="3123772" cy="2249116"/>
      </dsp:txXfrm>
    </dsp:sp>
    <dsp:sp modelId="{43664206-C3BB-D549-ABC0-94A9F1657330}">
      <dsp:nvSpPr>
        <dsp:cNvPr id="0" name=""/>
        <dsp:cNvSpPr/>
      </dsp:nvSpPr>
      <dsp:spPr>
        <a:xfrm>
          <a:off x="771" y="24471"/>
          <a:ext cx="3123772" cy="1499410"/>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08559" tIns="165100" rIns="308559"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71" y="24471"/>
        <a:ext cx="3123772" cy="1499410"/>
      </dsp:txXfrm>
    </dsp:sp>
    <dsp:sp modelId="{74A839A2-B4C9-2146-805F-91051CC24F4B}">
      <dsp:nvSpPr>
        <dsp:cNvPr id="0" name=""/>
        <dsp:cNvSpPr/>
      </dsp:nvSpPr>
      <dsp:spPr>
        <a:xfrm>
          <a:off x="3374445" y="24471"/>
          <a:ext cx="3123772" cy="3748526"/>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8559" tIns="0" rIns="308559" bIns="330200" numCol="1" spcCol="1270" anchor="t" anchorCtr="0">
          <a:noAutofit/>
        </a:bodyPr>
        <a:lstStyle/>
        <a:p>
          <a:pPr marL="0" lvl="0" indent="0" algn="l" defTabSz="755650">
            <a:lnSpc>
              <a:spcPct val="90000"/>
            </a:lnSpc>
            <a:spcBef>
              <a:spcPct val="0"/>
            </a:spcBef>
            <a:spcAft>
              <a:spcPct val="35000"/>
            </a:spcAft>
            <a:buNone/>
          </a:pPr>
          <a:r>
            <a:rPr lang="ro-RO" sz="1700" kern="1200"/>
            <a:t>În urma acestora, o parte din influenceri au încetat susținerea candidatului, făcând publice și datele financiare ale deciziei lor inițiale.</a:t>
          </a:r>
          <a:endParaRPr lang="en-US" sz="1700" kern="1200"/>
        </a:p>
      </dsp:txBody>
      <dsp:txXfrm>
        <a:off x="3374445" y="1523882"/>
        <a:ext cx="3123772" cy="2249116"/>
      </dsp:txXfrm>
    </dsp:sp>
    <dsp:sp modelId="{FC74CFCE-7E60-9D4D-8D2F-0691380A578F}">
      <dsp:nvSpPr>
        <dsp:cNvPr id="0" name=""/>
        <dsp:cNvSpPr/>
      </dsp:nvSpPr>
      <dsp:spPr>
        <a:xfrm>
          <a:off x="3374445" y="24471"/>
          <a:ext cx="3123772" cy="1499410"/>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08559" tIns="165100" rIns="308559"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374445" y="24471"/>
        <a:ext cx="3123772" cy="1499410"/>
      </dsp:txXfrm>
    </dsp:sp>
    <dsp:sp modelId="{824DFC8F-7348-D04B-9AD4-265912FFE7E2}">
      <dsp:nvSpPr>
        <dsp:cNvPr id="0" name=""/>
        <dsp:cNvSpPr/>
      </dsp:nvSpPr>
      <dsp:spPr>
        <a:xfrm>
          <a:off x="6748119" y="24471"/>
          <a:ext cx="3123772" cy="3748526"/>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8559" tIns="0" rIns="308559" bIns="330200" numCol="1" spcCol="1270" anchor="t" anchorCtr="0">
          <a:noAutofit/>
        </a:bodyPr>
        <a:lstStyle/>
        <a:p>
          <a:pPr marL="0" lvl="0" indent="0" algn="l" defTabSz="755650">
            <a:lnSpc>
              <a:spcPct val="90000"/>
            </a:lnSpc>
            <a:spcBef>
              <a:spcPct val="0"/>
            </a:spcBef>
            <a:spcAft>
              <a:spcPct val="35000"/>
            </a:spcAft>
            <a:buNone/>
          </a:pPr>
          <a:r>
            <a:rPr lang="ro-RO" sz="1700" kern="1200"/>
            <a:t>Însă popularitatea candidatului a crescut, iar scurte clipuri în care bucăți de dialog ale acestuia au adus susținerea multor altor persoane, lucru ce a dus la intervenția autorităților române.</a:t>
          </a:r>
          <a:endParaRPr lang="en-US" sz="1700" kern="1200"/>
        </a:p>
      </dsp:txBody>
      <dsp:txXfrm>
        <a:off x="6748119" y="1523882"/>
        <a:ext cx="3123772" cy="2249116"/>
      </dsp:txXfrm>
    </dsp:sp>
    <dsp:sp modelId="{E412CDE5-FDD7-E54D-B08B-74DF88978D9A}">
      <dsp:nvSpPr>
        <dsp:cNvPr id="0" name=""/>
        <dsp:cNvSpPr/>
      </dsp:nvSpPr>
      <dsp:spPr>
        <a:xfrm>
          <a:off x="6748119" y="24471"/>
          <a:ext cx="3123772" cy="1499410"/>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08559" tIns="165100" rIns="308559"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748119" y="24471"/>
        <a:ext cx="3123772" cy="149941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E5BCAC-430F-9F4D-BFBC-3373888C3989}">
      <dsp:nvSpPr>
        <dsp:cNvPr id="0" name=""/>
        <dsp:cNvSpPr/>
      </dsp:nvSpPr>
      <dsp:spPr>
        <a:xfrm>
          <a:off x="0" y="0"/>
          <a:ext cx="7898130" cy="83544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o-RO" sz="1500" kern="1200" noProof="0" dirty="0"/>
            <a:t>La 6 decembrie 2024, Curtea Constituțională a României a luat decizia de a anula „întregul proces electoral privind alegerea Președintelui României</a:t>
          </a:r>
        </a:p>
      </dsp:txBody>
      <dsp:txXfrm>
        <a:off x="24469" y="24469"/>
        <a:ext cx="6926027" cy="786505"/>
      </dsp:txXfrm>
    </dsp:sp>
    <dsp:sp modelId="{1E2A46C9-8C7C-3E4C-B7EE-2BFA414D6786}">
      <dsp:nvSpPr>
        <dsp:cNvPr id="0" name=""/>
        <dsp:cNvSpPr/>
      </dsp:nvSpPr>
      <dsp:spPr>
        <a:xfrm>
          <a:off x="661468" y="987342"/>
          <a:ext cx="7898130" cy="83544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o-RO" sz="1500" kern="1200" noProof="0" dirty="0"/>
            <a:t>Pe lângă acuzațiile de manipulare a informațiilor, </a:t>
          </a:r>
          <a:r>
            <a:rPr lang="ro-RO" sz="1500" kern="1200" noProof="0" dirty="0" err="1"/>
            <a:t>TikTok</a:t>
          </a:r>
          <a:r>
            <a:rPr lang="ro-RO" sz="1500" kern="1200" noProof="0" dirty="0"/>
            <a:t> este acuzată că nu a fost în măsură să identifice faptul că videoclipurile publicate pe contul candidatului Călin Georgescu erau de natură electorală</a:t>
          </a:r>
        </a:p>
      </dsp:txBody>
      <dsp:txXfrm>
        <a:off x="685937" y="1011811"/>
        <a:ext cx="6644685" cy="786505"/>
      </dsp:txXfrm>
    </dsp:sp>
    <dsp:sp modelId="{02BC4A7D-B8E2-DE49-A221-55258679B047}">
      <dsp:nvSpPr>
        <dsp:cNvPr id="0" name=""/>
        <dsp:cNvSpPr/>
      </dsp:nvSpPr>
      <dsp:spPr>
        <a:xfrm>
          <a:off x="1313064" y="1974684"/>
          <a:ext cx="7898130" cy="835443"/>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o-RO" sz="1500" kern="1200" noProof="0" dirty="0"/>
            <a:t>Încă din 20 noiembrie, Biroul Electoral Central a informat platforma cu privire la conținutul de propaganda electorală care nu respecta cerințele legale românești, în special codul de identificare al mandatarului fiscal.</a:t>
          </a:r>
        </a:p>
      </dsp:txBody>
      <dsp:txXfrm>
        <a:off x="1337533" y="1999153"/>
        <a:ext cx="6654558" cy="786505"/>
      </dsp:txXfrm>
    </dsp:sp>
    <dsp:sp modelId="{E323839E-57AB-774B-B0CB-69B47606133B}">
      <dsp:nvSpPr>
        <dsp:cNvPr id="0" name=""/>
        <dsp:cNvSpPr/>
      </dsp:nvSpPr>
      <dsp:spPr>
        <a:xfrm>
          <a:off x="1974532" y="2962026"/>
          <a:ext cx="7898130" cy="83544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o-RO" sz="1500" kern="1200" noProof="0" dirty="0"/>
            <a:t>Candidatul Georgescu, care a declarat că nu a avut buget de campanie, a negat că ar fi folosit ferme de troli și a afirmat că a obținut popularitatea digitală doar cu ajutorul „voluntarilor”.</a:t>
          </a:r>
        </a:p>
      </dsp:txBody>
      <dsp:txXfrm>
        <a:off x="1999001" y="2986495"/>
        <a:ext cx="6644685" cy="786505"/>
      </dsp:txXfrm>
    </dsp:sp>
    <dsp:sp modelId="{F8F7B735-F805-284F-996B-8B97BE3E0968}">
      <dsp:nvSpPr>
        <dsp:cNvPr id="0" name=""/>
        <dsp:cNvSpPr/>
      </dsp:nvSpPr>
      <dsp:spPr>
        <a:xfrm>
          <a:off x="7355092" y="639873"/>
          <a:ext cx="543038" cy="543038"/>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ro-RO" sz="2400" kern="1200" noProof="0" dirty="0"/>
        </a:p>
      </dsp:txBody>
      <dsp:txXfrm>
        <a:off x="7477276" y="639873"/>
        <a:ext cx="298670" cy="408636"/>
      </dsp:txXfrm>
    </dsp:sp>
    <dsp:sp modelId="{D706B121-E3A6-6C41-9755-B74075500DED}">
      <dsp:nvSpPr>
        <dsp:cNvPr id="0" name=""/>
        <dsp:cNvSpPr/>
      </dsp:nvSpPr>
      <dsp:spPr>
        <a:xfrm>
          <a:off x="8016560" y="1627215"/>
          <a:ext cx="543038" cy="543038"/>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ro-RO" sz="2400" kern="1200" noProof="0" dirty="0"/>
        </a:p>
      </dsp:txBody>
      <dsp:txXfrm>
        <a:off x="8138744" y="1627215"/>
        <a:ext cx="298670" cy="408636"/>
      </dsp:txXfrm>
    </dsp:sp>
    <dsp:sp modelId="{72A50147-BDA0-894C-8208-5EDF4646387F}">
      <dsp:nvSpPr>
        <dsp:cNvPr id="0" name=""/>
        <dsp:cNvSpPr/>
      </dsp:nvSpPr>
      <dsp:spPr>
        <a:xfrm>
          <a:off x="8668156" y="2614558"/>
          <a:ext cx="543038" cy="543038"/>
        </a:xfrm>
        <a:prstGeom prst="downArrow">
          <a:avLst>
            <a:gd name="adj1" fmla="val 55000"/>
            <a:gd name="adj2" fmla="val 45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ro-RO" sz="2400" kern="1200" noProof="0" dirty="0"/>
        </a:p>
      </dsp:txBody>
      <dsp:txXfrm>
        <a:off x="8790340" y="2614558"/>
        <a:ext cx="298670" cy="40863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B18AE-2818-42A2-8C97-56D9F7E5836E}">
      <dsp:nvSpPr>
        <dsp:cNvPr id="0" name=""/>
        <dsp:cNvSpPr/>
      </dsp:nvSpPr>
      <dsp:spPr>
        <a:xfrm>
          <a:off x="316313" y="610673"/>
          <a:ext cx="809977" cy="8099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74C5CB-6B13-4209-9B4F-316EA4380749}">
      <dsp:nvSpPr>
        <dsp:cNvPr id="0" name=""/>
        <dsp:cNvSpPr/>
      </dsp:nvSpPr>
      <dsp:spPr>
        <a:xfrm>
          <a:off x="476252" y="780768"/>
          <a:ext cx="469787" cy="46978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CE46AF-0DB2-4C8E-8F13-FBCE2EB3A8B7}">
      <dsp:nvSpPr>
        <dsp:cNvPr id="0" name=""/>
        <dsp:cNvSpPr/>
      </dsp:nvSpPr>
      <dsp:spPr>
        <a:xfrm>
          <a:off x="1299858" y="610673"/>
          <a:ext cx="1909233" cy="809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err="1"/>
            <a:t>Inteligența</a:t>
          </a:r>
          <a:r>
            <a:rPr lang="en-US" sz="1400" kern="1200" dirty="0"/>
            <a:t> </a:t>
          </a:r>
          <a:r>
            <a:rPr lang="en-US" sz="1400" kern="1200" dirty="0" err="1"/>
            <a:t>Artificială</a:t>
          </a:r>
          <a:r>
            <a:rPr lang="en-US" sz="1400" kern="1200" dirty="0"/>
            <a:t> (AI) </a:t>
          </a:r>
          <a:r>
            <a:rPr lang="en-US" sz="1400" kern="1200" dirty="0" err="1"/>
            <a:t>va</a:t>
          </a:r>
          <a:r>
            <a:rPr lang="en-US" sz="1400" kern="1200" dirty="0"/>
            <a:t> </a:t>
          </a:r>
          <a:r>
            <a:rPr lang="en-US" sz="1400" kern="1200" dirty="0" err="1"/>
            <a:t>permite</a:t>
          </a:r>
          <a:r>
            <a:rPr lang="en-US" sz="1400" kern="1200" dirty="0"/>
            <a:t> </a:t>
          </a:r>
          <a:r>
            <a:rPr lang="en-US" sz="1400" kern="1200" dirty="0" err="1"/>
            <a:t>escrocilor</a:t>
          </a:r>
          <a:r>
            <a:rPr lang="en-US" sz="1400" kern="1200" dirty="0"/>
            <a:t> </a:t>
          </a:r>
          <a:r>
            <a:rPr lang="en-US" sz="1400" kern="1200" dirty="0" err="1"/>
            <a:t>să</a:t>
          </a:r>
          <a:r>
            <a:rPr lang="en-US" sz="1400" kern="1200" dirty="0"/>
            <a:t> </a:t>
          </a:r>
          <a:r>
            <a:rPr lang="en-US" sz="1400" kern="1200" dirty="0" err="1"/>
            <a:t>creeze</a:t>
          </a:r>
          <a:r>
            <a:rPr lang="en-US" sz="1400" kern="1200" dirty="0"/>
            <a:t> </a:t>
          </a:r>
          <a:r>
            <a:rPr lang="en-US" sz="1400" kern="1200" dirty="0" err="1"/>
            <a:t>mesaje</a:t>
          </a:r>
          <a:r>
            <a:rPr lang="en-US" sz="1400" kern="1200" dirty="0"/>
            <a:t>, </a:t>
          </a:r>
          <a:r>
            <a:rPr lang="en-US" sz="1400" kern="1200" dirty="0" err="1"/>
            <a:t>voci</a:t>
          </a:r>
          <a:r>
            <a:rPr lang="en-US" sz="1400" kern="1200" dirty="0"/>
            <a:t> </a:t>
          </a:r>
          <a:r>
            <a:rPr lang="en-US" sz="1400" kern="1200" dirty="0" err="1"/>
            <a:t>și</a:t>
          </a:r>
          <a:r>
            <a:rPr lang="en-US" sz="1400" kern="1200" dirty="0"/>
            <a:t> </a:t>
          </a:r>
          <a:r>
            <a:rPr lang="en-US" sz="1400" kern="1200" dirty="0" err="1"/>
            <a:t>videoclipuri</a:t>
          </a:r>
          <a:r>
            <a:rPr lang="en-US" sz="1400" kern="1200" dirty="0"/>
            <a:t> false </a:t>
          </a:r>
          <a:r>
            <a:rPr lang="en-US" sz="1400" kern="1200" dirty="0" err="1"/>
            <a:t>mai</a:t>
          </a:r>
          <a:r>
            <a:rPr lang="en-US" sz="1400" kern="1200" dirty="0"/>
            <a:t> </a:t>
          </a:r>
          <a:r>
            <a:rPr lang="en-US" sz="1400" kern="1200" dirty="0" err="1"/>
            <a:t>convingătoare</a:t>
          </a:r>
          <a:r>
            <a:rPr lang="en-US" sz="1400" kern="1200" dirty="0"/>
            <a:t> ca </a:t>
          </a:r>
          <a:r>
            <a:rPr lang="en-US" sz="1400" kern="1200" dirty="0" err="1"/>
            <a:t>niciodată</a:t>
          </a:r>
          <a:r>
            <a:rPr lang="en-US" sz="1400" kern="1200" dirty="0"/>
            <a:t>.</a:t>
          </a:r>
        </a:p>
      </dsp:txBody>
      <dsp:txXfrm>
        <a:off x="1299858" y="610673"/>
        <a:ext cx="1909233" cy="809977"/>
      </dsp:txXfrm>
    </dsp:sp>
    <dsp:sp modelId="{6547041D-D687-4C9B-8B19-51149B701017}">
      <dsp:nvSpPr>
        <dsp:cNvPr id="0" name=""/>
        <dsp:cNvSpPr/>
      </dsp:nvSpPr>
      <dsp:spPr>
        <a:xfrm>
          <a:off x="3541761" y="610673"/>
          <a:ext cx="809977" cy="8099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84812D-A12E-4AFD-A318-D9BEA9CE27CB}">
      <dsp:nvSpPr>
        <dsp:cNvPr id="0" name=""/>
        <dsp:cNvSpPr/>
      </dsp:nvSpPr>
      <dsp:spPr>
        <a:xfrm>
          <a:off x="3711856" y="780768"/>
          <a:ext cx="469787" cy="46978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867DA2-1C5C-49D4-9ED6-B5937A495EC1}">
      <dsp:nvSpPr>
        <dsp:cNvPr id="0" name=""/>
        <dsp:cNvSpPr/>
      </dsp:nvSpPr>
      <dsp:spPr>
        <a:xfrm>
          <a:off x="4525305" y="610673"/>
          <a:ext cx="1909233" cy="809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Deepfake-urile </a:t>
          </a:r>
          <a:r>
            <a:rPr lang="en-US" sz="1400" kern="1200" dirty="0" err="1"/>
            <a:t>vor</a:t>
          </a:r>
          <a:r>
            <a:rPr lang="en-US" sz="1400" kern="1200" dirty="0"/>
            <a:t> fi </a:t>
          </a:r>
          <a:r>
            <a:rPr lang="en-US" sz="1400" kern="1200" dirty="0" err="1"/>
            <a:t>folosite</a:t>
          </a:r>
          <a:r>
            <a:rPr lang="en-US" sz="1400" kern="1200" dirty="0"/>
            <a:t> </a:t>
          </a:r>
          <a:r>
            <a:rPr lang="en-US" sz="1400" kern="1200" dirty="0" err="1"/>
            <a:t>pentru</a:t>
          </a:r>
          <a:r>
            <a:rPr lang="en-US" sz="1400" kern="1200" dirty="0"/>
            <a:t> a </a:t>
          </a:r>
          <a:r>
            <a:rPr lang="en-US" sz="1400" kern="1200" dirty="0" err="1"/>
            <a:t>imita</a:t>
          </a:r>
          <a:r>
            <a:rPr lang="en-US" sz="1400" kern="1200" dirty="0"/>
            <a:t> </a:t>
          </a:r>
          <a:r>
            <a:rPr lang="en-US" sz="1400" kern="1200" dirty="0" err="1"/>
            <a:t>identitățile</a:t>
          </a:r>
          <a:r>
            <a:rPr lang="en-US" sz="1400" kern="1200" dirty="0"/>
            <a:t> </a:t>
          </a:r>
          <a:r>
            <a:rPr lang="en-US" sz="1400" kern="1200" dirty="0" err="1"/>
            <a:t>unor</a:t>
          </a:r>
          <a:r>
            <a:rPr lang="en-US" sz="1400" kern="1200" dirty="0"/>
            <a:t> </a:t>
          </a:r>
          <a:r>
            <a:rPr lang="en-US" sz="1400" kern="1200" dirty="0" err="1"/>
            <a:t>persoane</a:t>
          </a:r>
          <a:r>
            <a:rPr lang="en-US" sz="1400" kern="1200" dirty="0"/>
            <a:t> de </a:t>
          </a:r>
          <a:r>
            <a:rPr lang="en-US" sz="1400" kern="1200" dirty="0" err="1"/>
            <a:t>încredere</a:t>
          </a:r>
          <a:r>
            <a:rPr lang="en-US" sz="1400" kern="1200" dirty="0"/>
            <a:t> (</a:t>
          </a:r>
          <a:r>
            <a:rPr lang="en-US" sz="1400" kern="1200" dirty="0" err="1"/>
            <a:t>voci</a:t>
          </a:r>
          <a:r>
            <a:rPr lang="en-US" sz="1400" kern="1200" dirty="0"/>
            <a:t> </a:t>
          </a:r>
          <a:r>
            <a:rPr lang="en-US" sz="1400" kern="1200" dirty="0" err="1"/>
            <a:t>asemanatoare</a:t>
          </a:r>
          <a:r>
            <a:rPr lang="en-US" sz="1400" kern="1200" dirty="0"/>
            <a:t> cu </a:t>
          </a:r>
          <a:r>
            <a:rPr lang="en-US" sz="1400" kern="1200" dirty="0" err="1"/>
            <a:t>cele</a:t>
          </a:r>
          <a:r>
            <a:rPr lang="en-US" sz="1400" kern="1200" dirty="0"/>
            <a:t> a </a:t>
          </a:r>
          <a:r>
            <a:rPr lang="en-US" sz="1400" kern="1200" dirty="0" err="1"/>
            <a:t>familiei</a:t>
          </a:r>
          <a:r>
            <a:rPr lang="en-US" sz="1400" kern="1200" dirty="0"/>
            <a:t>, a </a:t>
          </a:r>
          <a:r>
            <a:rPr lang="en-US" sz="1400" kern="1200" dirty="0" err="1"/>
            <a:t>prietenilor</a:t>
          </a:r>
          <a:r>
            <a:rPr lang="en-US" sz="1400" kern="1200" dirty="0"/>
            <a:t>, a influence</a:t>
          </a:r>
          <a:r>
            <a:rPr lang="ro-RO" sz="1400" kern="1200" dirty="0"/>
            <a:t>r</a:t>
          </a:r>
          <a:r>
            <a:rPr lang="en-US" sz="1400" kern="1200" dirty="0" err="1"/>
            <a:t>ilor</a:t>
          </a:r>
          <a:r>
            <a:rPr lang="ro-RO" sz="1400" kern="1200" dirty="0"/>
            <a:t> (ex</a:t>
          </a:r>
          <a:r>
            <a:rPr lang="en-US" sz="1400" kern="1200" dirty="0"/>
            <a:t>: Selly), CEO, </a:t>
          </a:r>
          <a:r>
            <a:rPr lang="en-US" sz="1400" kern="1200" dirty="0" err="1"/>
            <a:t>atacuri</a:t>
          </a:r>
          <a:r>
            <a:rPr lang="en-US" sz="1400" kern="1200" dirty="0"/>
            <a:t> </a:t>
          </a:r>
          <a:r>
            <a:rPr lang="en-US" sz="1400" kern="1200" dirty="0" err="1"/>
            <a:t>asupra</a:t>
          </a:r>
          <a:r>
            <a:rPr lang="en-US" sz="1400" kern="1200" dirty="0"/>
            <a:t> </a:t>
          </a:r>
          <a:r>
            <a:rPr lang="en-US" sz="1400" kern="1200" dirty="0" err="1"/>
            <a:t>băncilor</a:t>
          </a:r>
          <a:r>
            <a:rPr lang="en-US" sz="1400" kern="1200" dirty="0"/>
            <a:t>, </a:t>
          </a:r>
          <a:r>
            <a:rPr lang="en-US" sz="1400" kern="1200" dirty="0" err="1"/>
            <a:t>înșelătorii</a:t>
          </a:r>
          <a:r>
            <a:rPr lang="en-US" sz="1400" kern="1200" dirty="0"/>
            <a:t> </a:t>
          </a:r>
          <a:r>
            <a:rPr lang="en-US" sz="1400" kern="1200" dirty="0" err="1"/>
            <a:t>prin</a:t>
          </a:r>
          <a:r>
            <a:rPr lang="en-US" sz="1400" kern="1200" dirty="0"/>
            <a:t> </a:t>
          </a:r>
          <a:r>
            <a:rPr lang="en-US" sz="1400" kern="1200" dirty="0" err="1"/>
            <a:t>apeluri</a:t>
          </a:r>
          <a:r>
            <a:rPr lang="en-US" sz="1400" kern="1200" dirty="0"/>
            <a:t> video). </a:t>
          </a:r>
        </a:p>
      </dsp:txBody>
      <dsp:txXfrm>
        <a:off x="4525305" y="610673"/>
        <a:ext cx="1909233" cy="809977"/>
      </dsp:txXfrm>
    </dsp:sp>
    <dsp:sp modelId="{88636066-9282-4FB3-BE9C-643B70CC4F09}">
      <dsp:nvSpPr>
        <dsp:cNvPr id="0" name=""/>
        <dsp:cNvSpPr/>
      </dsp:nvSpPr>
      <dsp:spPr>
        <a:xfrm>
          <a:off x="6767209" y="610673"/>
          <a:ext cx="809977" cy="8099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B9CE66-7A43-427A-8C8A-BE956F4D3319}">
      <dsp:nvSpPr>
        <dsp:cNvPr id="0" name=""/>
        <dsp:cNvSpPr/>
      </dsp:nvSpPr>
      <dsp:spPr>
        <a:xfrm>
          <a:off x="6937304" y="780768"/>
          <a:ext cx="469787" cy="46978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7BF5C3-3514-475B-91DA-E6BF7BAA0240}">
      <dsp:nvSpPr>
        <dsp:cNvPr id="0" name=""/>
        <dsp:cNvSpPr/>
      </dsp:nvSpPr>
      <dsp:spPr>
        <a:xfrm>
          <a:off x="7750753" y="610673"/>
          <a:ext cx="1909233" cy="809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Scam-urile </a:t>
          </a:r>
          <a:r>
            <a:rPr lang="en-US" sz="1400" kern="1200" dirty="0" err="1"/>
            <a:t>vor</a:t>
          </a:r>
          <a:r>
            <a:rPr lang="en-US" sz="1400" kern="1200" dirty="0"/>
            <a:t> </a:t>
          </a:r>
          <a:r>
            <a:rPr lang="en-US" sz="1400" kern="1200" dirty="0" err="1"/>
            <a:t>deveni</a:t>
          </a:r>
          <a:r>
            <a:rPr lang="en-US" sz="1400" kern="1200" dirty="0"/>
            <a:t> </a:t>
          </a:r>
          <a:r>
            <a:rPr lang="en-US" sz="1400" kern="1200" dirty="0" err="1"/>
            <a:t>mult</a:t>
          </a:r>
          <a:r>
            <a:rPr lang="en-US" sz="1400" kern="1200" dirty="0"/>
            <a:t> </a:t>
          </a:r>
          <a:r>
            <a:rPr lang="en-US" sz="1400" kern="1200" dirty="0" err="1"/>
            <a:t>mai</a:t>
          </a:r>
          <a:r>
            <a:rPr lang="en-US" sz="1400" kern="1200" dirty="0"/>
            <a:t> </a:t>
          </a:r>
          <a:r>
            <a:rPr lang="en-US" sz="1400" kern="1200" dirty="0" err="1"/>
            <a:t>greu</a:t>
          </a:r>
          <a:r>
            <a:rPr lang="en-US" sz="1400" kern="1200" dirty="0"/>
            <a:t> de </a:t>
          </a:r>
          <a:r>
            <a:rPr lang="en-US" sz="1400" kern="1200" dirty="0" err="1"/>
            <a:t>detectat</a:t>
          </a:r>
          <a:r>
            <a:rPr lang="en-US" sz="1400" kern="1200" dirty="0"/>
            <a:t>, </a:t>
          </a:r>
          <a:r>
            <a:rPr lang="en-US" sz="1400" kern="1200" dirty="0" err="1"/>
            <a:t>deoarece</a:t>
          </a:r>
          <a:r>
            <a:rPr lang="en-US" sz="1400" kern="1200" dirty="0"/>
            <a:t> </a:t>
          </a:r>
          <a:r>
            <a:rPr lang="en-US" sz="1400" kern="1200" dirty="0" err="1"/>
            <a:t>victimele</a:t>
          </a:r>
          <a:r>
            <a:rPr lang="en-US" sz="1400" kern="1200" dirty="0"/>
            <a:t> </a:t>
          </a:r>
          <a:r>
            <a:rPr lang="en-US" sz="1400" kern="1200" dirty="0" err="1"/>
            <a:t>vor</a:t>
          </a:r>
          <a:r>
            <a:rPr lang="en-US" sz="1400" kern="1200" dirty="0"/>
            <a:t> </a:t>
          </a:r>
          <a:r>
            <a:rPr lang="en-US" sz="1400" kern="1200" dirty="0" err="1"/>
            <a:t>crede</a:t>
          </a:r>
          <a:r>
            <a:rPr lang="en-US" sz="1400" kern="1200" dirty="0"/>
            <a:t> </a:t>
          </a:r>
          <a:r>
            <a:rPr lang="en-US" sz="1400" kern="1200" dirty="0" err="1"/>
            <a:t>că</a:t>
          </a:r>
          <a:r>
            <a:rPr lang="en-US" sz="1400" kern="1200" dirty="0"/>
            <a:t> </a:t>
          </a:r>
          <a:r>
            <a:rPr lang="en-US" sz="1400" kern="1200" dirty="0" err="1"/>
            <a:t>interacționează</a:t>
          </a:r>
          <a:r>
            <a:rPr lang="en-US" sz="1400" kern="1200" dirty="0"/>
            <a:t> cu </a:t>
          </a:r>
          <a:r>
            <a:rPr lang="en-US" sz="1400" kern="1200" dirty="0" err="1"/>
            <a:t>persoane</a:t>
          </a:r>
          <a:r>
            <a:rPr lang="en-US" sz="1400" kern="1200" dirty="0"/>
            <a:t> </a:t>
          </a:r>
          <a:r>
            <a:rPr lang="en-US" sz="1400" kern="1200" dirty="0" err="1"/>
            <a:t>reale</a:t>
          </a:r>
          <a:r>
            <a:rPr lang="en-US" sz="1400" kern="1200" dirty="0"/>
            <a:t>.</a:t>
          </a:r>
        </a:p>
      </dsp:txBody>
      <dsp:txXfrm>
        <a:off x="7750753" y="610673"/>
        <a:ext cx="1909233" cy="80997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4F654-190D-4C8D-B476-DF9D1407BFAD}">
      <dsp:nvSpPr>
        <dsp:cNvPr id="0" name=""/>
        <dsp:cNvSpPr/>
      </dsp:nvSpPr>
      <dsp:spPr>
        <a:xfrm>
          <a:off x="20780" y="1397752"/>
          <a:ext cx="1915752" cy="229890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9234" tIns="0" rIns="189234" bIns="330200" numCol="1" spcCol="1270" anchor="t" anchorCtr="0">
          <a:noAutofit/>
        </a:bodyPr>
        <a:lstStyle/>
        <a:p>
          <a:pPr marL="0" lvl="0" indent="0" algn="l" defTabSz="533400">
            <a:lnSpc>
              <a:spcPct val="90000"/>
            </a:lnSpc>
            <a:spcBef>
              <a:spcPct val="0"/>
            </a:spcBef>
            <a:spcAft>
              <a:spcPct val="35000"/>
            </a:spcAft>
            <a:buNone/>
          </a:pPr>
          <a:r>
            <a:rPr lang="en-US" sz="1200" kern="1200" dirty="0" err="1"/>
            <a:t>Încălcarea</a:t>
          </a:r>
          <a:r>
            <a:rPr lang="en-US" sz="1200" kern="1200" dirty="0"/>
            <a:t> </a:t>
          </a:r>
          <a:r>
            <a:rPr lang="en-US" sz="1200" kern="1200" dirty="0" err="1"/>
            <a:t>încrederii</a:t>
          </a:r>
          <a:r>
            <a:rPr lang="en-US" sz="1200" kern="1200" dirty="0"/>
            <a:t> </a:t>
          </a:r>
          <a:r>
            <a:rPr lang="en-US" sz="1200" kern="1200" dirty="0" err="1"/>
            <a:t>și</a:t>
          </a:r>
          <a:r>
            <a:rPr lang="en-US" sz="1200" kern="1200" dirty="0"/>
            <a:t> </a:t>
          </a:r>
          <a:r>
            <a:rPr lang="en-US" sz="1200" kern="1200" dirty="0" err="1"/>
            <a:t>manipularea</a:t>
          </a:r>
          <a:r>
            <a:rPr lang="en-US" sz="1200" kern="1200" dirty="0"/>
            <a:t> – </a:t>
          </a:r>
          <a:r>
            <a:rPr lang="en-US" sz="1200" kern="1200" dirty="0" err="1"/>
            <a:t>Atacatorii</a:t>
          </a:r>
          <a:r>
            <a:rPr lang="en-US" sz="1200" kern="1200" dirty="0"/>
            <a:t> </a:t>
          </a:r>
          <a:r>
            <a:rPr lang="en-US" sz="1200" kern="1200" dirty="0" err="1"/>
            <a:t>exploatează</a:t>
          </a:r>
          <a:r>
            <a:rPr lang="en-US" sz="1200" kern="1200" dirty="0"/>
            <a:t> </a:t>
          </a:r>
          <a:r>
            <a:rPr lang="en-US" sz="1200" kern="1200" dirty="0" err="1"/>
            <a:t>vulnerabilitățile</a:t>
          </a:r>
          <a:r>
            <a:rPr lang="en-US" sz="1200" kern="1200" dirty="0"/>
            <a:t> </a:t>
          </a:r>
          <a:r>
            <a:rPr lang="en-US" sz="1200" kern="1200" dirty="0" err="1"/>
            <a:t>oamenilor</a:t>
          </a:r>
          <a:r>
            <a:rPr lang="en-US" sz="1200" kern="1200" dirty="0"/>
            <a:t> </a:t>
          </a:r>
          <a:r>
            <a:rPr lang="en-US" sz="1200" kern="1200" dirty="0" err="1"/>
            <a:t>prin</a:t>
          </a:r>
          <a:r>
            <a:rPr lang="en-US" sz="1200" kern="1200" dirty="0"/>
            <a:t> </a:t>
          </a:r>
          <a:r>
            <a:rPr lang="en-US" sz="1200" kern="1200" dirty="0" err="1"/>
            <a:t>înșelăciune</a:t>
          </a:r>
          <a:r>
            <a:rPr lang="en-US" sz="1200" kern="1200" dirty="0"/>
            <a:t> </a:t>
          </a:r>
          <a:r>
            <a:rPr lang="en-US" sz="1200" kern="1200" dirty="0" err="1"/>
            <a:t>și</a:t>
          </a:r>
          <a:r>
            <a:rPr lang="en-US" sz="1200" kern="1200" dirty="0"/>
            <a:t> </a:t>
          </a:r>
          <a:r>
            <a:rPr lang="en-US" sz="1200" kern="1200" dirty="0" err="1"/>
            <a:t>inducere</a:t>
          </a:r>
          <a:r>
            <a:rPr lang="en-US" sz="1200" kern="1200" dirty="0"/>
            <a:t> </a:t>
          </a:r>
          <a:r>
            <a:rPr lang="en-US" sz="1200" kern="1200" dirty="0" err="1"/>
            <a:t>în</a:t>
          </a:r>
          <a:r>
            <a:rPr lang="en-US" sz="1200" kern="1200" dirty="0"/>
            <a:t> </a:t>
          </a:r>
          <a:r>
            <a:rPr lang="en-US" sz="1200" kern="1200" dirty="0" err="1"/>
            <a:t>eroare</a:t>
          </a:r>
          <a:r>
            <a:rPr lang="en-US" sz="1200" kern="1200" dirty="0"/>
            <a:t>.</a:t>
          </a:r>
        </a:p>
      </dsp:txBody>
      <dsp:txXfrm>
        <a:off x="20780" y="2317314"/>
        <a:ext cx="1915752" cy="1379342"/>
      </dsp:txXfrm>
    </dsp:sp>
    <dsp:sp modelId="{A883A292-74A2-47C9-AC72-481890F91FA0}">
      <dsp:nvSpPr>
        <dsp:cNvPr id="0" name=""/>
        <dsp:cNvSpPr/>
      </dsp:nvSpPr>
      <dsp:spPr>
        <a:xfrm>
          <a:off x="473" y="1416741"/>
          <a:ext cx="1915752" cy="919561"/>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9234" tIns="165100" rIns="189234" bIns="165100" numCol="1" spcCol="1270" anchor="ctr" anchorCtr="0">
          <a:noAutofit/>
        </a:bodyPr>
        <a:lstStyle/>
        <a:p>
          <a:pPr marL="0" lvl="0" indent="0" algn="l" defTabSz="1866900">
            <a:lnSpc>
              <a:spcPct val="90000"/>
            </a:lnSpc>
            <a:spcBef>
              <a:spcPct val="0"/>
            </a:spcBef>
            <a:spcAft>
              <a:spcPct val="35000"/>
            </a:spcAft>
            <a:buNone/>
          </a:pPr>
          <a:r>
            <a:rPr lang="en-US" sz="4200" kern="1200" dirty="0"/>
            <a:t>01</a:t>
          </a:r>
        </a:p>
      </dsp:txBody>
      <dsp:txXfrm>
        <a:off x="473" y="1416741"/>
        <a:ext cx="1915752" cy="919561"/>
      </dsp:txXfrm>
    </dsp:sp>
    <dsp:sp modelId="{BBBA9D77-DE87-4030-9C85-A9A0C5B16D71}">
      <dsp:nvSpPr>
        <dsp:cNvPr id="0" name=""/>
        <dsp:cNvSpPr/>
      </dsp:nvSpPr>
      <dsp:spPr>
        <a:xfrm>
          <a:off x="2069486" y="1416741"/>
          <a:ext cx="1915752" cy="229890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9234" tIns="0" rIns="189234" bIns="330200" numCol="1" spcCol="1270" anchor="t" anchorCtr="0">
          <a:noAutofit/>
        </a:bodyPr>
        <a:lstStyle/>
        <a:p>
          <a:pPr marL="0" lvl="0" indent="0" algn="l" defTabSz="533400">
            <a:lnSpc>
              <a:spcPct val="90000"/>
            </a:lnSpc>
            <a:spcBef>
              <a:spcPct val="0"/>
            </a:spcBef>
            <a:spcAft>
              <a:spcPct val="35000"/>
            </a:spcAft>
            <a:buNone/>
          </a:pPr>
          <a:r>
            <a:rPr lang="en-US" sz="1200" kern="1200" dirty="0" err="1"/>
            <a:t>Prejudicii</a:t>
          </a:r>
          <a:r>
            <a:rPr lang="en-US" sz="1200" kern="1200" dirty="0"/>
            <a:t> </a:t>
          </a:r>
          <a:r>
            <a:rPr lang="en-US" sz="1200" kern="1200" dirty="0" err="1"/>
            <a:t>financiare</a:t>
          </a:r>
          <a:r>
            <a:rPr lang="en-US" sz="1200" kern="1200" dirty="0"/>
            <a:t> </a:t>
          </a:r>
          <a:r>
            <a:rPr lang="en-US" sz="1200" kern="1200" dirty="0" err="1"/>
            <a:t>și</a:t>
          </a:r>
          <a:r>
            <a:rPr lang="en-US" sz="1200" kern="1200" dirty="0"/>
            <a:t> </a:t>
          </a:r>
          <a:r>
            <a:rPr lang="en-US" sz="1200" kern="1200" dirty="0" err="1"/>
            <a:t>emoționale</a:t>
          </a:r>
          <a:r>
            <a:rPr lang="en-US" sz="1200" kern="1200" dirty="0"/>
            <a:t> – </a:t>
          </a:r>
          <a:r>
            <a:rPr lang="en-US" sz="1200" kern="1200" dirty="0" err="1"/>
            <a:t>Victimele</a:t>
          </a:r>
          <a:r>
            <a:rPr lang="en-US" sz="1200" kern="1200" dirty="0"/>
            <a:t> pot </a:t>
          </a:r>
          <a:r>
            <a:rPr lang="en-US" sz="1200" kern="1200" dirty="0" err="1"/>
            <a:t>suferi</a:t>
          </a:r>
          <a:r>
            <a:rPr lang="en-US" sz="1200" kern="1200" dirty="0"/>
            <a:t> </a:t>
          </a:r>
          <a:r>
            <a:rPr lang="en-US" sz="1200" kern="1200" dirty="0" err="1"/>
            <a:t>pierderi</a:t>
          </a:r>
          <a:r>
            <a:rPr lang="en-US" sz="1200" kern="1200" dirty="0"/>
            <a:t> </a:t>
          </a:r>
          <a:r>
            <a:rPr lang="en-US" sz="1200" kern="1200" dirty="0" err="1"/>
            <a:t>materiale</a:t>
          </a:r>
          <a:r>
            <a:rPr lang="en-US" sz="1200" kern="1200" dirty="0"/>
            <a:t> </a:t>
          </a:r>
          <a:r>
            <a:rPr lang="en-US" sz="1200" kern="1200" dirty="0" err="1"/>
            <a:t>și</a:t>
          </a:r>
          <a:r>
            <a:rPr lang="en-US" sz="1200" kern="1200" dirty="0"/>
            <a:t> </a:t>
          </a:r>
          <a:r>
            <a:rPr lang="en-US" sz="1200" kern="1200" dirty="0" err="1"/>
            <a:t>traume</a:t>
          </a:r>
          <a:r>
            <a:rPr lang="en-US" sz="1200" kern="1200" dirty="0"/>
            <a:t> </a:t>
          </a:r>
          <a:r>
            <a:rPr lang="en-US" sz="1200" kern="1200" dirty="0" err="1"/>
            <a:t>psihologice</a:t>
          </a:r>
          <a:r>
            <a:rPr lang="en-US" sz="1200" kern="1200" dirty="0"/>
            <a:t>, </a:t>
          </a:r>
          <a:r>
            <a:rPr lang="en-US" sz="1200" kern="1200" dirty="0" err="1"/>
            <a:t>afectându</a:t>
          </a:r>
          <a:r>
            <a:rPr lang="en-US" sz="1200" kern="1200" dirty="0"/>
            <a:t>-le </a:t>
          </a:r>
          <a:r>
            <a:rPr lang="en-US" sz="1200" kern="1200" dirty="0" err="1"/>
            <a:t>siguranța</a:t>
          </a:r>
          <a:r>
            <a:rPr lang="en-US" sz="1200" kern="1200" dirty="0"/>
            <a:t> </a:t>
          </a:r>
          <a:r>
            <a:rPr lang="en-US" sz="1200" kern="1200" dirty="0" err="1"/>
            <a:t>și</a:t>
          </a:r>
          <a:r>
            <a:rPr lang="en-US" sz="1200" kern="1200" dirty="0"/>
            <a:t> </a:t>
          </a:r>
          <a:r>
            <a:rPr lang="en-US" sz="1200" kern="1200" dirty="0" err="1"/>
            <a:t>bunăstarea</a:t>
          </a:r>
          <a:r>
            <a:rPr lang="en-US" sz="1200" kern="1200" dirty="0"/>
            <a:t>.</a:t>
          </a:r>
        </a:p>
      </dsp:txBody>
      <dsp:txXfrm>
        <a:off x="2069486" y="2336303"/>
        <a:ext cx="1915752" cy="1379342"/>
      </dsp:txXfrm>
    </dsp:sp>
    <dsp:sp modelId="{61543CF9-B9E1-47B2-AFDF-A4168BD3D739}">
      <dsp:nvSpPr>
        <dsp:cNvPr id="0" name=""/>
        <dsp:cNvSpPr/>
      </dsp:nvSpPr>
      <dsp:spPr>
        <a:xfrm>
          <a:off x="2069486" y="1416741"/>
          <a:ext cx="1915752" cy="919561"/>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9234" tIns="165100" rIns="189234" bIns="165100" numCol="1" spcCol="1270" anchor="ctr" anchorCtr="0">
          <a:noAutofit/>
        </a:bodyPr>
        <a:lstStyle/>
        <a:p>
          <a:pPr marL="0" lvl="0" indent="0" algn="l" defTabSz="1866900">
            <a:lnSpc>
              <a:spcPct val="90000"/>
            </a:lnSpc>
            <a:spcBef>
              <a:spcPct val="0"/>
            </a:spcBef>
            <a:spcAft>
              <a:spcPct val="35000"/>
            </a:spcAft>
            <a:buNone/>
          </a:pPr>
          <a:r>
            <a:rPr lang="en-US" sz="4200" kern="1200" dirty="0"/>
            <a:t>02</a:t>
          </a:r>
        </a:p>
      </dsp:txBody>
      <dsp:txXfrm>
        <a:off x="2069486" y="1416741"/>
        <a:ext cx="1915752" cy="919561"/>
      </dsp:txXfrm>
    </dsp:sp>
    <dsp:sp modelId="{FDC83F79-2C47-497C-9858-F005A250ECC4}">
      <dsp:nvSpPr>
        <dsp:cNvPr id="0" name=""/>
        <dsp:cNvSpPr/>
      </dsp:nvSpPr>
      <dsp:spPr>
        <a:xfrm>
          <a:off x="4138499" y="1416741"/>
          <a:ext cx="1915752" cy="2298903"/>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9234" tIns="0" rIns="189234" bIns="330200" numCol="1" spcCol="1270" anchor="t" anchorCtr="0">
          <a:noAutofit/>
        </a:bodyPr>
        <a:lstStyle/>
        <a:p>
          <a:pPr marL="0" lvl="0" indent="0" algn="l" defTabSz="533400">
            <a:lnSpc>
              <a:spcPct val="90000"/>
            </a:lnSpc>
            <a:spcBef>
              <a:spcPct val="0"/>
            </a:spcBef>
            <a:spcAft>
              <a:spcPct val="35000"/>
            </a:spcAft>
            <a:buNone/>
          </a:pPr>
          <a:r>
            <a:rPr lang="en-US" sz="1200" kern="1200" dirty="0" err="1"/>
            <a:t>Erodarea</a:t>
          </a:r>
          <a:r>
            <a:rPr lang="en-US" sz="1200" kern="1200" dirty="0"/>
            <a:t> </a:t>
          </a:r>
          <a:r>
            <a:rPr lang="en-US" sz="1200" kern="1200" dirty="0" err="1"/>
            <a:t>securității</a:t>
          </a:r>
          <a:r>
            <a:rPr lang="en-US" sz="1200" kern="1200" dirty="0"/>
            <a:t> </a:t>
          </a:r>
          <a:r>
            <a:rPr lang="en-US" sz="1200" kern="1200" dirty="0" err="1"/>
            <a:t>digitale</a:t>
          </a:r>
          <a:r>
            <a:rPr lang="en-US" sz="1200" kern="1200" dirty="0"/>
            <a:t> – Scam-urile </a:t>
          </a:r>
          <a:r>
            <a:rPr lang="en-US" sz="1200" kern="1200" dirty="0" err="1"/>
            <a:t>subminează</a:t>
          </a:r>
          <a:r>
            <a:rPr lang="en-US" sz="1200" kern="1200" dirty="0"/>
            <a:t> </a:t>
          </a:r>
          <a:r>
            <a:rPr lang="en-US" sz="1200" kern="1200" dirty="0" err="1"/>
            <a:t>încrederea</a:t>
          </a:r>
          <a:r>
            <a:rPr lang="en-US" sz="1200" kern="1200" dirty="0"/>
            <a:t> </a:t>
          </a:r>
          <a:r>
            <a:rPr lang="en-US" sz="1200" kern="1200" dirty="0" err="1"/>
            <a:t>în</a:t>
          </a:r>
          <a:r>
            <a:rPr lang="en-US" sz="1200" kern="1200" dirty="0"/>
            <a:t> </a:t>
          </a:r>
          <a:r>
            <a:rPr lang="en-US" sz="1200" kern="1200" dirty="0" err="1"/>
            <a:t>platformele</a:t>
          </a:r>
          <a:r>
            <a:rPr lang="en-US" sz="1200" kern="1200" dirty="0"/>
            <a:t> online </a:t>
          </a:r>
          <a:r>
            <a:rPr lang="en-US" sz="1200" kern="1200" dirty="0" err="1"/>
            <a:t>și</a:t>
          </a:r>
          <a:r>
            <a:rPr lang="en-US" sz="1200" kern="1200" dirty="0"/>
            <a:t> </a:t>
          </a:r>
          <a:r>
            <a:rPr lang="en-US" sz="1200" kern="1200" dirty="0" err="1"/>
            <a:t>sistemele</a:t>
          </a:r>
          <a:r>
            <a:rPr lang="en-US" sz="1200" kern="1200" dirty="0"/>
            <a:t> de </a:t>
          </a:r>
          <a:r>
            <a:rPr lang="en-US" sz="1200" kern="1200" dirty="0" err="1"/>
            <a:t>plată</a:t>
          </a:r>
          <a:r>
            <a:rPr lang="en-US" sz="1200" kern="1200" dirty="0"/>
            <a:t> </a:t>
          </a:r>
          <a:r>
            <a:rPr lang="en-US" sz="1200" kern="1200" dirty="0" err="1"/>
            <a:t>electronică</a:t>
          </a:r>
          <a:r>
            <a:rPr lang="en-US" sz="1100" kern="1200" dirty="0"/>
            <a:t>.</a:t>
          </a:r>
        </a:p>
      </dsp:txBody>
      <dsp:txXfrm>
        <a:off x="4138499" y="2336303"/>
        <a:ext cx="1915752" cy="1379342"/>
      </dsp:txXfrm>
    </dsp:sp>
    <dsp:sp modelId="{DCEE590A-8732-468F-AA62-8D1545AFD07B}">
      <dsp:nvSpPr>
        <dsp:cNvPr id="0" name=""/>
        <dsp:cNvSpPr/>
      </dsp:nvSpPr>
      <dsp:spPr>
        <a:xfrm>
          <a:off x="4138499" y="1416741"/>
          <a:ext cx="1915752" cy="919561"/>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89234" tIns="165100" rIns="189234" bIns="165100" numCol="1" spcCol="1270" anchor="ctr" anchorCtr="0">
          <a:noAutofit/>
        </a:bodyPr>
        <a:lstStyle/>
        <a:p>
          <a:pPr marL="0" lvl="0" indent="0" algn="l" defTabSz="1866900">
            <a:lnSpc>
              <a:spcPct val="90000"/>
            </a:lnSpc>
            <a:spcBef>
              <a:spcPct val="0"/>
            </a:spcBef>
            <a:spcAft>
              <a:spcPct val="35000"/>
            </a:spcAft>
            <a:buNone/>
          </a:pPr>
          <a:r>
            <a:rPr lang="en-US" sz="4200" kern="1200" dirty="0"/>
            <a:t>03</a:t>
          </a:r>
        </a:p>
      </dsp:txBody>
      <dsp:txXfrm>
        <a:off x="4138499" y="1416741"/>
        <a:ext cx="1915752" cy="919561"/>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7116C7-F6D0-4590-9915-52E10346BF3E}" type="datetimeFigureOut">
              <a:rPr lang="en-GB" smtClean="0"/>
              <a:t>04/03/2025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5FC39-5386-4B55-8813-A90BBAF43522}" type="slidenum">
              <a:rPr lang="en-GB" smtClean="0"/>
              <a:t>‹#›</a:t>
            </a:fld>
            <a:endParaRPr lang="en-GB"/>
          </a:p>
        </p:txBody>
      </p:sp>
    </p:spTree>
    <p:extLst>
      <p:ext uri="{BB962C8B-B14F-4D97-AF65-F5344CB8AC3E}">
        <p14:creationId xmlns:p14="http://schemas.microsoft.com/office/powerpoint/2010/main" val="3192808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B71924-DE9A-4562-819A-006D79B28E63}" type="slidenum">
              <a:rPr lang="en-US" smtClean="0"/>
              <a:t>19</a:t>
            </a:fld>
            <a:endParaRPr lang="en-US"/>
          </a:p>
        </p:txBody>
      </p:sp>
    </p:spTree>
    <p:extLst>
      <p:ext uri="{BB962C8B-B14F-4D97-AF65-F5344CB8AC3E}">
        <p14:creationId xmlns:p14="http://schemas.microsoft.com/office/powerpoint/2010/main" val="1298735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04B717-BA69-6D44-8F84-06765EA7ACEF}" type="slidenum">
              <a:rPr lang="en-US" smtClean="0"/>
              <a:t>31</a:t>
            </a:fld>
            <a:endParaRPr lang="en-US"/>
          </a:p>
        </p:txBody>
      </p:sp>
    </p:spTree>
    <p:extLst>
      <p:ext uri="{BB962C8B-B14F-4D97-AF65-F5344CB8AC3E}">
        <p14:creationId xmlns:p14="http://schemas.microsoft.com/office/powerpoint/2010/main" val="3888792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04B717-BA69-6D44-8F84-06765EA7ACEF}" type="slidenum">
              <a:rPr lang="en-US" smtClean="0"/>
              <a:t>33</a:t>
            </a:fld>
            <a:endParaRPr lang="en-US"/>
          </a:p>
        </p:txBody>
      </p:sp>
    </p:spTree>
    <p:extLst>
      <p:ext uri="{BB962C8B-B14F-4D97-AF65-F5344CB8AC3E}">
        <p14:creationId xmlns:p14="http://schemas.microsoft.com/office/powerpoint/2010/main" val="2405129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96DFF08F-DC6B-4601-B491-B0F83F6DD2DA}" type="datetimeFigureOut">
              <a:rPr lang="en-US" dirty="0"/>
              <a:pPr/>
              <a:t>3/4/2025</a:t>
            </a:fld>
            <a:endParaRPr lang="en-US" dirty="0"/>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4FAB73BC-B049-4115-A692-8D63A059BFB8}" type="slidenum">
              <a:rPr lang="en-US" dirty="0"/>
              <a:pPr/>
              <a:t>‹#›</a:t>
            </a:fld>
            <a:endParaRPr lang="en-US" dirty="0"/>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3/4/2025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3/4/2025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96DFF08F-DC6B-4601-B491-B0F83F6DD2DA}" type="datetimeFigureOut">
              <a:rPr lang="en-US" dirty="0"/>
              <a:pPr/>
              <a:t>3/4/2025</a:t>
            </a:fld>
            <a:endParaRPr lang="en-US" dirty="0"/>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4FAB73BC-B049-4115-A692-8D63A059BFB8}" type="slidenum">
              <a:rPr lang="en-US" dirty="0"/>
              <a:pPr/>
              <a:t>‹#›</a:t>
            </a:fld>
            <a:endParaRPr lang="en-US" dirty="0"/>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3/4/2025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3/4/2025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smtClean="0"/>
              <a:pPr/>
              <a:t>3/4/2025</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pPr/>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5260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977763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4116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8917854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819743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17408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228155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540441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610047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934145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953388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96DFF08F-DC6B-4601-B491-B0F83F6DD2DA}" type="datetimeFigureOut">
              <a:rPr lang="en-US" dirty="0"/>
              <a:pPr/>
              <a:t>3/4/2025</a:t>
            </a:fld>
            <a:endParaRPr lang="en-US" dirty="0"/>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4FAB73BC-B049-4115-A692-8D63A059BFB8}" type="slidenum">
              <a:rPr lang="en-US" dirty="0"/>
              <a:pPr/>
              <a:t>‹#›</a:t>
            </a:fld>
            <a:endParaRPr lang="en-US" dirty="0"/>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3/4/2025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3/4/2025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accent1"/>
                </a:solidFill>
              </a:defRPr>
            </a:lvl1pPr>
          </a:lstStyle>
          <a:p>
            <a:fld id="{96DFF08F-DC6B-4601-B491-B0F83F6DD2DA}" type="datetimeFigureOut">
              <a:rPr lang="en-US" dirty="0"/>
              <a:pPr/>
              <a:t>3/4/2025</a:t>
            </a:fld>
            <a:endParaRPr lang="en-US"/>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4FAB73BC-B049-4115-A692-8D63A059BFB8}" type="slidenum">
              <a:rPr lang="en-US" dirty="0"/>
              <a:pPr/>
              <a:t>‹#›</a:t>
            </a:fld>
            <a:endParaRPr lang="en-US"/>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1559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3629730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27034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2954817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FF08F-DC6B-4601-B491-B0F83F6DD2DA}" type="datetimeFigureOut">
              <a:rPr lang="en-US" dirty="0"/>
              <a:t>3/4/2025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7060770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dirty="0"/>
              <a:t>3/4/2025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0371653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3/4/2025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5644365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9167488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6552096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7249842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12054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3/4/2025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3/4/2025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smtClean="0"/>
              <a:pPr/>
              <a:t>3/4/2025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0186377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3/4/2025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3/4/2025</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428680830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9.png"/><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diagramColors" Target="../diagrams/colors8.xml"/><Relationship Id="rId11" Type="http://schemas.openxmlformats.org/officeDocument/2006/relationships/image" Target="../media/image34.png"/><Relationship Id="rId5" Type="http://schemas.openxmlformats.org/officeDocument/2006/relationships/diagramQuickStyle" Target="../diagrams/quickStyle8.xml"/><Relationship Id="rId10" Type="http://schemas.openxmlformats.org/officeDocument/2006/relationships/image" Target="../media/image33.png"/><Relationship Id="rId4" Type="http://schemas.openxmlformats.org/officeDocument/2006/relationships/diagramLayout" Target="../diagrams/layout8.xml"/><Relationship Id="rId9"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7.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7.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7.xml"/><Relationship Id="rId5" Type="http://schemas.openxmlformats.org/officeDocument/2006/relationships/image" Target="../media/image46.png"/><Relationship Id="rId4" Type="http://schemas.openxmlformats.org/officeDocument/2006/relationships/image" Target="../media/image45.jpe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9.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xml"/><Relationship Id="rId1" Type="http://schemas.openxmlformats.org/officeDocument/2006/relationships/slideLayout" Target="../slideLayouts/slideLayout39.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39.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xml"/><Relationship Id="rId1" Type="http://schemas.openxmlformats.org/officeDocument/2006/relationships/slideLayout" Target="../slideLayouts/slideLayout39.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39.xml"/><Relationship Id="rId4" Type="http://schemas.openxmlformats.org/officeDocument/2006/relationships/image" Target="../media/image65.png"/></Relationships>
</file>

<file path=ppt/slides/_rels/slide35.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image" Target="../media/image68.jpg"/><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image" Target="../media/image70.png"/><Relationship Id="rId1" Type="http://schemas.openxmlformats.org/officeDocument/2006/relationships/slideLayout" Target="../slideLayouts/slideLayout50.xml"/><Relationship Id="rId6" Type="http://schemas.openxmlformats.org/officeDocument/2006/relationships/image" Target="../media/image74.png"/><Relationship Id="rId5" Type="http://schemas.openxmlformats.org/officeDocument/2006/relationships/image" Target="../media/image73.svg"/><Relationship Id="rId4" Type="http://schemas.openxmlformats.org/officeDocument/2006/relationships/image" Target="../media/image72.png"/><Relationship Id="rId9" Type="http://schemas.openxmlformats.org/officeDocument/2006/relationships/image" Target="../media/image77.svg"/></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50.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50.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3" Type="http://schemas.openxmlformats.org/officeDocument/2006/relationships/hyperlink" Target="https://www.factual.ro/" TargetMode="External"/><Relationship Id="rId7" Type="http://schemas.openxmlformats.org/officeDocument/2006/relationships/hyperlink" Target="https://unesdoc.unesco.org/query?q=Author:%20%22Posetti,%20Julie%22&amp;sf=sf:*&amp;queryDisplay=Person%20as%20author%3A%20%22Posetti%2C%20Julie%20%5Beditor%5D%22" TargetMode="External"/><Relationship Id="rId2" Type="http://schemas.openxmlformats.org/officeDocument/2006/relationships/hyperlink" Target="https://ceazisgeorgescu.ro/" TargetMode="External"/><Relationship Id="rId1" Type="http://schemas.openxmlformats.org/officeDocument/2006/relationships/slideLayout" Target="../slideLayouts/slideLayout6.xml"/><Relationship Id="rId6" Type="http://schemas.openxmlformats.org/officeDocument/2006/relationships/hyperlink" Target="https://www.presidency.ro/ro/media/comunicat-de-presa1733327193" TargetMode="External"/><Relationship Id="rId5" Type="http://schemas.openxmlformats.org/officeDocument/2006/relationships/hyperlink" Target="https://www.sgdsn.gouv.fr/publications/manipulation-dalgorithmes-et-instrumentalisation-dinfluenceurs-enseignements-de" TargetMode="External"/><Relationship Id="rId4" Type="http://schemas.openxmlformats.org/officeDocument/2006/relationships/hyperlink" Target="https://www.reddit.com/r/Romania/comments/1h3bbvu/votantii_din_diaspora_au_votat_cu_sens_dupa_ce_au/"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7A6478-9741-D772-4DD4-FD25549D9FD2}"/>
              </a:ext>
            </a:extLst>
          </p:cNvPr>
          <p:cNvSpPr txBox="1"/>
          <p:nvPr/>
        </p:nvSpPr>
        <p:spPr>
          <a:xfrm>
            <a:off x="211393" y="1720840"/>
            <a:ext cx="11769213" cy="3416320"/>
          </a:xfrm>
          <a:prstGeom prst="rect">
            <a:avLst/>
          </a:prstGeom>
          <a:noFill/>
        </p:spPr>
        <p:txBody>
          <a:bodyPr wrap="square">
            <a:spAutoFit/>
          </a:bodyPr>
          <a:lstStyle/>
          <a:p>
            <a:pPr algn="ctr"/>
            <a:r>
              <a:rPr kumimoji="0" lang="it-IT" sz="7200" b="1" i="0" u="none" strike="noStrike" kern="1200" cap="all" spc="0" normalizeH="0" baseline="0" noProof="0">
                <a:ln w="15875">
                  <a:solidFill>
                    <a:sysClr val="window" lastClr="FFFFFF"/>
                  </a:solidFill>
                </a:ln>
                <a:solidFill>
                  <a:srgbClr val="DF5327"/>
                </a:solidFill>
                <a:effectLst>
                  <a:outerShdw dist="38100" dir="2700000" algn="tl" rotWithShape="0">
                    <a:srgbClr val="DF5327"/>
                  </a:outerShdw>
                </a:effectLst>
                <a:uLnTx/>
                <a:uFillTx/>
                <a:latin typeface="Corbel" panose="020B0503020204020204"/>
                <a:ea typeface="+mn-ea"/>
                <a:cs typeface="+mn-cs"/>
              </a:rPr>
              <a:t>Etica </a:t>
            </a:r>
            <a:r>
              <a:rPr lang="ro-RO" sz="7200" b="1" cap="all">
                <a:ln w="15875">
                  <a:solidFill>
                    <a:sysClr val="window" lastClr="FFFFFF"/>
                  </a:solidFill>
                </a:ln>
                <a:solidFill>
                  <a:srgbClr val="DF5327"/>
                </a:solidFill>
                <a:effectLst>
                  <a:outerShdw dist="38100" dir="2700000" algn="tl" rotWithShape="0">
                    <a:srgbClr val="DF5327"/>
                  </a:outerShdw>
                </a:effectLst>
                <a:latin typeface="Corbel" panose="020B0503020204020204"/>
              </a:rPr>
              <a:t>î</a:t>
            </a:r>
            <a:r>
              <a:rPr kumimoji="0" lang="it-IT" sz="7200" b="1" i="0" u="none" strike="noStrike" kern="1200" cap="all" spc="0" normalizeH="0" baseline="0" noProof="0">
                <a:ln w="15875">
                  <a:solidFill>
                    <a:sysClr val="window" lastClr="FFFFFF"/>
                  </a:solidFill>
                </a:ln>
                <a:solidFill>
                  <a:srgbClr val="DF5327"/>
                </a:solidFill>
                <a:effectLst>
                  <a:outerShdw dist="38100" dir="2700000" algn="tl" rotWithShape="0">
                    <a:srgbClr val="DF5327"/>
                  </a:outerShdw>
                </a:effectLst>
                <a:uLnTx/>
                <a:uFillTx/>
                <a:latin typeface="Corbel" panose="020B0503020204020204"/>
                <a:ea typeface="+mn-ea"/>
                <a:cs typeface="+mn-cs"/>
              </a:rPr>
              <a:t>n mediile sociale, dezinformare </a:t>
            </a:r>
            <a:r>
              <a:rPr kumimoji="0" lang="ro-RO" sz="7200" b="1" i="0" u="none" strike="noStrike" kern="1200" cap="all" spc="0" normalizeH="0" baseline="0" noProof="0">
                <a:ln w="15875">
                  <a:solidFill>
                    <a:sysClr val="window" lastClr="FFFFFF"/>
                  </a:solidFill>
                </a:ln>
                <a:solidFill>
                  <a:srgbClr val="DF5327"/>
                </a:solidFill>
                <a:effectLst>
                  <a:outerShdw dist="38100" dir="2700000" algn="tl" rotWithShape="0">
                    <a:srgbClr val="DF5327"/>
                  </a:outerShdw>
                </a:effectLst>
                <a:uLnTx/>
                <a:uFillTx/>
                <a:latin typeface="Corbel" panose="020B0503020204020204"/>
                <a:ea typeface="+mn-ea"/>
                <a:cs typeface="+mn-cs"/>
              </a:rPr>
              <a:t>ș</a:t>
            </a:r>
            <a:r>
              <a:rPr kumimoji="0" lang="it-IT" sz="7200" b="1" i="0" u="none" strike="noStrike" kern="1200" cap="all" spc="0" normalizeH="0" baseline="0" noProof="0">
                <a:ln w="15875">
                  <a:solidFill>
                    <a:sysClr val="window" lastClr="FFFFFF"/>
                  </a:solidFill>
                </a:ln>
                <a:solidFill>
                  <a:srgbClr val="DF5327"/>
                </a:solidFill>
                <a:effectLst>
                  <a:outerShdw dist="38100" dir="2700000" algn="tl" rotWithShape="0">
                    <a:srgbClr val="DF5327"/>
                  </a:outerShdw>
                </a:effectLst>
                <a:uLnTx/>
                <a:uFillTx/>
                <a:latin typeface="Corbel" panose="020B0503020204020204"/>
                <a:ea typeface="+mn-ea"/>
                <a:cs typeface="+mn-cs"/>
              </a:rPr>
              <a:t>i fake news</a:t>
            </a:r>
            <a:endParaRPr lang="en-GB"/>
          </a:p>
        </p:txBody>
      </p:sp>
    </p:spTree>
    <p:extLst>
      <p:ext uri="{BB962C8B-B14F-4D97-AF65-F5344CB8AC3E}">
        <p14:creationId xmlns:p14="http://schemas.microsoft.com/office/powerpoint/2010/main" val="1752871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50F989D-43B9-409C-AB67-55F360424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noProof="0" dirty="0"/>
          </a:p>
        </p:txBody>
      </p:sp>
      <p:sp>
        <p:nvSpPr>
          <p:cNvPr id="2" name="Title 1">
            <a:extLst>
              <a:ext uri="{FF2B5EF4-FFF2-40B4-BE49-F238E27FC236}">
                <a16:creationId xmlns:a16="http://schemas.microsoft.com/office/drawing/2014/main" id="{22B01DE1-D054-2676-EFCE-FCBDBFDD1DB8}"/>
              </a:ext>
            </a:extLst>
          </p:cNvPr>
          <p:cNvSpPr>
            <a:spLocks noGrp="1"/>
          </p:cNvSpPr>
          <p:nvPr>
            <p:ph type="title"/>
          </p:nvPr>
        </p:nvSpPr>
        <p:spPr>
          <a:xfrm>
            <a:off x="422787" y="1070335"/>
            <a:ext cx="5920140" cy="1443269"/>
          </a:xfrm>
        </p:spPr>
        <p:txBody>
          <a:bodyPr vert="horz" lIns="91440" tIns="45720" rIns="91440" bIns="45720" rtlCol="0" anchor="ctr">
            <a:normAutofit/>
          </a:bodyPr>
          <a:lstStyle/>
          <a:p>
            <a:r>
              <a:rPr lang="ro-RO" sz="4000" noProof="0" dirty="0"/>
              <a:t>Cenzura în regimul sovietic</a:t>
            </a:r>
          </a:p>
        </p:txBody>
      </p:sp>
      <p:sp>
        <p:nvSpPr>
          <p:cNvPr id="4" name="TextBox 3">
            <a:extLst>
              <a:ext uri="{FF2B5EF4-FFF2-40B4-BE49-F238E27FC236}">
                <a16:creationId xmlns:a16="http://schemas.microsoft.com/office/drawing/2014/main" id="{EE64B771-0EF6-4B63-7197-8A417735FE0F}"/>
              </a:ext>
            </a:extLst>
          </p:cNvPr>
          <p:cNvSpPr txBox="1"/>
          <p:nvPr/>
        </p:nvSpPr>
        <p:spPr>
          <a:xfrm>
            <a:off x="589935" y="2241755"/>
            <a:ext cx="5637245" cy="3854245"/>
          </a:xfrm>
          <a:prstGeom prst="rect">
            <a:avLst/>
          </a:prstGeom>
        </p:spPr>
        <p:txBody>
          <a:bodyPr vert="horz" lIns="91440" tIns="45720" rIns="91440" bIns="45720" rtlCol="0">
            <a:normAutofit/>
          </a:bodyPr>
          <a:lstStyle/>
          <a:p>
            <a:pPr algn="just" defTabSz="914400">
              <a:lnSpc>
                <a:spcPct val="90000"/>
              </a:lnSpc>
              <a:spcAft>
                <a:spcPts val="600"/>
              </a:spcAft>
              <a:buClr>
                <a:schemeClr val="accent1"/>
              </a:buClr>
              <a:buSzPct val="80000"/>
            </a:pPr>
            <a:r>
              <a:rPr lang="ro-RO" noProof="0" dirty="0"/>
              <a:t>Regimurile autoritare sunt bine-cunoscute pentru abuzul lor în privința informaților ce ajung la cetățeanul de rând. Cu precădere, regimul sovietic a restricționat puternic fluxul de informații ce ajunge la </a:t>
            </a:r>
            <a:r>
              <a:rPr lang="ro-RO" noProof="0"/>
              <a:t>populație.</a:t>
            </a:r>
          </a:p>
          <a:p>
            <a:pPr algn="just" defTabSz="914400">
              <a:lnSpc>
                <a:spcPct val="90000"/>
              </a:lnSpc>
              <a:spcAft>
                <a:spcPts val="600"/>
              </a:spcAft>
              <a:buClr>
                <a:schemeClr val="accent1"/>
              </a:buClr>
              <a:buSzPct val="80000"/>
            </a:pPr>
            <a:r>
              <a:rPr lang="ro-RO" noProof="0"/>
              <a:t> </a:t>
            </a:r>
            <a:r>
              <a:rPr lang="ro-RO" noProof="0" dirty="0"/>
              <a:t>S-au remarcat următoarele metode:</a:t>
            </a:r>
          </a:p>
          <a:p>
            <a:pPr marL="285750" indent="-182880" algn="just" defTabSz="914400">
              <a:lnSpc>
                <a:spcPct val="150000"/>
              </a:lnSpc>
              <a:spcAft>
                <a:spcPts val="600"/>
              </a:spcAft>
              <a:buClr>
                <a:schemeClr val="accent1"/>
              </a:buClr>
              <a:buSzPct val="80000"/>
              <a:buFont typeface="Corbel" pitchFamily="34" charset="0"/>
              <a:buChar char="•"/>
            </a:pPr>
            <a:r>
              <a:rPr lang="ro-RO" noProof="0" dirty="0"/>
              <a:t>Controlul strict al </a:t>
            </a:r>
            <a:r>
              <a:rPr lang="ro-RO" noProof="0"/>
              <a:t>presei  </a:t>
            </a:r>
          </a:p>
          <a:p>
            <a:pPr marL="285750" indent="-182880" algn="just" defTabSz="914400">
              <a:lnSpc>
                <a:spcPct val="150000"/>
              </a:lnSpc>
              <a:spcAft>
                <a:spcPts val="600"/>
              </a:spcAft>
              <a:buClr>
                <a:schemeClr val="accent1"/>
              </a:buClr>
              <a:buSzPct val="80000"/>
              <a:buFont typeface="Corbel" pitchFamily="34" charset="0"/>
              <a:buChar char="•"/>
            </a:pPr>
            <a:r>
              <a:rPr lang="ro-RO" noProof="0"/>
              <a:t>Supravegherea </a:t>
            </a:r>
            <a:r>
              <a:rPr lang="ro-RO" noProof="0" dirty="0"/>
              <a:t>comunicaților</a:t>
            </a:r>
          </a:p>
          <a:p>
            <a:pPr marL="285750" indent="-182880" algn="just" defTabSz="914400">
              <a:lnSpc>
                <a:spcPct val="150000"/>
              </a:lnSpc>
              <a:spcAft>
                <a:spcPts val="600"/>
              </a:spcAft>
              <a:buClr>
                <a:schemeClr val="accent1"/>
              </a:buClr>
              <a:buSzPct val="80000"/>
              <a:buFont typeface="Corbel" pitchFamily="34" charset="0"/>
              <a:buChar char="•"/>
            </a:pPr>
            <a:r>
              <a:rPr lang="ro-RO" noProof="0" dirty="0"/>
              <a:t>Pedepsirea avertizorilor </a:t>
            </a:r>
            <a:r>
              <a:rPr lang="ro-RO" noProof="0"/>
              <a:t>de integritate</a:t>
            </a:r>
            <a:endParaRPr lang="ro-RO" noProof="0" dirty="0"/>
          </a:p>
          <a:p>
            <a:pPr marL="285750" indent="-182880" algn="just" defTabSz="914400">
              <a:lnSpc>
                <a:spcPct val="150000"/>
              </a:lnSpc>
              <a:spcAft>
                <a:spcPts val="600"/>
              </a:spcAft>
              <a:buClr>
                <a:schemeClr val="accent1"/>
              </a:buClr>
              <a:buSzPct val="80000"/>
              <a:buFont typeface="Corbel" pitchFamily="34" charset="0"/>
              <a:buChar char="•"/>
            </a:pPr>
            <a:r>
              <a:rPr lang="ro-RO" noProof="0" dirty="0"/>
              <a:t>Falsificarea statisticilor </a:t>
            </a:r>
          </a:p>
          <a:p>
            <a:pPr marL="285750" indent="-182880" algn="just" defTabSz="914400">
              <a:lnSpc>
                <a:spcPct val="150000"/>
              </a:lnSpc>
              <a:spcAft>
                <a:spcPts val="600"/>
              </a:spcAft>
              <a:buClr>
                <a:schemeClr val="accent1"/>
              </a:buClr>
              <a:buSzPct val="80000"/>
              <a:buFont typeface="Corbel" pitchFamily="34" charset="0"/>
              <a:buChar char="•"/>
            </a:pPr>
            <a:r>
              <a:rPr lang="ro-RO" noProof="0"/>
              <a:t>Propaganda</a:t>
            </a:r>
            <a:endParaRPr lang="ro-RO" noProof="0" dirty="0"/>
          </a:p>
        </p:txBody>
      </p:sp>
      <p:pic>
        <p:nvPicPr>
          <p:cNvPr id="5" name="Picture 4" descr="A person reading a newspaper on a street&#10;&#10;AI-generated content may be incorrect.">
            <a:extLst>
              <a:ext uri="{FF2B5EF4-FFF2-40B4-BE49-F238E27FC236}">
                <a16:creationId xmlns:a16="http://schemas.microsoft.com/office/drawing/2014/main" id="{FC9C2332-7308-FD24-5E01-0A939EDAFFD8}"/>
              </a:ext>
            </a:extLst>
          </p:cNvPr>
          <p:cNvPicPr>
            <a:picLocks noChangeAspect="1"/>
          </p:cNvPicPr>
          <p:nvPr/>
        </p:nvPicPr>
        <p:blipFill>
          <a:blip r:embed="rId2"/>
          <a:srcRect l="19696" r="10659" b="-1"/>
          <a:stretch/>
        </p:blipFill>
        <p:spPr>
          <a:xfrm>
            <a:off x="6636743" y="1238487"/>
            <a:ext cx="4741120" cy="4493060"/>
          </a:xfrm>
          <a:prstGeom prst="rect">
            <a:avLst/>
          </a:prstGeom>
        </p:spPr>
      </p:pic>
    </p:spTree>
    <p:extLst>
      <p:ext uri="{BB962C8B-B14F-4D97-AF65-F5344CB8AC3E}">
        <p14:creationId xmlns:p14="http://schemas.microsoft.com/office/powerpoint/2010/main" val="12562772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416F-A3CB-D417-5EDC-FD1CFAF08D96}"/>
              </a:ext>
            </a:extLst>
          </p:cNvPr>
          <p:cNvSpPr>
            <a:spLocks noGrp="1"/>
          </p:cNvSpPr>
          <p:nvPr>
            <p:ph type="title"/>
          </p:nvPr>
        </p:nvSpPr>
        <p:spPr/>
        <p:txBody>
          <a:bodyPr/>
          <a:lstStyle/>
          <a:p>
            <a:r>
              <a:rPr lang="ro-RO" noProof="0" dirty="0"/>
              <a:t>Dezastrul de la Cernobîl</a:t>
            </a:r>
          </a:p>
        </p:txBody>
      </p:sp>
      <p:sp>
        <p:nvSpPr>
          <p:cNvPr id="4" name="TextBox 3">
            <a:extLst>
              <a:ext uri="{FF2B5EF4-FFF2-40B4-BE49-F238E27FC236}">
                <a16:creationId xmlns:a16="http://schemas.microsoft.com/office/drawing/2014/main" id="{56B8E289-0E18-F647-BCF8-F411AA6C703B}"/>
              </a:ext>
            </a:extLst>
          </p:cNvPr>
          <p:cNvSpPr txBox="1"/>
          <p:nvPr/>
        </p:nvSpPr>
        <p:spPr>
          <a:xfrm>
            <a:off x="1229031" y="2112691"/>
            <a:ext cx="3736259" cy="2585323"/>
          </a:xfrm>
          <a:prstGeom prst="rect">
            <a:avLst/>
          </a:prstGeom>
          <a:noFill/>
        </p:spPr>
        <p:txBody>
          <a:bodyPr wrap="square">
            <a:spAutoFit/>
          </a:bodyPr>
          <a:lstStyle/>
          <a:p>
            <a:pPr algn="just"/>
            <a:r>
              <a:rPr lang="ro-RO" noProof="0" dirty="0"/>
              <a:t>Centrala Nucleară Cernobîl este situată la nord de Kiev, la granița a trei state: Belarus, Rusia și </a:t>
            </a:r>
            <a:r>
              <a:rPr lang="ro-RO" noProof="0"/>
              <a:t>Ucraina.</a:t>
            </a:r>
            <a:endParaRPr lang="ro-RO"/>
          </a:p>
          <a:p>
            <a:pPr algn="just"/>
            <a:br>
              <a:rPr lang="ro-RO" noProof="0" dirty="0"/>
            </a:br>
            <a:r>
              <a:rPr lang="ro-RO" noProof="0" dirty="0"/>
              <a:t>Explozia a avut loc la scurt timp după miezul nopții de 26 Aprilie 1986. </a:t>
            </a:r>
            <a:br>
              <a:rPr lang="ro-RO" noProof="0" dirty="0"/>
            </a:br>
            <a:r>
              <a:rPr lang="ro-RO" noProof="0" dirty="0"/>
              <a:t>Conform ONU, evenimentul a avut loc în urma unui experiment eșuat al unor tehnicieni </a:t>
            </a:r>
            <a:r>
              <a:rPr lang="ro-RO" noProof="0"/>
              <a:t>neexperimentați [1].</a:t>
            </a:r>
            <a:endParaRPr lang="ro-RO" noProof="0" dirty="0"/>
          </a:p>
        </p:txBody>
      </p:sp>
      <p:pic>
        <p:nvPicPr>
          <p:cNvPr id="6" name="Picture 5" descr="A map of ukraine with blue lines&#10;&#10;AI-generated content may be incorrect.">
            <a:extLst>
              <a:ext uri="{FF2B5EF4-FFF2-40B4-BE49-F238E27FC236}">
                <a16:creationId xmlns:a16="http://schemas.microsoft.com/office/drawing/2014/main" id="{E24F89BE-A43A-8682-EE43-68B40A0C6DE5}"/>
              </a:ext>
            </a:extLst>
          </p:cNvPr>
          <p:cNvPicPr>
            <a:picLocks noChangeAspect="1"/>
          </p:cNvPicPr>
          <p:nvPr/>
        </p:nvPicPr>
        <p:blipFill>
          <a:blip r:embed="rId2"/>
          <a:stretch>
            <a:fillRect/>
          </a:stretch>
        </p:blipFill>
        <p:spPr>
          <a:xfrm>
            <a:off x="5576119" y="1965960"/>
            <a:ext cx="5652320" cy="4295763"/>
          </a:xfrm>
          <a:prstGeom prst="rect">
            <a:avLst/>
          </a:prstGeom>
        </p:spPr>
      </p:pic>
      <p:sp>
        <p:nvSpPr>
          <p:cNvPr id="8" name="TextBox 7">
            <a:extLst>
              <a:ext uri="{FF2B5EF4-FFF2-40B4-BE49-F238E27FC236}">
                <a16:creationId xmlns:a16="http://schemas.microsoft.com/office/drawing/2014/main" id="{5DCAD6E8-E45B-9D68-6928-095AFC17DC90}"/>
              </a:ext>
            </a:extLst>
          </p:cNvPr>
          <p:cNvSpPr txBox="1"/>
          <p:nvPr/>
        </p:nvSpPr>
        <p:spPr>
          <a:xfrm>
            <a:off x="1229031" y="5121744"/>
            <a:ext cx="3873911" cy="646331"/>
          </a:xfrm>
          <a:prstGeom prst="rect">
            <a:avLst/>
          </a:prstGeom>
          <a:noFill/>
        </p:spPr>
        <p:txBody>
          <a:bodyPr wrap="square">
            <a:spAutoFit/>
          </a:bodyPr>
          <a:lstStyle/>
          <a:p>
            <a:r>
              <a:rPr lang="ro-RO" noProof="0" dirty="0"/>
              <a:t>Diferite încercări de mușamalizare a exploziei au avut loc:</a:t>
            </a:r>
          </a:p>
        </p:txBody>
      </p:sp>
    </p:spTree>
    <p:extLst>
      <p:ext uri="{BB962C8B-B14F-4D97-AF65-F5344CB8AC3E}">
        <p14:creationId xmlns:p14="http://schemas.microsoft.com/office/powerpoint/2010/main" val="13032736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2792EF6-731E-455D-8D11-9405F313A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noProof="0" dirty="0"/>
          </a:p>
        </p:txBody>
      </p:sp>
      <p:sp>
        <p:nvSpPr>
          <p:cNvPr id="2" name="Title 1">
            <a:extLst>
              <a:ext uri="{FF2B5EF4-FFF2-40B4-BE49-F238E27FC236}">
                <a16:creationId xmlns:a16="http://schemas.microsoft.com/office/drawing/2014/main" id="{61EF49FC-E7B9-6F7A-150D-F2A31D73319D}"/>
              </a:ext>
            </a:extLst>
          </p:cNvPr>
          <p:cNvSpPr>
            <a:spLocks noGrp="1"/>
          </p:cNvSpPr>
          <p:nvPr>
            <p:ph type="title"/>
          </p:nvPr>
        </p:nvSpPr>
        <p:spPr>
          <a:xfrm>
            <a:off x="1143000" y="609600"/>
            <a:ext cx="9875520" cy="1356360"/>
          </a:xfrm>
        </p:spPr>
        <p:txBody>
          <a:bodyPr vert="horz" lIns="91440" tIns="45720" rIns="91440" bIns="45720" rtlCol="0" anchor="ctr">
            <a:normAutofit/>
          </a:bodyPr>
          <a:lstStyle/>
          <a:p>
            <a:r>
              <a:rPr lang="ro-RO" noProof="0" dirty="0"/>
              <a:t>Dezinformarea asupra dezastrului de la Cernobîl</a:t>
            </a:r>
          </a:p>
        </p:txBody>
      </p:sp>
      <p:graphicFrame>
        <p:nvGraphicFramePr>
          <p:cNvPr id="5" name="TextBox 2">
            <a:extLst>
              <a:ext uri="{FF2B5EF4-FFF2-40B4-BE49-F238E27FC236}">
                <a16:creationId xmlns:a16="http://schemas.microsoft.com/office/drawing/2014/main" id="{39EE5C60-B7CD-F931-A4CC-3C8088D9F5C1}"/>
              </a:ext>
            </a:extLst>
          </p:cNvPr>
          <p:cNvGraphicFramePr/>
          <p:nvPr>
            <p:extLst>
              <p:ext uri="{D42A27DB-BD31-4B8C-83A1-F6EECF244321}">
                <p14:modId xmlns:p14="http://schemas.microsoft.com/office/powerpoint/2010/main" val="3890000130"/>
              </p:ext>
            </p:extLst>
          </p:nvPr>
        </p:nvGraphicFramePr>
        <p:xfrm>
          <a:off x="1143000" y="2298530"/>
          <a:ext cx="9872663" cy="3797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94246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82CF-B733-4767-7E1F-48B4EFB54299}"/>
              </a:ext>
            </a:extLst>
          </p:cNvPr>
          <p:cNvSpPr>
            <a:spLocks noGrp="1"/>
          </p:cNvSpPr>
          <p:nvPr>
            <p:ph type="title"/>
          </p:nvPr>
        </p:nvSpPr>
        <p:spPr/>
        <p:txBody>
          <a:bodyPr/>
          <a:lstStyle/>
          <a:p>
            <a:r>
              <a:rPr lang="ro-RO" noProof="0" dirty="0">
                <a:solidFill>
                  <a:srgbClr val="DF5327"/>
                </a:solidFill>
              </a:rPr>
              <a:t>Implicațiile etice ale dezastrului de la Cernobîl</a:t>
            </a:r>
          </a:p>
        </p:txBody>
      </p:sp>
      <p:sp>
        <p:nvSpPr>
          <p:cNvPr id="6" name="TextBox 5">
            <a:extLst>
              <a:ext uri="{FF2B5EF4-FFF2-40B4-BE49-F238E27FC236}">
                <a16:creationId xmlns:a16="http://schemas.microsoft.com/office/drawing/2014/main" id="{555F0A69-25DE-4FD8-3DA2-B1AE4FC97401}"/>
              </a:ext>
            </a:extLst>
          </p:cNvPr>
          <p:cNvSpPr txBox="1"/>
          <p:nvPr/>
        </p:nvSpPr>
        <p:spPr>
          <a:xfrm>
            <a:off x="1142999" y="2045110"/>
            <a:ext cx="6469625" cy="461665"/>
          </a:xfrm>
          <a:prstGeom prst="rect">
            <a:avLst/>
          </a:prstGeom>
          <a:noFill/>
        </p:spPr>
        <p:txBody>
          <a:bodyPr wrap="square" rtlCol="0">
            <a:spAutoFit/>
          </a:bodyPr>
          <a:lstStyle/>
          <a:p>
            <a:r>
              <a:rPr lang="ro-RO" sz="2400" noProof="0" dirty="0">
                <a:solidFill>
                  <a:srgbClr val="DF5327"/>
                </a:solidFill>
              </a:rPr>
              <a:t>SĂNĂTATEA PUBLICĂ</a:t>
            </a:r>
          </a:p>
        </p:txBody>
      </p:sp>
      <p:graphicFrame>
        <p:nvGraphicFramePr>
          <p:cNvPr id="8" name="TextBox 2">
            <a:extLst>
              <a:ext uri="{FF2B5EF4-FFF2-40B4-BE49-F238E27FC236}">
                <a16:creationId xmlns:a16="http://schemas.microsoft.com/office/drawing/2014/main" id="{B67F35FD-2EEA-2271-9896-5D6D53C59120}"/>
              </a:ext>
            </a:extLst>
          </p:cNvPr>
          <p:cNvGraphicFramePr/>
          <p:nvPr>
            <p:extLst>
              <p:ext uri="{D42A27DB-BD31-4B8C-83A1-F6EECF244321}">
                <p14:modId xmlns:p14="http://schemas.microsoft.com/office/powerpoint/2010/main" val="702334917"/>
              </p:ext>
            </p:extLst>
          </p:nvPr>
        </p:nvGraphicFramePr>
        <p:xfrm>
          <a:off x="1142998" y="3161304"/>
          <a:ext cx="10026447" cy="3087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986D5AE-9BF2-4C9D-C9DC-E44DC29ADA93}"/>
              </a:ext>
            </a:extLst>
          </p:cNvPr>
          <p:cNvSpPr txBox="1"/>
          <p:nvPr/>
        </p:nvSpPr>
        <p:spPr>
          <a:xfrm>
            <a:off x="1142999" y="2585925"/>
            <a:ext cx="9875519" cy="923330"/>
          </a:xfrm>
          <a:prstGeom prst="rect">
            <a:avLst/>
          </a:prstGeom>
          <a:noFill/>
        </p:spPr>
        <p:txBody>
          <a:bodyPr wrap="square" rtlCol="0">
            <a:spAutoFit/>
          </a:bodyPr>
          <a:lstStyle/>
          <a:p>
            <a:r>
              <a:rPr lang="ro-RO" noProof="0" dirty="0"/>
              <a:t>Conform articolului</a:t>
            </a:r>
            <a:r>
              <a:rPr lang="ro-RO" noProof="0"/>
              <a:t>, [1] </a:t>
            </a:r>
            <a:r>
              <a:rPr lang="ro-RO" noProof="0" dirty="0"/>
              <a:t>efectele imediate asupra sănătății publice, rezultate din </a:t>
            </a:r>
            <a:r>
              <a:rPr lang="ro-RO" b="1" noProof="0" dirty="0"/>
              <a:t>dezinformarea</a:t>
            </a:r>
            <a:r>
              <a:rPr lang="ro-RO" noProof="0" dirty="0"/>
              <a:t> produsă au fost: </a:t>
            </a:r>
          </a:p>
          <a:p>
            <a:r>
              <a:rPr lang="ro-RO" noProof="0" dirty="0"/>
              <a:t> </a:t>
            </a:r>
          </a:p>
        </p:txBody>
      </p:sp>
    </p:spTree>
    <p:extLst>
      <p:ext uri="{BB962C8B-B14F-4D97-AF65-F5344CB8AC3E}">
        <p14:creationId xmlns:p14="http://schemas.microsoft.com/office/powerpoint/2010/main" val="2023098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35D4B-E7CB-962A-9A57-35DDA2F3D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16206-EA87-3555-97C6-80B472555147}"/>
              </a:ext>
            </a:extLst>
          </p:cNvPr>
          <p:cNvSpPr>
            <a:spLocks noGrp="1"/>
          </p:cNvSpPr>
          <p:nvPr>
            <p:ph type="title"/>
          </p:nvPr>
        </p:nvSpPr>
        <p:spPr/>
        <p:txBody>
          <a:bodyPr/>
          <a:lstStyle/>
          <a:p>
            <a:r>
              <a:rPr lang="ro-RO" noProof="0" dirty="0">
                <a:solidFill>
                  <a:srgbClr val="DF5327"/>
                </a:solidFill>
              </a:rPr>
              <a:t>Implicațiile etice ale dezastrului de la Cernobîl</a:t>
            </a:r>
          </a:p>
        </p:txBody>
      </p:sp>
      <p:sp>
        <p:nvSpPr>
          <p:cNvPr id="6" name="TextBox 5">
            <a:extLst>
              <a:ext uri="{FF2B5EF4-FFF2-40B4-BE49-F238E27FC236}">
                <a16:creationId xmlns:a16="http://schemas.microsoft.com/office/drawing/2014/main" id="{B2F71737-8B0A-94BA-8EEA-3AAEA7355163}"/>
              </a:ext>
            </a:extLst>
          </p:cNvPr>
          <p:cNvSpPr txBox="1"/>
          <p:nvPr/>
        </p:nvSpPr>
        <p:spPr>
          <a:xfrm>
            <a:off x="1238865" y="2349910"/>
            <a:ext cx="6469625" cy="461665"/>
          </a:xfrm>
          <a:prstGeom prst="rect">
            <a:avLst/>
          </a:prstGeom>
          <a:noFill/>
        </p:spPr>
        <p:txBody>
          <a:bodyPr wrap="square" rtlCol="0">
            <a:spAutoFit/>
          </a:bodyPr>
          <a:lstStyle/>
          <a:p>
            <a:r>
              <a:rPr lang="ro-RO" sz="2400" noProof="0" dirty="0">
                <a:solidFill>
                  <a:srgbClr val="DF5327"/>
                </a:solidFill>
              </a:rPr>
              <a:t>Răspunderea morală a autorităților</a:t>
            </a:r>
          </a:p>
        </p:txBody>
      </p:sp>
      <p:graphicFrame>
        <p:nvGraphicFramePr>
          <p:cNvPr id="8" name="TextBox 2">
            <a:extLst>
              <a:ext uri="{FF2B5EF4-FFF2-40B4-BE49-F238E27FC236}">
                <a16:creationId xmlns:a16="http://schemas.microsoft.com/office/drawing/2014/main" id="{5BE71F9A-3054-8715-4041-F41E3E95DE37}"/>
              </a:ext>
            </a:extLst>
          </p:cNvPr>
          <p:cNvGraphicFramePr/>
          <p:nvPr>
            <p:extLst>
              <p:ext uri="{D42A27DB-BD31-4B8C-83A1-F6EECF244321}">
                <p14:modId xmlns:p14="http://schemas.microsoft.com/office/powerpoint/2010/main" val="163326148"/>
              </p:ext>
            </p:extLst>
          </p:nvPr>
        </p:nvGraphicFramePr>
        <p:xfrm>
          <a:off x="1142999" y="2906485"/>
          <a:ext cx="9875520" cy="1842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38042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C86A-C27D-3C50-95E5-16A0D7B57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20EF8-9F8F-1FBF-70AE-12836CD52385}"/>
              </a:ext>
            </a:extLst>
          </p:cNvPr>
          <p:cNvSpPr>
            <a:spLocks noGrp="1"/>
          </p:cNvSpPr>
          <p:nvPr>
            <p:ph type="title"/>
          </p:nvPr>
        </p:nvSpPr>
        <p:spPr/>
        <p:txBody>
          <a:bodyPr/>
          <a:lstStyle/>
          <a:p>
            <a:r>
              <a:rPr lang="ro-RO" noProof="0" dirty="0">
                <a:solidFill>
                  <a:srgbClr val="DF5327"/>
                </a:solidFill>
              </a:rPr>
              <a:t>Implicațiile etice ale dezastrului de la Cernobîl</a:t>
            </a:r>
          </a:p>
        </p:txBody>
      </p:sp>
      <p:sp>
        <p:nvSpPr>
          <p:cNvPr id="6" name="TextBox 5">
            <a:extLst>
              <a:ext uri="{FF2B5EF4-FFF2-40B4-BE49-F238E27FC236}">
                <a16:creationId xmlns:a16="http://schemas.microsoft.com/office/drawing/2014/main" id="{D16C9FCC-E23F-43E4-8636-9FCFD92323A7}"/>
              </a:ext>
            </a:extLst>
          </p:cNvPr>
          <p:cNvSpPr txBox="1"/>
          <p:nvPr/>
        </p:nvSpPr>
        <p:spPr>
          <a:xfrm>
            <a:off x="1143000" y="2288613"/>
            <a:ext cx="6469625" cy="461665"/>
          </a:xfrm>
          <a:prstGeom prst="rect">
            <a:avLst/>
          </a:prstGeom>
          <a:noFill/>
        </p:spPr>
        <p:txBody>
          <a:bodyPr wrap="square" rtlCol="0">
            <a:spAutoFit/>
          </a:bodyPr>
          <a:lstStyle/>
          <a:p>
            <a:r>
              <a:rPr lang="ro-RO" sz="2400" noProof="0" dirty="0">
                <a:solidFill>
                  <a:srgbClr val="DF5327"/>
                </a:solidFill>
              </a:rPr>
              <a:t>Consecințe sociale și politice</a:t>
            </a:r>
          </a:p>
        </p:txBody>
      </p:sp>
      <p:graphicFrame>
        <p:nvGraphicFramePr>
          <p:cNvPr id="8" name="TextBox 2">
            <a:extLst>
              <a:ext uri="{FF2B5EF4-FFF2-40B4-BE49-F238E27FC236}">
                <a16:creationId xmlns:a16="http://schemas.microsoft.com/office/drawing/2014/main" id="{49801C6F-F97D-137B-37FD-20CF92B12ED9}"/>
              </a:ext>
            </a:extLst>
          </p:cNvPr>
          <p:cNvGraphicFramePr/>
          <p:nvPr>
            <p:extLst>
              <p:ext uri="{D42A27DB-BD31-4B8C-83A1-F6EECF244321}">
                <p14:modId xmlns:p14="http://schemas.microsoft.com/office/powerpoint/2010/main" val="1866854714"/>
              </p:ext>
            </p:extLst>
          </p:nvPr>
        </p:nvGraphicFramePr>
        <p:xfrm>
          <a:off x="1143001" y="2864322"/>
          <a:ext cx="6469625" cy="17543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8" name="Picture 4" descr="Dissolution of the Soviet Union - Wikipedia">
            <a:extLst>
              <a:ext uri="{FF2B5EF4-FFF2-40B4-BE49-F238E27FC236}">
                <a16:creationId xmlns:a16="http://schemas.microsoft.com/office/drawing/2014/main" id="{9ED491F2-924E-6004-B6F0-0D5BB3A007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54580" y="2519446"/>
            <a:ext cx="3778660" cy="2926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7761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413AA-FB3E-B78B-CF3F-9AFDAE4B54F9}"/>
              </a:ext>
            </a:extLst>
          </p:cNvPr>
          <p:cNvSpPr>
            <a:spLocks noGrp="1"/>
          </p:cNvSpPr>
          <p:nvPr>
            <p:ph type="title"/>
          </p:nvPr>
        </p:nvSpPr>
        <p:spPr/>
        <p:txBody>
          <a:bodyPr/>
          <a:lstStyle/>
          <a:p>
            <a:pPr algn="just"/>
            <a:r>
              <a:rPr lang="ro-RO" noProof="0" dirty="0"/>
              <a:t>Dacă social media ar fi existat în 1986</a:t>
            </a:r>
          </a:p>
        </p:txBody>
      </p:sp>
      <p:sp>
        <p:nvSpPr>
          <p:cNvPr id="4" name="TextBox 3">
            <a:extLst>
              <a:ext uri="{FF2B5EF4-FFF2-40B4-BE49-F238E27FC236}">
                <a16:creationId xmlns:a16="http://schemas.microsoft.com/office/drawing/2014/main" id="{A61A7841-EADE-2ED1-2C4D-F9C375CADC9A}"/>
              </a:ext>
            </a:extLst>
          </p:cNvPr>
          <p:cNvSpPr txBox="1"/>
          <p:nvPr/>
        </p:nvSpPr>
        <p:spPr>
          <a:xfrm>
            <a:off x="1042219" y="1910949"/>
            <a:ext cx="9976300" cy="1200329"/>
          </a:xfrm>
          <a:prstGeom prst="rect">
            <a:avLst/>
          </a:prstGeom>
          <a:noFill/>
        </p:spPr>
        <p:txBody>
          <a:bodyPr wrap="square" rtlCol="0">
            <a:spAutoFit/>
          </a:bodyPr>
          <a:lstStyle/>
          <a:p>
            <a:pPr algn="just"/>
            <a:r>
              <a:rPr lang="ro-RO" noProof="0" dirty="0"/>
              <a:t>În prezent, până și cea mai minoră tamponare în trafic ajunge subiect de discuție pe aplicațiile de socializare.</a:t>
            </a:r>
          </a:p>
          <a:p>
            <a:pPr algn="just"/>
            <a:r>
              <a:rPr lang="ro-RO" noProof="0" dirty="0"/>
              <a:t>Astfel, nu putem decât să ne imaginăm ce s-ar fi întâmplat dacă aplicațiile de social media ar fi existat acum 40 de ani.</a:t>
            </a:r>
          </a:p>
        </p:txBody>
      </p:sp>
      <p:sp>
        <p:nvSpPr>
          <p:cNvPr id="6" name="TextBox 5">
            <a:extLst>
              <a:ext uri="{FF2B5EF4-FFF2-40B4-BE49-F238E27FC236}">
                <a16:creationId xmlns:a16="http://schemas.microsoft.com/office/drawing/2014/main" id="{41507D42-1924-E0D9-A3C6-EDB83D88D21F}"/>
              </a:ext>
            </a:extLst>
          </p:cNvPr>
          <p:cNvSpPr txBox="1"/>
          <p:nvPr/>
        </p:nvSpPr>
        <p:spPr>
          <a:xfrm>
            <a:off x="1042220" y="3414713"/>
            <a:ext cx="2233304" cy="461665"/>
          </a:xfrm>
          <a:prstGeom prst="rect">
            <a:avLst/>
          </a:prstGeom>
          <a:noFill/>
        </p:spPr>
        <p:txBody>
          <a:bodyPr wrap="none" rtlCol="0">
            <a:spAutoFit/>
          </a:bodyPr>
          <a:lstStyle/>
          <a:p>
            <a:pPr algn="just"/>
            <a:r>
              <a:rPr lang="ro-RO" sz="2400" noProof="0" dirty="0">
                <a:solidFill>
                  <a:srgbClr val="DF5327"/>
                </a:solidFill>
              </a:rPr>
              <a:t>Explozia inițială </a:t>
            </a:r>
          </a:p>
        </p:txBody>
      </p:sp>
      <p:graphicFrame>
        <p:nvGraphicFramePr>
          <p:cNvPr id="9" name="TextBox 6">
            <a:extLst>
              <a:ext uri="{FF2B5EF4-FFF2-40B4-BE49-F238E27FC236}">
                <a16:creationId xmlns:a16="http://schemas.microsoft.com/office/drawing/2014/main" id="{57F44BAB-F051-EF3E-81C8-B36242F43E77}"/>
              </a:ext>
            </a:extLst>
          </p:cNvPr>
          <p:cNvGraphicFramePr/>
          <p:nvPr>
            <p:extLst>
              <p:ext uri="{D42A27DB-BD31-4B8C-83A1-F6EECF244321}">
                <p14:modId xmlns:p14="http://schemas.microsoft.com/office/powerpoint/2010/main" val="1409935012"/>
              </p:ext>
            </p:extLst>
          </p:nvPr>
        </p:nvGraphicFramePr>
        <p:xfrm>
          <a:off x="1042219" y="3876378"/>
          <a:ext cx="9976301" cy="203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9785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6D0E1-863A-CD87-F4DD-7094EB27DA25}"/>
              </a:ext>
            </a:extLst>
          </p:cNvPr>
          <p:cNvSpPr>
            <a:spLocks noGrp="1"/>
          </p:cNvSpPr>
          <p:nvPr>
            <p:ph type="title"/>
          </p:nvPr>
        </p:nvSpPr>
        <p:spPr/>
        <p:txBody>
          <a:bodyPr/>
          <a:lstStyle/>
          <a:p>
            <a:r>
              <a:rPr lang="ro-RO" noProof="0" dirty="0"/>
              <a:t>Dacă social media ar fi existat în 1986</a:t>
            </a:r>
          </a:p>
        </p:txBody>
      </p:sp>
      <p:sp>
        <p:nvSpPr>
          <p:cNvPr id="3" name="TextBox 2">
            <a:extLst>
              <a:ext uri="{FF2B5EF4-FFF2-40B4-BE49-F238E27FC236}">
                <a16:creationId xmlns:a16="http://schemas.microsoft.com/office/drawing/2014/main" id="{EDFADC2C-DBD1-F70F-E5E0-56514BAFBB2E}"/>
              </a:ext>
            </a:extLst>
          </p:cNvPr>
          <p:cNvSpPr txBox="1"/>
          <p:nvPr/>
        </p:nvSpPr>
        <p:spPr>
          <a:xfrm>
            <a:off x="1173480" y="1861246"/>
            <a:ext cx="8052619" cy="461665"/>
          </a:xfrm>
          <a:prstGeom prst="rect">
            <a:avLst/>
          </a:prstGeom>
          <a:noFill/>
        </p:spPr>
        <p:txBody>
          <a:bodyPr wrap="square" rtlCol="0">
            <a:spAutoFit/>
          </a:bodyPr>
          <a:lstStyle/>
          <a:p>
            <a:r>
              <a:rPr lang="ro-RO" sz="2400" noProof="0" dirty="0">
                <a:solidFill>
                  <a:srgbClr val="DF5327"/>
                </a:solidFill>
              </a:rPr>
              <a:t>Dialog intre populație si autorități</a:t>
            </a:r>
          </a:p>
        </p:txBody>
      </p:sp>
      <p:graphicFrame>
        <p:nvGraphicFramePr>
          <p:cNvPr id="7" name="TextBox 2">
            <a:extLst>
              <a:ext uri="{FF2B5EF4-FFF2-40B4-BE49-F238E27FC236}">
                <a16:creationId xmlns:a16="http://schemas.microsoft.com/office/drawing/2014/main" id="{5F176F2B-D922-8338-66CE-D898B8354E48}"/>
              </a:ext>
            </a:extLst>
          </p:cNvPr>
          <p:cNvGraphicFramePr/>
          <p:nvPr>
            <p:extLst>
              <p:ext uri="{D42A27DB-BD31-4B8C-83A1-F6EECF244321}">
                <p14:modId xmlns:p14="http://schemas.microsoft.com/office/powerpoint/2010/main" val="363951783"/>
              </p:ext>
            </p:extLst>
          </p:nvPr>
        </p:nvGraphicFramePr>
        <p:xfrm>
          <a:off x="1173480" y="2280251"/>
          <a:ext cx="10087897" cy="23611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E1A66E31-1018-8CD3-6C38-F511629553AA}"/>
              </a:ext>
            </a:extLst>
          </p:cNvPr>
          <p:cNvSpPr txBox="1"/>
          <p:nvPr/>
        </p:nvSpPr>
        <p:spPr>
          <a:xfrm>
            <a:off x="1173480" y="4724814"/>
            <a:ext cx="3136490" cy="461665"/>
          </a:xfrm>
          <a:prstGeom prst="rect">
            <a:avLst/>
          </a:prstGeom>
          <a:noFill/>
        </p:spPr>
        <p:txBody>
          <a:bodyPr wrap="square" rtlCol="0">
            <a:spAutoFit/>
          </a:bodyPr>
          <a:lstStyle/>
          <a:p>
            <a:r>
              <a:rPr lang="ro-RO" sz="2400" noProof="0" dirty="0">
                <a:solidFill>
                  <a:srgbClr val="DF5327"/>
                </a:solidFill>
              </a:rPr>
              <a:t>Post eveniment</a:t>
            </a:r>
          </a:p>
        </p:txBody>
      </p:sp>
      <p:sp>
        <p:nvSpPr>
          <p:cNvPr id="6" name="TextBox 5">
            <a:extLst>
              <a:ext uri="{FF2B5EF4-FFF2-40B4-BE49-F238E27FC236}">
                <a16:creationId xmlns:a16="http://schemas.microsoft.com/office/drawing/2014/main" id="{6FF230D8-900D-FD55-FA71-3FC32A321DB3}"/>
              </a:ext>
            </a:extLst>
          </p:cNvPr>
          <p:cNvSpPr txBox="1"/>
          <p:nvPr/>
        </p:nvSpPr>
        <p:spPr>
          <a:xfrm>
            <a:off x="1173480" y="5186479"/>
            <a:ext cx="9845040" cy="1200329"/>
          </a:xfrm>
          <a:prstGeom prst="rect">
            <a:avLst/>
          </a:prstGeom>
          <a:noFill/>
        </p:spPr>
        <p:txBody>
          <a:bodyPr wrap="square" rtlCol="0">
            <a:spAutoFit/>
          </a:bodyPr>
          <a:lstStyle/>
          <a:p>
            <a:r>
              <a:rPr lang="ro-RO" noProof="0" dirty="0"/>
              <a:t>După consumarea evenimentului ne-am fi putut aștepta la apariția unor zvonuri/teorii.</a:t>
            </a:r>
          </a:p>
          <a:p>
            <a:pPr marL="285750" indent="-285750">
              <a:buFont typeface="Arial" panose="020B0604020202020204" pitchFamily="34" charset="0"/>
              <a:buChar char="•"/>
            </a:pPr>
            <a:r>
              <a:rPr lang="ro-RO" noProof="0" dirty="0"/>
              <a:t>Un act de sabotaj din partea occidentului</a:t>
            </a:r>
          </a:p>
          <a:p>
            <a:pPr marL="285750" indent="-285750">
              <a:buFont typeface="Arial" panose="020B0604020202020204" pitchFamily="34" charset="0"/>
              <a:buChar char="•"/>
            </a:pPr>
            <a:r>
              <a:rPr lang="ro-RO" noProof="0" dirty="0"/>
              <a:t>Experimente ale statului asupra populației</a:t>
            </a:r>
          </a:p>
          <a:p>
            <a:pPr marL="285750" indent="-285750">
              <a:buFont typeface="Arial" panose="020B0604020202020204" pitchFamily="34" charset="0"/>
              <a:buChar char="•"/>
            </a:pPr>
            <a:r>
              <a:rPr lang="ro-RO" noProof="0" dirty="0"/>
              <a:t>Înscenarea unor fapte pentru schimbări politice</a:t>
            </a:r>
          </a:p>
        </p:txBody>
      </p:sp>
    </p:spTree>
    <p:extLst>
      <p:ext uri="{BB962C8B-B14F-4D97-AF65-F5344CB8AC3E}">
        <p14:creationId xmlns:p14="http://schemas.microsoft.com/office/powerpoint/2010/main" val="17041002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733AC-F229-C7EF-57E4-02A9FFA72240}"/>
              </a:ext>
            </a:extLst>
          </p:cNvPr>
          <p:cNvSpPr>
            <a:spLocks noGrp="1"/>
          </p:cNvSpPr>
          <p:nvPr>
            <p:ph type="title"/>
          </p:nvPr>
        </p:nvSpPr>
        <p:spPr/>
        <p:txBody>
          <a:bodyPr/>
          <a:lstStyle/>
          <a:p>
            <a:r>
              <a:rPr lang="ro-RO" noProof="0" dirty="0"/>
              <a:t>Paralelă cu gestionarea crizelor moderne</a:t>
            </a:r>
          </a:p>
        </p:txBody>
      </p:sp>
      <p:sp>
        <p:nvSpPr>
          <p:cNvPr id="3" name="Content Placeholder 2">
            <a:extLst>
              <a:ext uri="{FF2B5EF4-FFF2-40B4-BE49-F238E27FC236}">
                <a16:creationId xmlns:a16="http://schemas.microsoft.com/office/drawing/2014/main" id="{8C8B208E-5691-5241-5D05-BECA0DB327CC}"/>
              </a:ext>
            </a:extLst>
          </p:cNvPr>
          <p:cNvSpPr>
            <a:spLocks noGrp="1"/>
          </p:cNvSpPr>
          <p:nvPr>
            <p:ph sz="half" idx="1"/>
          </p:nvPr>
        </p:nvSpPr>
        <p:spPr/>
        <p:txBody>
          <a:bodyPr>
            <a:normAutofit/>
          </a:bodyPr>
          <a:lstStyle/>
          <a:p>
            <a:pPr marL="45720" indent="0" algn="ctr">
              <a:buNone/>
            </a:pPr>
            <a:r>
              <a:rPr lang="ro-RO" sz="2800" noProof="0" dirty="0"/>
              <a:t>Cernobîl 1986</a:t>
            </a:r>
          </a:p>
          <a:p>
            <a:pPr algn="just"/>
            <a:r>
              <a:rPr lang="ro-RO" noProof="0" dirty="0">
                <a:solidFill>
                  <a:schemeClr val="tx1"/>
                </a:solidFill>
              </a:rPr>
              <a:t>A primat </a:t>
            </a:r>
            <a:r>
              <a:rPr lang="ro-RO" noProof="0">
                <a:solidFill>
                  <a:schemeClr val="tx1"/>
                </a:solidFill>
              </a:rPr>
              <a:t>imaginea politică =&gt; </a:t>
            </a:r>
            <a:r>
              <a:rPr lang="ro-RO" b="1" noProof="0">
                <a:solidFill>
                  <a:schemeClr val="tx1"/>
                </a:solidFill>
              </a:rPr>
              <a:t>dezinformări la nivelul conducerii</a:t>
            </a:r>
          </a:p>
          <a:p>
            <a:pPr algn="just"/>
            <a:r>
              <a:rPr lang="ro-RO" noProof="0">
                <a:solidFill>
                  <a:schemeClr val="tx1"/>
                </a:solidFill>
              </a:rPr>
              <a:t>Populația </a:t>
            </a:r>
            <a:r>
              <a:rPr lang="ro-RO" noProof="0" dirty="0">
                <a:solidFill>
                  <a:schemeClr val="tx1"/>
                </a:solidFill>
              </a:rPr>
              <a:t>era în lipsă de informații, nu primeau răspunsuri de specialitate</a:t>
            </a:r>
          </a:p>
          <a:p>
            <a:pPr algn="just"/>
            <a:r>
              <a:rPr lang="ro-RO" noProof="0" dirty="0">
                <a:solidFill>
                  <a:schemeClr val="tx1"/>
                </a:solidFill>
              </a:rPr>
              <a:t>Populația a rămas indignată în urma măsurilor întârziate și dezastroase ale statului din cauza </a:t>
            </a:r>
            <a:r>
              <a:rPr lang="ro-RO" b="1" noProof="0" dirty="0">
                <a:solidFill>
                  <a:schemeClr val="tx1"/>
                </a:solidFill>
              </a:rPr>
              <a:t>dezinformării la nivelul agențiilor</a:t>
            </a:r>
          </a:p>
          <a:p>
            <a:endParaRPr lang="ro-RO" noProof="0" dirty="0"/>
          </a:p>
        </p:txBody>
      </p:sp>
      <p:sp>
        <p:nvSpPr>
          <p:cNvPr id="4" name="Content Placeholder 3">
            <a:extLst>
              <a:ext uri="{FF2B5EF4-FFF2-40B4-BE49-F238E27FC236}">
                <a16:creationId xmlns:a16="http://schemas.microsoft.com/office/drawing/2014/main" id="{1E081040-F886-C746-DC6F-99EF62CB8CCE}"/>
              </a:ext>
            </a:extLst>
          </p:cNvPr>
          <p:cNvSpPr>
            <a:spLocks noGrp="1"/>
          </p:cNvSpPr>
          <p:nvPr>
            <p:ph sz="half" idx="2"/>
          </p:nvPr>
        </p:nvSpPr>
        <p:spPr/>
        <p:txBody>
          <a:bodyPr>
            <a:normAutofit/>
          </a:bodyPr>
          <a:lstStyle/>
          <a:p>
            <a:pPr marL="45720" indent="0" algn="ctr">
              <a:buNone/>
            </a:pPr>
            <a:r>
              <a:rPr lang="ro-RO" sz="2800" noProof="0" dirty="0"/>
              <a:t>COVID 2020</a:t>
            </a:r>
          </a:p>
          <a:p>
            <a:pPr algn="just"/>
            <a:r>
              <a:rPr lang="ro-RO" noProof="0" dirty="0">
                <a:solidFill>
                  <a:schemeClr val="tx1"/>
                </a:solidFill>
              </a:rPr>
              <a:t>Guvernele au acceptat impactul negativ al politicilor de prevenție =&gt; </a:t>
            </a:r>
            <a:r>
              <a:rPr lang="ro-RO" b="1" noProof="0" dirty="0">
                <a:solidFill>
                  <a:schemeClr val="tx1"/>
                </a:solidFill>
              </a:rPr>
              <a:t>transparență totală</a:t>
            </a:r>
          </a:p>
          <a:p>
            <a:pPr algn="just"/>
            <a:r>
              <a:rPr lang="ro-RO" noProof="0" dirty="0">
                <a:solidFill>
                  <a:schemeClr val="tx1"/>
                </a:solidFill>
              </a:rPr>
              <a:t>Informația științifică a fost expusă publicului</a:t>
            </a:r>
          </a:p>
          <a:p>
            <a:pPr algn="just"/>
            <a:r>
              <a:rPr lang="ro-RO" noProof="0" dirty="0">
                <a:solidFill>
                  <a:schemeClr val="tx1"/>
                </a:solidFill>
              </a:rPr>
              <a:t>Populația a pus la îndoială existența crizei din cauza </a:t>
            </a:r>
            <a:r>
              <a:rPr lang="ro-RO" b="1" noProof="0" dirty="0">
                <a:solidFill>
                  <a:schemeClr val="tx1"/>
                </a:solidFill>
              </a:rPr>
              <a:t>dezinformărilor online</a:t>
            </a:r>
          </a:p>
          <a:p>
            <a:endParaRPr lang="ro-RO" noProof="0" dirty="0"/>
          </a:p>
        </p:txBody>
      </p:sp>
    </p:spTree>
    <p:extLst>
      <p:ext uri="{BB962C8B-B14F-4D97-AF65-F5344CB8AC3E}">
        <p14:creationId xmlns:p14="http://schemas.microsoft.com/office/powerpoint/2010/main" val="32077814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50F989D-43B9-409C-AB67-55F360424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22B01DE1-D054-2676-EFCE-FCBDBFDD1DB8}"/>
              </a:ext>
            </a:extLst>
          </p:cNvPr>
          <p:cNvSpPr>
            <a:spLocks noGrp="1"/>
          </p:cNvSpPr>
          <p:nvPr>
            <p:ph type="title"/>
          </p:nvPr>
        </p:nvSpPr>
        <p:spPr>
          <a:xfrm>
            <a:off x="398864" y="462857"/>
            <a:ext cx="4744391" cy="1443269"/>
          </a:xfrm>
        </p:spPr>
        <p:txBody>
          <a:bodyPr vert="horz" lIns="91440" tIns="45720" rIns="91440" bIns="45720" rtlCol="0" anchor="ctr">
            <a:normAutofit/>
          </a:bodyPr>
          <a:lstStyle/>
          <a:p>
            <a:r>
              <a:rPr lang="en-US" sz="4000" noProof="0" dirty="0"/>
              <a:t>Pandemia COVID-19:</a:t>
            </a:r>
          </a:p>
        </p:txBody>
      </p:sp>
      <p:sp>
        <p:nvSpPr>
          <p:cNvPr id="3" name="Rectangle 2">
            <a:extLst>
              <a:ext uri="{FF2B5EF4-FFF2-40B4-BE49-F238E27FC236}">
                <a16:creationId xmlns:a16="http://schemas.microsoft.com/office/drawing/2014/main" id="{0EF8DB2D-297C-EE33-D701-C404C5E7EBD2}"/>
              </a:ext>
            </a:extLst>
          </p:cNvPr>
          <p:cNvSpPr/>
          <p:nvPr/>
        </p:nvSpPr>
        <p:spPr>
          <a:xfrm>
            <a:off x="5200473" y="1758786"/>
            <a:ext cx="6414018" cy="4712618"/>
          </a:xfrm>
          <a:prstGeom prst="rect">
            <a:avLst/>
          </a:prstGeom>
          <a:solidFill>
            <a:srgbClr val="3494B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5650194B-7C2D-5922-2FF5-415D459D297E}"/>
              </a:ext>
            </a:extLst>
          </p:cNvPr>
          <p:cNvGrpSpPr/>
          <p:nvPr/>
        </p:nvGrpSpPr>
        <p:grpSpPr>
          <a:xfrm rot="21009905">
            <a:off x="7129898" y="-186941"/>
            <a:ext cx="4487019" cy="2363054"/>
            <a:chOff x="5470289" y="-60258"/>
            <a:chExt cx="4487019" cy="2363054"/>
          </a:xfrm>
        </p:grpSpPr>
        <p:sp>
          <p:nvSpPr>
            <p:cNvPr id="8" name="Freeform: Shape 7">
              <a:extLst>
                <a:ext uri="{FF2B5EF4-FFF2-40B4-BE49-F238E27FC236}">
                  <a16:creationId xmlns:a16="http://schemas.microsoft.com/office/drawing/2014/main" id="{8E0E1EC5-E6B0-9BA6-6145-FE9C594796B7}"/>
                </a:ext>
              </a:extLst>
            </p:cNvPr>
            <p:cNvSpPr/>
            <p:nvPr/>
          </p:nvSpPr>
          <p:spPr>
            <a:xfrm rot="1015521">
              <a:off x="5470289" y="-60258"/>
              <a:ext cx="4487019" cy="2363054"/>
            </a:xfrm>
            <a:custGeom>
              <a:avLst/>
              <a:gdLst>
                <a:gd name="connsiteX0" fmla="*/ 654663 w 4958557"/>
                <a:gd name="connsiteY0" fmla="*/ 2401711 h 2611386"/>
                <a:gd name="connsiteX1" fmla="*/ 648901 w 4958557"/>
                <a:gd name="connsiteY1" fmla="*/ 2405168 h 2611386"/>
                <a:gd name="connsiteX2" fmla="*/ 652646 w 4958557"/>
                <a:gd name="connsiteY2" fmla="*/ 2404880 h 2611386"/>
                <a:gd name="connsiteX3" fmla="*/ 656968 w 4958557"/>
                <a:gd name="connsiteY3" fmla="*/ 2404592 h 2611386"/>
                <a:gd name="connsiteX4" fmla="*/ 654663 w 4958557"/>
                <a:gd name="connsiteY4" fmla="*/ 2401711 h 2611386"/>
                <a:gd name="connsiteX5" fmla="*/ 1578144 w 4958557"/>
                <a:gd name="connsiteY5" fmla="*/ 2184167 h 2611386"/>
                <a:gd name="connsiteX6" fmla="*/ 1568059 w 4958557"/>
                <a:gd name="connsiteY6" fmla="*/ 2190794 h 2611386"/>
                <a:gd name="connsiteX7" fmla="*/ 1572381 w 4958557"/>
                <a:gd name="connsiteY7" fmla="*/ 2191082 h 2611386"/>
                <a:gd name="connsiteX8" fmla="*/ 1572093 w 4958557"/>
                <a:gd name="connsiteY8" fmla="*/ 2189641 h 2611386"/>
                <a:gd name="connsiteX9" fmla="*/ 1572669 w 4958557"/>
                <a:gd name="connsiteY9" fmla="*/ 2189065 h 2611386"/>
                <a:gd name="connsiteX10" fmla="*/ 1578144 w 4958557"/>
                <a:gd name="connsiteY10" fmla="*/ 2184167 h 2611386"/>
                <a:gd name="connsiteX11" fmla="*/ 2645404 w 4958557"/>
                <a:gd name="connsiteY11" fmla="*/ 1885369 h 2611386"/>
                <a:gd name="connsiteX12" fmla="*/ 2648285 w 4958557"/>
                <a:gd name="connsiteY12" fmla="*/ 1888538 h 2611386"/>
                <a:gd name="connsiteX13" fmla="*/ 2646556 w 4958557"/>
                <a:gd name="connsiteY13" fmla="*/ 1891132 h 2611386"/>
                <a:gd name="connsiteX14" fmla="*/ 2643387 w 4958557"/>
                <a:gd name="connsiteY14" fmla="*/ 1888827 h 2611386"/>
                <a:gd name="connsiteX15" fmla="*/ 2645404 w 4958557"/>
                <a:gd name="connsiteY15" fmla="*/ 1885369 h 2611386"/>
                <a:gd name="connsiteX16" fmla="*/ 2687472 w 4958557"/>
                <a:gd name="connsiteY16" fmla="*/ 1871826 h 2611386"/>
                <a:gd name="connsiteX17" fmla="*/ 2689489 w 4958557"/>
                <a:gd name="connsiteY17" fmla="*/ 1873555 h 2611386"/>
                <a:gd name="connsiteX18" fmla="*/ 2685743 w 4958557"/>
                <a:gd name="connsiteY18" fmla="*/ 1877589 h 2611386"/>
                <a:gd name="connsiteX19" fmla="*/ 2683438 w 4958557"/>
                <a:gd name="connsiteY19" fmla="*/ 1875284 h 2611386"/>
                <a:gd name="connsiteX20" fmla="*/ 2687472 w 4958557"/>
                <a:gd name="connsiteY20" fmla="*/ 1871826 h 2611386"/>
                <a:gd name="connsiteX21" fmla="*/ 2733285 w 4958557"/>
                <a:gd name="connsiteY21" fmla="*/ 1860877 h 2611386"/>
                <a:gd name="connsiteX22" fmla="*/ 2724353 w 4958557"/>
                <a:gd name="connsiteY22" fmla="*/ 1865776 h 2611386"/>
                <a:gd name="connsiteX23" fmla="*/ 2724353 w 4958557"/>
                <a:gd name="connsiteY23" fmla="*/ 1863759 h 2611386"/>
                <a:gd name="connsiteX24" fmla="*/ 2733285 w 4958557"/>
                <a:gd name="connsiteY24" fmla="*/ 1860877 h 2611386"/>
                <a:gd name="connsiteX25" fmla="*/ 296220 w 4958557"/>
                <a:gd name="connsiteY25" fmla="*/ 1811605 h 2611386"/>
                <a:gd name="connsiteX26" fmla="*/ 280084 w 4958557"/>
                <a:gd name="connsiteY26" fmla="*/ 1819673 h 2611386"/>
                <a:gd name="connsiteX27" fmla="*/ 296220 w 4958557"/>
                <a:gd name="connsiteY27" fmla="*/ 1811605 h 2611386"/>
                <a:gd name="connsiteX28" fmla="*/ 2848540 w 4958557"/>
                <a:gd name="connsiteY28" fmla="*/ 1800656 h 2611386"/>
                <a:gd name="connsiteX29" fmla="*/ 2848252 w 4958557"/>
                <a:gd name="connsiteY29" fmla="*/ 1808724 h 2611386"/>
                <a:gd name="connsiteX30" fmla="*/ 2843066 w 4958557"/>
                <a:gd name="connsiteY30" fmla="*/ 1808724 h 2611386"/>
                <a:gd name="connsiteX31" fmla="*/ 2839896 w 4958557"/>
                <a:gd name="connsiteY31" fmla="*/ 1802385 h 2611386"/>
                <a:gd name="connsiteX32" fmla="*/ 2848540 w 4958557"/>
                <a:gd name="connsiteY32" fmla="*/ 1800656 h 2611386"/>
                <a:gd name="connsiteX33" fmla="*/ 330220 w 4958557"/>
                <a:gd name="connsiteY33" fmla="*/ 1800368 h 2611386"/>
                <a:gd name="connsiteX34" fmla="*/ 332526 w 4958557"/>
                <a:gd name="connsiteY34" fmla="*/ 1802961 h 2611386"/>
                <a:gd name="connsiteX35" fmla="*/ 328204 w 4958557"/>
                <a:gd name="connsiteY35" fmla="*/ 1804690 h 2611386"/>
                <a:gd name="connsiteX36" fmla="*/ 326763 w 4958557"/>
                <a:gd name="connsiteY36" fmla="*/ 1802673 h 2611386"/>
                <a:gd name="connsiteX37" fmla="*/ 330220 w 4958557"/>
                <a:gd name="connsiteY37" fmla="*/ 1800368 h 2611386"/>
                <a:gd name="connsiteX38" fmla="*/ 394223 w 4958557"/>
                <a:gd name="connsiteY38" fmla="*/ 1784305 h 2611386"/>
                <a:gd name="connsiteX39" fmla="*/ 399662 w 4958557"/>
                <a:gd name="connsiteY39" fmla="*/ 1785385 h 2611386"/>
                <a:gd name="connsiteX40" fmla="*/ 389865 w 4958557"/>
                <a:gd name="connsiteY40" fmla="*/ 1789131 h 2611386"/>
                <a:gd name="connsiteX41" fmla="*/ 389865 w 4958557"/>
                <a:gd name="connsiteY41" fmla="*/ 1786250 h 2611386"/>
                <a:gd name="connsiteX42" fmla="*/ 394223 w 4958557"/>
                <a:gd name="connsiteY42" fmla="*/ 1784305 h 2611386"/>
                <a:gd name="connsiteX43" fmla="*/ 2920287 w 4958557"/>
                <a:gd name="connsiteY43" fmla="*/ 1779910 h 2611386"/>
                <a:gd name="connsiteX44" fmla="*/ 2922880 w 4958557"/>
                <a:gd name="connsiteY44" fmla="*/ 1781062 h 2611386"/>
                <a:gd name="connsiteX45" fmla="*/ 2919999 w 4958557"/>
                <a:gd name="connsiteY45" fmla="*/ 1784232 h 2611386"/>
                <a:gd name="connsiteX46" fmla="*/ 2917406 w 4958557"/>
                <a:gd name="connsiteY46" fmla="*/ 1783079 h 2611386"/>
                <a:gd name="connsiteX47" fmla="*/ 2920287 w 4958557"/>
                <a:gd name="connsiteY47" fmla="*/ 1779910 h 2611386"/>
                <a:gd name="connsiteX48" fmla="*/ 492441 w 4958557"/>
                <a:gd name="connsiteY48" fmla="*/ 1760893 h 2611386"/>
                <a:gd name="connsiteX49" fmla="*/ 480916 w 4958557"/>
                <a:gd name="connsiteY49" fmla="*/ 1763198 h 2611386"/>
                <a:gd name="connsiteX50" fmla="*/ 492441 w 4958557"/>
                <a:gd name="connsiteY50" fmla="*/ 1760893 h 2611386"/>
                <a:gd name="connsiteX51" fmla="*/ 2904151 w 4958557"/>
                <a:gd name="connsiteY51" fmla="*/ 1758012 h 2611386"/>
                <a:gd name="connsiteX52" fmla="*/ 2895795 w 4958557"/>
                <a:gd name="connsiteY52" fmla="*/ 1764639 h 2611386"/>
                <a:gd name="connsiteX53" fmla="*/ 2894066 w 4958557"/>
                <a:gd name="connsiteY53" fmla="*/ 1760894 h 2611386"/>
                <a:gd name="connsiteX54" fmla="*/ 2904151 w 4958557"/>
                <a:gd name="connsiteY54" fmla="*/ 1758012 h 2611386"/>
                <a:gd name="connsiteX55" fmla="*/ 2883694 w 4958557"/>
                <a:gd name="connsiteY55" fmla="*/ 1757436 h 2611386"/>
                <a:gd name="connsiteX56" fmla="*/ 2861507 w 4958557"/>
                <a:gd name="connsiteY56" fmla="*/ 1766656 h 2611386"/>
                <a:gd name="connsiteX57" fmla="*/ 2883694 w 4958557"/>
                <a:gd name="connsiteY57" fmla="*/ 1757436 h 2611386"/>
                <a:gd name="connsiteX58" fmla="*/ 3096771 w 4958557"/>
                <a:gd name="connsiteY58" fmla="*/ 1727974 h 2611386"/>
                <a:gd name="connsiteX59" fmla="*/ 3102678 w 4958557"/>
                <a:gd name="connsiteY59" fmla="*/ 1730063 h 2611386"/>
                <a:gd name="connsiteX60" fmla="*/ 3117372 w 4958557"/>
                <a:gd name="connsiteY60" fmla="*/ 1729487 h 2611386"/>
                <a:gd name="connsiteX61" fmla="*/ 3102101 w 4958557"/>
                <a:gd name="connsiteY61" fmla="*/ 1732368 h 2611386"/>
                <a:gd name="connsiteX62" fmla="*/ 3090864 w 4958557"/>
                <a:gd name="connsiteY62" fmla="*/ 1730639 h 2611386"/>
                <a:gd name="connsiteX63" fmla="*/ 3096771 w 4958557"/>
                <a:gd name="connsiteY63" fmla="*/ 1727974 h 2611386"/>
                <a:gd name="connsiteX64" fmla="*/ 2998660 w 4958557"/>
                <a:gd name="connsiteY64" fmla="*/ 1724588 h 2611386"/>
                <a:gd name="connsiteX65" fmla="*/ 2999813 w 4958557"/>
                <a:gd name="connsiteY65" fmla="*/ 1727757 h 2611386"/>
                <a:gd name="connsiteX66" fmla="*/ 2978203 w 4958557"/>
                <a:gd name="connsiteY66" fmla="*/ 1732368 h 2611386"/>
                <a:gd name="connsiteX67" fmla="*/ 2971575 w 4958557"/>
                <a:gd name="connsiteY67" fmla="*/ 1734961 h 2611386"/>
                <a:gd name="connsiteX68" fmla="*/ 2966389 w 4958557"/>
                <a:gd name="connsiteY68" fmla="*/ 1742453 h 2611386"/>
                <a:gd name="connsiteX69" fmla="*/ 2949389 w 4958557"/>
                <a:gd name="connsiteY69" fmla="*/ 1758876 h 2611386"/>
                <a:gd name="connsiteX70" fmla="*/ 2942185 w 4958557"/>
                <a:gd name="connsiteY70" fmla="*/ 1763487 h 2611386"/>
                <a:gd name="connsiteX71" fmla="*/ 2939016 w 4958557"/>
                <a:gd name="connsiteY71" fmla="*/ 1760317 h 2611386"/>
                <a:gd name="connsiteX72" fmla="*/ 2930372 w 4958557"/>
                <a:gd name="connsiteY72" fmla="*/ 1763198 h 2611386"/>
                <a:gd name="connsiteX73" fmla="*/ 2920575 w 4958557"/>
                <a:gd name="connsiteY73" fmla="*/ 1760893 h 2611386"/>
                <a:gd name="connsiteX74" fmla="*/ 2908185 w 4958557"/>
                <a:gd name="connsiteY74" fmla="*/ 1760893 h 2611386"/>
                <a:gd name="connsiteX75" fmla="*/ 2924033 w 4958557"/>
                <a:gd name="connsiteY75" fmla="*/ 1756283 h 2611386"/>
                <a:gd name="connsiteX76" fmla="*/ 2927778 w 4958557"/>
                <a:gd name="connsiteY76" fmla="*/ 1756283 h 2611386"/>
                <a:gd name="connsiteX77" fmla="*/ 2939592 w 4958557"/>
                <a:gd name="connsiteY77" fmla="*/ 1748791 h 2611386"/>
                <a:gd name="connsiteX78" fmla="*/ 2961490 w 4958557"/>
                <a:gd name="connsiteY78" fmla="*/ 1739283 h 2611386"/>
                <a:gd name="connsiteX79" fmla="*/ 2968694 w 4958557"/>
                <a:gd name="connsiteY79" fmla="*/ 1734385 h 2611386"/>
                <a:gd name="connsiteX80" fmla="*/ 2979067 w 4958557"/>
                <a:gd name="connsiteY80" fmla="*/ 1730639 h 2611386"/>
                <a:gd name="connsiteX81" fmla="*/ 2998660 w 4958557"/>
                <a:gd name="connsiteY81" fmla="*/ 1724588 h 2611386"/>
                <a:gd name="connsiteX82" fmla="*/ 3116220 w 4958557"/>
                <a:gd name="connsiteY82" fmla="*/ 1712774 h 2611386"/>
                <a:gd name="connsiteX83" fmla="*/ 3118237 w 4958557"/>
                <a:gd name="connsiteY83" fmla="*/ 1715944 h 2611386"/>
                <a:gd name="connsiteX84" fmla="*/ 3115356 w 4958557"/>
                <a:gd name="connsiteY84" fmla="*/ 1717961 h 2611386"/>
                <a:gd name="connsiteX85" fmla="*/ 3113050 w 4958557"/>
                <a:gd name="connsiteY85" fmla="*/ 1715944 h 2611386"/>
                <a:gd name="connsiteX86" fmla="*/ 3116220 w 4958557"/>
                <a:gd name="connsiteY86" fmla="*/ 1712774 h 2611386"/>
                <a:gd name="connsiteX87" fmla="*/ 3108728 w 4958557"/>
                <a:gd name="connsiteY87" fmla="*/ 1709893 h 2611386"/>
                <a:gd name="connsiteX88" fmla="*/ 3086830 w 4958557"/>
                <a:gd name="connsiteY88" fmla="*/ 1719113 h 2611386"/>
                <a:gd name="connsiteX89" fmla="*/ 3108728 w 4958557"/>
                <a:gd name="connsiteY89" fmla="*/ 1709893 h 2611386"/>
                <a:gd name="connsiteX90" fmla="*/ 3167221 w 4958557"/>
                <a:gd name="connsiteY90" fmla="*/ 1700096 h 2611386"/>
                <a:gd name="connsiteX91" fmla="*/ 3155695 w 4958557"/>
                <a:gd name="connsiteY91" fmla="*/ 1716232 h 2611386"/>
                <a:gd name="connsiteX92" fmla="*/ 3134949 w 4958557"/>
                <a:gd name="connsiteY92" fmla="*/ 1730927 h 2611386"/>
                <a:gd name="connsiteX93" fmla="*/ 3128898 w 4958557"/>
                <a:gd name="connsiteY93" fmla="*/ 1728621 h 2611386"/>
                <a:gd name="connsiteX94" fmla="*/ 3132932 w 4958557"/>
                <a:gd name="connsiteY94" fmla="*/ 1724299 h 2611386"/>
                <a:gd name="connsiteX95" fmla="*/ 3151949 w 4958557"/>
                <a:gd name="connsiteY95" fmla="*/ 1715655 h 2611386"/>
                <a:gd name="connsiteX96" fmla="*/ 3167221 w 4958557"/>
                <a:gd name="connsiteY96" fmla="*/ 1700096 h 2611386"/>
                <a:gd name="connsiteX97" fmla="*/ 3237526 w 4958557"/>
                <a:gd name="connsiteY97" fmla="*/ 1678702 h 2611386"/>
                <a:gd name="connsiteX98" fmla="*/ 3242136 w 4958557"/>
                <a:gd name="connsiteY98" fmla="*/ 1678774 h 2611386"/>
                <a:gd name="connsiteX99" fmla="*/ 3236085 w 4958557"/>
                <a:gd name="connsiteY99" fmla="*/ 1686842 h 2611386"/>
                <a:gd name="connsiteX100" fmla="*/ 3225424 w 4958557"/>
                <a:gd name="connsiteY100" fmla="*/ 1687418 h 2611386"/>
                <a:gd name="connsiteX101" fmla="*/ 3232916 w 4958557"/>
                <a:gd name="connsiteY101" fmla="*/ 1682520 h 2611386"/>
                <a:gd name="connsiteX102" fmla="*/ 3237526 w 4958557"/>
                <a:gd name="connsiteY102" fmla="*/ 1678702 h 2611386"/>
                <a:gd name="connsiteX103" fmla="*/ 3256831 w 4958557"/>
                <a:gd name="connsiteY103" fmla="*/ 1678198 h 2611386"/>
                <a:gd name="connsiteX104" fmla="*/ 3258272 w 4958557"/>
                <a:gd name="connsiteY104" fmla="*/ 1680215 h 2611386"/>
                <a:gd name="connsiteX105" fmla="*/ 3253662 w 4958557"/>
                <a:gd name="connsiteY105" fmla="*/ 1682520 h 2611386"/>
                <a:gd name="connsiteX106" fmla="*/ 3253085 w 4958557"/>
                <a:gd name="connsiteY106" fmla="*/ 1679927 h 2611386"/>
                <a:gd name="connsiteX107" fmla="*/ 3256831 w 4958557"/>
                <a:gd name="connsiteY107" fmla="*/ 1678198 h 2611386"/>
                <a:gd name="connsiteX108" fmla="*/ 3359409 w 4958557"/>
                <a:gd name="connsiteY108" fmla="*/ 1641316 h 2611386"/>
                <a:gd name="connsiteX109" fmla="*/ 3362002 w 4958557"/>
                <a:gd name="connsiteY109" fmla="*/ 1642469 h 2611386"/>
                <a:gd name="connsiteX110" fmla="*/ 3359409 w 4958557"/>
                <a:gd name="connsiteY110" fmla="*/ 1645350 h 2611386"/>
                <a:gd name="connsiteX111" fmla="*/ 3357392 w 4958557"/>
                <a:gd name="connsiteY111" fmla="*/ 1643909 h 2611386"/>
                <a:gd name="connsiteX112" fmla="*/ 3359409 w 4958557"/>
                <a:gd name="connsiteY112" fmla="*/ 1641316 h 2611386"/>
                <a:gd name="connsiteX113" fmla="*/ 3527104 w 4958557"/>
                <a:gd name="connsiteY113" fmla="*/ 1566689 h 2611386"/>
                <a:gd name="connsiteX114" fmla="*/ 3518460 w 4958557"/>
                <a:gd name="connsiteY114" fmla="*/ 1573028 h 2611386"/>
                <a:gd name="connsiteX115" fmla="*/ 3527104 w 4958557"/>
                <a:gd name="connsiteY115" fmla="*/ 1566689 h 2611386"/>
                <a:gd name="connsiteX116" fmla="*/ 421560 w 4958557"/>
                <a:gd name="connsiteY116" fmla="*/ 1415417 h 2611386"/>
                <a:gd name="connsiteX117" fmla="*/ 399085 w 4958557"/>
                <a:gd name="connsiteY117" fmla="*/ 1424926 h 2611386"/>
                <a:gd name="connsiteX118" fmla="*/ 421560 w 4958557"/>
                <a:gd name="connsiteY118" fmla="*/ 1415417 h 2611386"/>
                <a:gd name="connsiteX119" fmla="*/ 4146311 w 4958557"/>
                <a:gd name="connsiteY119" fmla="*/ 1398705 h 2611386"/>
                <a:gd name="connsiteX120" fmla="*/ 4131904 w 4958557"/>
                <a:gd name="connsiteY120" fmla="*/ 1404756 h 2611386"/>
                <a:gd name="connsiteX121" fmla="*/ 4146311 w 4958557"/>
                <a:gd name="connsiteY121" fmla="*/ 1398705 h 2611386"/>
                <a:gd name="connsiteX122" fmla="*/ 4112348 w 4958557"/>
                <a:gd name="connsiteY122" fmla="*/ 1396255 h 2611386"/>
                <a:gd name="connsiteX123" fmla="*/ 4124413 w 4958557"/>
                <a:gd name="connsiteY123" fmla="*/ 1396975 h 2611386"/>
                <a:gd name="connsiteX124" fmla="*/ 4102803 w 4958557"/>
                <a:gd name="connsiteY124" fmla="*/ 1404179 h 2611386"/>
                <a:gd name="connsiteX125" fmla="*/ 4103091 w 4958557"/>
                <a:gd name="connsiteY125" fmla="*/ 1402450 h 2611386"/>
                <a:gd name="connsiteX126" fmla="*/ 4112348 w 4958557"/>
                <a:gd name="connsiteY126" fmla="*/ 1396255 h 2611386"/>
                <a:gd name="connsiteX127" fmla="*/ 660714 w 4958557"/>
                <a:gd name="connsiteY127" fmla="*/ 1343094 h 2611386"/>
                <a:gd name="connsiteX128" fmla="*/ 661578 w 4958557"/>
                <a:gd name="connsiteY128" fmla="*/ 1352891 h 2611386"/>
                <a:gd name="connsiteX129" fmla="*/ 657544 w 4958557"/>
                <a:gd name="connsiteY129" fmla="*/ 1350586 h 2611386"/>
                <a:gd name="connsiteX130" fmla="*/ 651493 w 4958557"/>
                <a:gd name="connsiteY130" fmla="*/ 1347416 h 2611386"/>
                <a:gd name="connsiteX131" fmla="*/ 640544 w 4958557"/>
                <a:gd name="connsiteY131" fmla="*/ 1347992 h 2611386"/>
                <a:gd name="connsiteX132" fmla="*/ 660714 w 4958557"/>
                <a:gd name="connsiteY132" fmla="*/ 1343094 h 2611386"/>
                <a:gd name="connsiteX133" fmla="*/ 638383 w 4958557"/>
                <a:gd name="connsiteY133" fmla="*/ 1336791 h 2611386"/>
                <a:gd name="connsiteX134" fmla="*/ 646307 w 4958557"/>
                <a:gd name="connsiteY134" fmla="*/ 1339060 h 2611386"/>
                <a:gd name="connsiteX135" fmla="*/ 632188 w 4958557"/>
                <a:gd name="connsiteY135" fmla="*/ 1341653 h 2611386"/>
                <a:gd name="connsiteX136" fmla="*/ 638383 w 4958557"/>
                <a:gd name="connsiteY136" fmla="*/ 1336791 h 2611386"/>
                <a:gd name="connsiteX137" fmla="*/ 617493 w 4958557"/>
                <a:gd name="connsiteY137" fmla="*/ 1327823 h 2611386"/>
                <a:gd name="connsiteX138" fmla="*/ 610578 w 4958557"/>
                <a:gd name="connsiteY138" fmla="*/ 1335891 h 2611386"/>
                <a:gd name="connsiteX139" fmla="*/ 617493 w 4958557"/>
                <a:gd name="connsiteY139" fmla="*/ 1327823 h 2611386"/>
                <a:gd name="connsiteX140" fmla="*/ 724681 w 4958557"/>
                <a:gd name="connsiteY140" fmla="*/ 1321195 h 2611386"/>
                <a:gd name="connsiteX141" fmla="*/ 726986 w 4958557"/>
                <a:gd name="connsiteY141" fmla="*/ 1322924 h 2611386"/>
                <a:gd name="connsiteX142" fmla="*/ 724104 w 4958557"/>
                <a:gd name="connsiteY142" fmla="*/ 1328975 h 2611386"/>
                <a:gd name="connsiteX143" fmla="*/ 698748 w 4958557"/>
                <a:gd name="connsiteY143" fmla="*/ 1337331 h 2611386"/>
                <a:gd name="connsiteX144" fmla="*/ 690969 w 4958557"/>
                <a:gd name="connsiteY144" fmla="*/ 1338195 h 2611386"/>
                <a:gd name="connsiteX145" fmla="*/ 694138 w 4958557"/>
                <a:gd name="connsiteY145" fmla="*/ 1336467 h 2611386"/>
                <a:gd name="connsiteX146" fmla="*/ 686647 w 4958557"/>
                <a:gd name="connsiteY146" fmla="*/ 1339924 h 2611386"/>
                <a:gd name="connsiteX147" fmla="*/ 697308 w 4958557"/>
                <a:gd name="connsiteY147" fmla="*/ 1331568 h 2611386"/>
                <a:gd name="connsiteX148" fmla="*/ 701918 w 4958557"/>
                <a:gd name="connsiteY148" fmla="*/ 1327246 h 2611386"/>
                <a:gd name="connsiteX149" fmla="*/ 703359 w 4958557"/>
                <a:gd name="connsiteY149" fmla="*/ 1328687 h 2611386"/>
                <a:gd name="connsiteX150" fmla="*/ 702206 w 4958557"/>
                <a:gd name="connsiteY150" fmla="*/ 1332144 h 2611386"/>
                <a:gd name="connsiteX151" fmla="*/ 724681 w 4958557"/>
                <a:gd name="connsiteY151" fmla="*/ 1321195 h 2611386"/>
                <a:gd name="connsiteX152" fmla="*/ 866732 w 4958557"/>
                <a:gd name="connsiteY152" fmla="*/ 1271924 h 2611386"/>
                <a:gd name="connsiteX153" fmla="*/ 870766 w 4958557"/>
                <a:gd name="connsiteY153" fmla="*/ 1275094 h 2611386"/>
                <a:gd name="connsiteX154" fmla="*/ 866444 w 4958557"/>
                <a:gd name="connsiteY154" fmla="*/ 1278551 h 2611386"/>
                <a:gd name="connsiteX155" fmla="*/ 862698 w 4958557"/>
                <a:gd name="connsiteY155" fmla="*/ 1275094 h 2611386"/>
                <a:gd name="connsiteX156" fmla="*/ 866732 w 4958557"/>
                <a:gd name="connsiteY156" fmla="*/ 1271924 h 2611386"/>
                <a:gd name="connsiteX157" fmla="*/ 948275 w 4958557"/>
                <a:gd name="connsiteY157" fmla="*/ 1244263 h 2611386"/>
                <a:gd name="connsiteX158" fmla="*/ 960665 w 4958557"/>
                <a:gd name="connsiteY158" fmla="*/ 1245415 h 2611386"/>
                <a:gd name="connsiteX159" fmla="*/ 953461 w 4958557"/>
                <a:gd name="connsiteY159" fmla="*/ 1251178 h 2611386"/>
                <a:gd name="connsiteX160" fmla="*/ 896698 w 4958557"/>
                <a:gd name="connsiteY160" fmla="*/ 1267890 h 2611386"/>
                <a:gd name="connsiteX161" fmla="*/ 893817 w 4958557"/>
                <a:gd name="connsiteY161" fmla="*/ 1275094 h 2611386"/>
                <a:gd name="connsiteX162" fmla="*/ 875664 w 4958557"/>
                <a:gd name="connsiteY162" fmla="*/ 1282297 h 2611386"/>
                <a:gd name="connsiteX163" fmla="*/ 884884 w 4958557"/>
                <a:gd name="connsiteY163" fmla="*/ 1271348 h 2611386"/>
                <a:gd name="connsiteX164" fmla="*/ 877681 w 4958557"/>
                <a:gd name="connsiteY164" fmla="*/ 1273365 h 2611386"/>
                <a:gd name="connsiteX165" fmla="*/ 873359 w 4958557"/>
                <a:gd name="connsiteY165" fmla="*/ 1272788 h 2611386"/>
                <a:gd name="connsiteX166" fmla="*/ 898139 w 4958557"/>
                <a:gd name="connsiteY166" fmla="*/ 1261263 h 2611386"/>
                <a:gd name="connsiteX167" fmla="*/ 948275 w 4958557"/>
                <a:gd name="connsiteY167" fmla="*/ 1244263 h 2611386"/>
                <a:gd name="connsiteX168" fmla="*/ 1019913 w 4958557"/>
                <a:gd name="connsiteY168" fmla="*/ 1221104 h 2611386"/>
                <a:gd name="connsiteX169" fmla="*/ 1024920 w 4958557"/>
                <a:gd name="connsiteY169" fmla="*/ 1223229 h 2611386"/>
                <a:gd name="connsiteX170" fmla="*/ 1017140 w 4958557"/>
                <a:gd name="connsiteY170" fmla="*/ 1231296 h 2611386"/>
                <a:gd name="connsiteX171" fmla="*/ 960665 w 4958557"/>
                <a:gd name="connsiteY171" fmla="*/ 1245127 h 2611386"/>
                <a:gd name="connsiteX172" fmla="*/ 980258 w 4958557"/>
                <a:gd name="connsiteY172" fmla="*/ 1233890 h 2611386"/>
                <a:gd name="connsiteX173" fmla="*/ 1013394 w 4958557"/>
                <a:gd name="connsiteY173" fmla="*/ 1223517 h 2611386"/>
                <a:gd name="connsiteX174" fmla="*/ 1019913 w 4958557"/>
                <a:gd name="connsiteY174" fmla="*/ 1221104 h 2611386"/>
                <a:gd name="connsiteX175" fmla="*/ 1038354 w 4958557"/>
                <a:gd name="connsiteY175" fmla="*/ 1194127 h 2611386"/>
                <a:gd name="connsiteX176" fmla="*/ 1045377 w 4958557"/>
                <a:gd name="connsiteY176" fmla="*/ 1196144 h 2611386"/>
                <a:gd name="connsiteX177" fmla="*/ 1032411 w 4958557"/>
                <a:gd name="connsiteY177" fmla="*/ 1199889 h 2611386"/>
                <a:gd name="connsiteX178" fmla="*/ 1038354 w 4958557"/>
                <a:gd name="connsiteY178" fmla="*/ 1194127 h 2611386"/>
                <a:gd name="connsiteX179" fmla="*/ 1040191 w 4958557"/>
                <a:gd name="connsiteY179" fmla="*/ 1182313 h 2611386"/>
                <a:gd name="connsiteX180" fmla="*/ 1037310 w 4958557"/>
                <a:gd name="connsiteY180" fmla="*/ 1186059 h 2611386"/>
                <a:gd name="connsiteX181" fmla="*/ 1033852 w 4958557"/>
                <a:gd name="connsiteY181" fmla="*/ 1185194 h 2611386"/>
                <a:gd name="connsiteX182" fmla="*/ 1040191 w 4958557"/>
                <a:gd name="connsiteY182" fmla="*/ 1182313 h 2611386"/>
                <a:gd name="connsiteX183" fmla="*/ 1118672 w 4958557"/>
                <a:gd name="connsiteY183" fmla="*/ 1173562 h 2611386"/>
                <a:gd name="connsiteX184" fmla="*/ 1130954 w 4958557"/>
                <a:gd name="connsiteY184" fmla="*/ 1174246 h 2611386"/>
                <a:gd name="connsiteX185" fmla="*/ 1106174 w 4958557"/>
                <a:gd name="connsiteY185" fmla="*/ 1182314 h 2611386"/>
                <a:gd name="connsiteX186" fmla="*/ 1103869 w 4958557"/>
                <a:gd name="connsiteY186" fmla="*/ 1179144 h 2611386"/>
                <a:gd name="connsiteX187" fmla="*/ 1107903 w 4958557"/>
                <a:gd name="connsiteY187" fmla="*/ 1173958 h 2611386"/>
                <a:gd name="connsiteX188" fmla="*/ 1118672 w 4958557"/>
                <a:gd name="connsiteY188" fmla="*/ 1173562 h 2611386"/>
                <a:gd name="connsiteX189" fmla="*/ 1142191 w 4958557"/>
                <a:gd name="connsiteY189" fmla="*/ 1167619 h 2611386"/>
                <a:gd name="connsiteX190" fmla="*/ 1145072 w 4958557"/>
                <a:gd name="connsiteY190" fmla="*/ 1169348 h 2611386"/>
                <a:gd name="connsiteX191" fmla="*/ 1141615 w 4958557"/>
                <a:gd name="connsiteY191" fmla="*/ 1172229 h 2611386"/>
                <a:gd name="connsiteX192" fmla="*/ 1139598 w 4958557"/>
                <a:gd name="connsiteY192" fmla="*/ 1170500 h 2611386"/>
                <a:gd name="connsiteX193" fmla="*/ 1142191 w 4958557"/>
                <a:gd name="connsiteY193" fmla="*/ 1167619 h 2611386"/>
                <a:gd name="connsiteX194" fmla="*/ 1089029 w 4958557"/>
                <a:gd name="connsiteY194" fmla="*/ 1167439 h 2611386"/>
                <a:gd name="connsiteX195" fmla="*/ 1100987 w 4958557"/>
                <a:gd name="connsiteY195" fmla="*/ 1168195 h 2611386"/>
                <a:gd name="connsiteX196" fmla="*/ 1077072 w 4958557"/>
                <a:gd name="connsiteY196" fmla="*/ 1172517 h 2611386"/>
                <a:gd name="connsiteX197" fmla="*/ 1089029 w 4958557"/>
                <a:gd name="connsiteY197" fmla="*/ 1167439 h 2611386"/>
                <a:gd name="connsiteX198" fmla="*/ 1186600 w 4958557"/>
                <a:gd name="connsiteY198" fmla="*/ 1161820 h 2611386"/>
                <a:gd name="connsiteX199" fmla="*/ 1193480 w 4958557"/>
                <a:gd name="connsiteY199" fmla="*/ 1161855 h 2611386"/>
                <a:gd name="connsiteX200" fmla="*/ 1193480 w 4958557"/>
                <a:gd name="connsiteY200" fmla="*/ 1164161 h 2611386"/>
                <a:gd name="connsiteX201" fmla="*/ 1180802 w 4958557"/>
                <a:gd name="connsiteY201" fmla="*/ 1165889 h 2611386"/>
                <a:gd name="connsiteX202" fmla="*/ 1186600 w 4958557"/>
                <a:gd name="connsiteY202" fmla="*/ 1161820 h 2611386"/>
                <a:gd name="connsiteX203" fmla="*/ 1134988 w 4958557"/>
                <a:gd name="connsiteY203" fmla="*/ 1159263 h 2611386"/>
                <a:gd name="connsiteX204" fmla="*/ 1122598 w 4958557"/>
                <a:gd name="connsiteY204" fmla="*/ 1161856 h 2611386"/>
                <a:gd name="connsiteX205" fmla="*/ 1134988 w 4958557"/>
                <a:gd name="connsiteY205" fmla="*/ 1159263 h 2611386"/>
                <a:gd name="connsiteX206" fmla="*/ 1230361 w 4958557"/>
                <a:gd name="connsiteY206" fmla="*/ 1119788 h 2611386"/>
                <a:gd name="connsiteX207" fmla="*/ 1219700 w 4958557"/>
                <a:gd name="connsiteY207" fmla="*/ 1128720 h 2611386"/>
                <a:gd name="connsiteX208" fmla="*/ 1212785 w 4958557"/>
                <a:gd name="connsiteY208" fmla="*/ 1126415 h 2611386"/>
                <a:gd name="connsiteX209" fmla="*/ 1230361 w 4958557"/>
                <a:gd name="connsiteY209" fmla="*/ 1119788 h 2611386"/>
                <a:gd name="connsiteX210" fmla="*/ 1289430 w 4958557"/>
                <a:gd name="connsiteY210" fmla="*/ 1099906 h 2611386"/>
                <a:gd name="connsiteX211" fmla="*/ 1266955 w 4958557"/>
                <a:gd name="connsiteY211" fmla="*/ 1108262 h 2611386"/>
                <a:gd name="connsiteX212" fmla="*/ 1289430 w 4958557"/>
                <a:gd name="connsiteY212" fmla="*/ 1099906 h 2611386"/>
                <a:gd name="connsiteX213" fmla="*/ 4643637 w 4958557"/>
                <a:gd name="connsiteY213" fmla="*/ 1074262 h 2611386"/>
                <a:gd name="connsiteX214" fmla="*/ 4630959 w 4958557"/>
                <a:gd name="connsiteY214" fmla="*/ 1080889 h 2611386"/>
                <a:gd name="connsiteX215" fmla="*/ 4643637 w 4958557"/>
                <a:gd name="connsiteY215" fmla="*/ 1074262 h 2611386"/>
                <a:gd name="connsiteX216" fmla="*/ 4667553 w 4958557"/>
                <a:gd name="connsiteY216" fmla="*/ 1062160 h 2611386"/>
                <a:gd name="connsiteX217" fmla="*/ 4657519 w 4958557"/>
                <a:gd name="connsiteY217" fmla="*/ 1066913 h 2611386"/>
                <a:gd name="connsiteX218" fmla="*/ 4656315 w 4958557"/>
                <a:gd name="connsiteY218" fmla="*/ 1067346 h 2611386"/>
                <a:gd name="connsiteX219" fmla="*/ 4656604 w 4958557"/>
                <a:gd name="connsiteY219" fmla="*/ 1067346 h 2611386"/>
                <a:gd name="connsiteX220" fmla="*/ 4657519 w 4958557"/>
                <a:gd name="connsiteY220" fmla="*/ 1066913 h 2611386"/>
                <a:gd name="connsiteX221" fmla="*/ 4663519 w 4958557"/>
                <a:gd name="connsiteY221" fmla="*/ 1064753 h 2611386"/>
                <a:gd name="connsiteX222" fmla="*/ 4667553 w 4958557"/>
                <a:gd name="connsiteY222" fmla="*/ 1062160 h 2611386"/>
                <a:gd name="connsiteX223" fmla="*/ 1678126 w 4958557"/>
                <a:gd name="connsiteY223" fmla="*/ 983210 h 2611386"/>
                <a:gd name="connsiteX224" fmla="*/ 1670347 w 4958557"/>
                <a:gd name="connsiteY224" fmla="*/ 992719 h 2611386"/>
                <a:gd name="connsiteX225" fmla="*/ 1668618 w 4958557"/>
                <a:gd name="connsiteY225" fmla="*/ 990413 h 2611386"/>
                <a:gd name="connsiteX226" fmla="*/ 1678126 w 4958557"/>
                <a:gd name="connsiteY226" fmla="*/ 983210 h 2611386"/>
                <a:gd name="connsiteX227" fmla="*/ 1764568 w 4958557"/>
                <a:gd name="connsiteY227" fmla="*/ 931346 h 2611386"/>
                <a:gd name="connsiteX228" fmla="*/ 1758517 w 4958557"/>
                <a:gd name="connsiteY228" fmla="*/ 934515 h 2611386"/>
                <a:gd name="connsiteX229" fmla="*/ 1757653 w 4958557"/>
                <a:gd name="connsiteY229" fmla="*/ 932786 h 2611386"/>
                <a:gd name="connsiteX230" fmla="*/ 1764568 w 4958557"/>
                <a:gd name="connsiteY230" fmla="*/ 931346 h 2611386"/>
                <a:gd name="connsiteX231" fmla="*/ 2152400 w 4958557"/>
                <a:gd name="connsiteY231" fmla="*/ 861040 h 2611386"/>
                <a:gd name="connsiteX232" fmla="*/ 2134824 w 4958557"/>
                <a:gd name="connsiteY232" fmla="*/ 869972 h 2611386"/>
                <a:gd name="connsiteX233" fmla="*/ 2152400 w 4958557"/>
                <a:gd name="connsiteY233" fmla="*/ 861040 h 2611386"/>
                <a:gd name="connsiteX234" fmla="*/ 2153842 w 4958557"/>
                <a:gd name="connsiteY234" fmla="*/ 843464 h 2611386"/>
                <a:gd name="connsiteX235" fmla="*/ 2116384 w 4958557"/>
                <a:gd name="connsiteY235" fmla="*/ 858735 h 2611386"/>
                <a:gd name="connsiteX236" fmla="*/ 2127909 w 4958557"/>
                <a:gd name="connsiteY236" fmla="*/ 850379 h 2611386"/>
                <a:gd name="connsiteX237" fmla="*/ 2139723 w 4958557"/>
                <a:gd name="connsiteY237" fmla="*/ 845769 h 2611386"/>
                <a:gd name="connsiteX238" fmla="*/ 2153842 w 4958557"/>
                <a:gd name="connsiteY238" fmla="*/ 843464 h 2611386"/>
                <a:gd name="connsiteX239" fmla="*/ 2250944 w 4958557"/>
                <a:gd name="connsiteY239" fmla="*/ 834244 h 2611386"/>
                <a:gd name="connsiteX240" fmla="*/ 2225876 w 4958557"/>
                <a:gd name="connsiteY240" fmla="*/ 841159 h 2611386"/>
                <a:gd name="connsiteX241" fmla="*/ 2250944 w 4958557"/>
                <a:gd name="connsiteY241" fmla="*/ 834244 h 2611386"/>
                <a:gd name="connsiteX242" fmla="*/ 2186978 w 4958557"/>
                <a:gd name="connsiteY242" fmla="*/ 829345 h 2611386"/>
                <a:gd name="connsiteX243" fmla="*/ 2188418 w 4958557"/>
                <a:gd name="connsiteY243" fmla="*/ 832515 h 2611386"/>
                <a:gd name="connsiteX244" fmla="*/ 2185249 w 4958557"/>
                <a:gd name="connsiteY244" fmla="*/ 835396 h 2611386"/>
                <a:gd name="connsiteX245" fmla="*/ 2183232 w 4958557"/>
                <a:gd name="connsiteY245" fmla="*/ 832515 h 2611386"/>
                <a:gd name="connsiteX246" fmla="*/ 2186978 w 4958557"/>
                <a:gd name="connsiteY246" fmla="*/ 829345 h 2611386"/>
                <a:gd name="connsiteX247" fmla="*/ 2260740 w 4958557"/>
                <a:gd name="connsiteY247" fmla="*/ 827328 h 2611386"/>
                <a:gd name="connsiteX248" fmla="*/ 2251520 w 4958557"/>
                <a:gd name="connsiteY248" fmla="*/ 833955 h 2611386"/>
                <a:gd name="connsiteX249" fmla="*/ 2260740 w 4958557"/>
                <a:gd name="connsiteY249" fmla="*/ 827328 h 2611386"/>
                <a:gd name="connsiteX250" fmla="*/ 2237402 w 4958557"/>
                <a:gd name="connsiteY250" fmla="*/ 819836 h 2611386"/>
                <a:gd name="connsiteX251" fmla="*/ 2244605 w 4958557"/>
                <a:gd name="connsiteY251" fmla="*/ 829057 h 2611386"/>
                <a:gd name="connsiteX252" fmla="*/ 2228181 w 4958557"/>
                <a:gd name="connsiteY252" fmla="*/ 834243 h 2611386"/>
                <a:gd name="connsiteX253" fmla="*/ 2213486 w 4958557"/>
                <a:gd name="connsiteY253" fmla="*/ 838565 h 2611386"/>
                <a:gd name="connsiteX254" fmla="*/ 2181215 w 4958557"/>
                <a:gd name="connsiteY254" fmla="*/ 851243 h 2611386"/>
                <a:gd name="connsiteX255" fmla="*/ 2172859 w 4958557"/>
                <a:gd name="connsiteY255" fmla="*/ 849802 h 2611386"/>
                <a:gd name="connsiteX256" fmla="*/ 2177469 w 4958557"/>
                <a:gd name="connsiteY256" fmla="*/ 843175 h 2611386"/>
                <a:gd name="connsiteX257" fmla="*/ 2154418 w 4958557"/>
                <a:gd name="connsiteY257" fmla="*/ 843175 h 2611386"/>
                <a:gd name="connsiteX258" fmla="*/ 2174299 w 4958557"/>
                <a:gd name="connsiteY258" fmla="*/ 835107 h 2611386"/>
                <a:gd name="connsiteX259" fmla="*/ 2182943 w 4958557"/>
                <a:gd name="connsiteY259" fmla="*/ 841158 h 2611386"/>
                <a:gd name="connsiteX260" fmla="*/ 2203977 w 4958557"/>
                <a:gd name="connsiteY260" fmla="*/ 835972 h 2611386"/>
                <a:gd name="connsiteX261" fmla="*/ 2201384 w 4958557"/>
                <a:gd name="connsiteY261" fmla="*/ 827904 h 2611386"/>
                <a:gd name="connsiteX262" fmla="*/ 2237402 w 4958557"/>
                <a:gd name="connsiteY262" fmla="*/ 819836 h 2611386"/>
                <a:gd name="connsiteX263" fmla="*/ 2242480 w 4958557"/>
                <a:gd name="connsiteY263" fmla="*/ 790159 h 2611386"/>
                <a:gd name="connsiteX264" fmla="*/ 2246334 w 4958557"/>
                <a:gd name="connsiteY264" fmla="*/ 791887 h 2611386"/>
                <a:gd name="connsiteX265" fmla="*/ 2246334 w 4958557"/>
                <a:gd name="connsiteY265" fmla="*/ 802548 h 2611386"/>
                <a:gd name="connsiteX266" fmla="*/ 2239706 w 4958557"/>
                <a:gd name="connsiteY266" fmla="*/ 810328 h 2611386"/>
                <a:gd name="connsiteX267" fmla="*/ 2232791 w 4958557"/>
                <a:gd name="connsiteY267" fmla="*/ 814362 h 2611386"/>
                <a:gd name="connsiteX268" fmla="*/ 2234808 w 4958557"/>
                <a:gd name="connsiteY268" fmla="*/ 810328 h 2611386"/>
                <a:gd name="connsiteX269" fmla="*/ 2212621 w 4958557"/>
                <a:gd name="connsiteY269" fmla="*/ 818396 h 2611386"/>
                <a:gd name="connsiteX270" fmla="*/ 2205418 w 4958557"/>
                <a:gd name="connsiteY270" fmla="*/ 820701 h 2611386"/>
                <a:gd name="connsiteX271" fmla="*/ 2238842 w 4958557"/>
                <a:gd name="connsiteY271" fmla="*/ 792752 h 2611386"/>
                <a:gd name="connsiteX272" fmla="*/ 2242480 w 4958557"/>
                <a:gd name="connsiteY272" fmla="*/ 790159 h 2611386"/>
                <a:gd name="connsiteX273" fmla="*/ 2288113 w 4958557"/>
                <a:gd name="connsiteY273" fmla="*/ 782667 h 2611386"/>
                <a:gd name="connsiteX274" fmla="*/ 2270537 w 4958557"/>
                <a:gd name="connsiteY274" fmla="*/ 786989 h 2611386"/>
                <a:gd name="connsiteX275" fmla="*/ 2288113 w 4958557"/>
                <a:gd name="connsiteY275" fmla="*/ 782667 h 2611386"/>
                <a:gd name="connsiteX276" fmla="*/ 2337386 w 4958557"/>
                <a:gd name="connsiteY276" fmla="*/ 765955 h 2611386"/>
                <a:gd name="connsiteX277" fmla="*/ 2296470 w 4958557"/>
                <a:gd name="connsiteY277" fmla="*/ 781514 h 2611386"/>
                <a:gd name="connsiteX278" fmla="*/ 2337386 w 4958557"/>
                <a:gd name="connsiteY278" fmla="*/ 765955 h 2611386"/>
                <a:gd name="connsiteX279" fmla="*/ 2362165 w 4958557"/>
                <a:gd name="connsiteY279" fmla="*/ 760192 h 2611386"/>
                <a:gd name="connsiteX280" fmla="*/ 2349199 w 4958557"/>
                <a:gd name="connsiteY280" fmla="*/ 766819 h 2611386"/>
                <a:gd name="connsiteX281" fmla="*/ 2362165 w 4958557"/>
                <a:gd name="connsiteY281" fmla="*/ 760192 h 2611386"/>
                <a:gd name="connsiteX282" fmla="*/ 2407979 w 4958557"/>
                <a:gd name="connsiteY282" fmla="*/ 741752 h 2611386"/>
                <a:gd name="connsiteX283" fmla="*/ 2414030 w 4958557"/>
                <a:gd name="connsiteY283" fmla="*/ 743192 h 2611386"/>
                <a:gd name="connsiteX284" fmla="*/ 2410572 w 4958557"/>
                <a:gd name="connsiteY284" fmla="*/ 748091 h 2611386"/>
                <a:gd name="connsiteX285" fmla="*/ 2372250 w 4958557"/>
                <a:gd name="connsiteY285" fmla="*/ 758175 h 2611386"/>
                <a:gd name="connsiteX286" fmla="*/ 2407979 w 4958557"/>
                <a:gd name="connsiteY286" fmla="*/ 741752 h 2611386"/>
                <a:gd name="connsiteX287" fmla="*/ 2437080 w 4958557"/>
                <a:gd name="connsiteY287" fmla="*/ 734368 h 2611386"/>
                <a:gd name="connsiteX288" fmla="*/ 2440538 w 4958557"/>
                <a:gd name="connsiteY288" fmla="*/ 737429 h 2611386"/>
                <a:gd name="connsiteX289" fmla="*/ 2432182 w 4958557"/>
                <a:gd name="connsiteY289" fmla="*/ 742903 h 2611386"/>
                <a:gd name="connsiteX290" fmla="*/ 2426131 w 4958557"/>
                <a:gd name="connsiteY290" fmla="*/ 737141 h 2611386"/>
                <a:gd name="connsiteX291" fmla="*/ 2432758 w 4958557"/>
                <a:gd name="connsiteY291" fmla="*/ 734548 h 2611386"/>
                <a:gd name="connsiteX292" fmla="*/ 2437080 w 4958557"/>
                <a:gd name="connsiteY292" fmla="*/ 734368 h 2611386"/>
                <a:gd name="connsiteX293" fmla="*/ 2463446 w 4958557"/>
                <a:gd name="connsiteY293" fmla="*/ 726769 h 2611386"/>
                <a:gd name="connsiteX294" fmla="*/ 2475115 w 4958557"/>
                <a:gd name="connsiteY294" fmla="*/ 727345 h 2611386"/>
                <a:gd name="connsiteX295" fmla="*/ 2458403 w 4958557"/>
                <a:gd name="connsiteY295" fmla="*/ 731955 h 2611386"/>
                <a:gd name="connsiteX296" fmla="*/ 2453505 w 4958557"/>
                <a:gd name="connsiteY296" fmla="*/ 730514 h 2611386"/>
                <a:gd name="connsiteX297" fmla="*/ 2463446 w 4958557"/>
                <a:gd name="connsiteY297" fmla="*/ 726769 h 2611386"/>
                <a:gd name="connsiteX298" fmla="*/ 2746540 w 4958557"/>
                <a:gd name="connsiteY298" fmla="*/ 646378 h 2611386"/>
                <a:gd name="connsiteX299" fmla="*/ 2760659 w 4958557"/>
                <a:gd name="connsiteY299" fmla="*/ 648971 h 2611386"/>
                <a:gd name="connsiteX300" fmla="*/ 2767286 w 4958557"/>
                <a:gd name="connsiteY300" fmla="*/ 649548 h 2611386"/>
                <a:gd name="connsiteX301" fmla="*/ 2762676 w 4958557"/>
                <a:gd name="connsiteY301" fmla="*/ 653870 h 2611386"/>
                <a:gd name="connsiteX302" fmla="*/ 2743947 w 4958557"/>
                <a:gd name="connsiteY302" fmla="*/ 660209 h 2611386"/>
                <a:gd name="connsiteX303" fmla="*/ 2746540 w 4958557"/>
                <a:gd name="connsiteY303" fmla="*/ 646378 h 2611386"/>
                <a:gd name="connsiteX304" fmla="*/ 2757489 w 4958557"/>
                <a:gd name="connsiteY304" fmla="*/ 636869 h 2611386"/>
                <a:gd name="connsiteX305" fmla="*/ 2745675 w 4958557"/>
                <a:gd name="connsiteY305" fmla="*/ 643784 h 2611386"/>
                <a:gd name="connsiteX306" fmla="*/ 2743082 w 4958557"/>
                <a:gd name="connsiteY306" fmla="*/ 639750 h 2611386"/>
                <a:gd name="connsiteX307" fmla="*/ 2757489 w 4958557"/>
                <a:gd name="connsiteY307" fmla="*/ 636869 h 2611386"/>
                <a:gd name="connsiteX308" fmla="*/ 2846236 w 4958557"/>
                <a:gd name="connsiteY308" fmla="*/ 622751 h 2611386"/>
                <a:gd name="connsiteX309" fmla="*/ 2824049 w 4958557"/>
                <a:gd name="connsiteY309" fmla="*/ 633988 h 2611386"/>
                <a:gd name="connsiteX310" fmla="*/ 2819439 w 4958557"/>
                <a:gd name="connsiteY310" fmla="*/ 642921 h 2611386"/>
                <a:gd name="connsiteX311" fmla="*/ 2814252 w 4958557"/>
                <a:gd name="connsiteY311" fmla="*/ 645226 h 2611386"/>
                <a:gd name="connsiteX312" fmla="*/ 2798117 w 4958557"/>
                <a:gd name="connsiteY312" fmla="*/ 640904 h 2611386"/>
                <a:gd name="connsiteX313" fmla="*/ 2787744 w 4958557"/>
                <a:gd name="connsiteY313" fmla="*/ 646090 h 2611386"/>
                <a:gd name="connsiteX314" fmla="*/ 2780828 w 4958557"/>
                <a:gd name="connsiteY314" fmla="*/ 646090 h 2611386"/>
                <a:gd name="connsiteX315" fmla="*/ 2785150 w 4958557"/>
                <a:gd name="connsiteY315" fmla="*/ 640904 h 2611386"/>
                <a:gd name="connsiteX316" fmla="*/ 2792930 w 4958557"/>
                <a:gd name="connsiteY316" fmla="*/ 638887 h 2611386"/>
                <a:gd name="connsiteX317" fmla="*/ 2802151 w 4958557"/>
                <a:gd name="connsiteY317" fmla="*/ 636293 h 2611386"/>
                <a:gd name="connsiteX318" fmla="*/ 2846236 w 4958557"/>
                <a:gd name="connsiteY318" fmla="*/ 622751 h 2611386"/>
                <a:gd name="connsiteX319" fmla="*/ 2754896 w 4958557"/>
                <a:gd name="connsiteY319" fmla="*/ 618717 h 2611386"/>
                <a:gd name="connsiteX320" fmla="*/ 2744811 w 4958557"/>
                <a:gd name="connsiteY320" fmla="*/ 623903 h 2611386"/>
                <a:gd name="connsiteX321" fmla="*/ 2754896 w 4958557"/>
                <a:gd name="connsiteY321" fmla="*/ 618717 h 2611386"/>
                <a:gd name="connsiteX322" fmla="*/ 2843354 w 4958557"/>
                <a:gd name="connsiteY322" fmla="*/ 598547 h 2611386"/>
                <a:gd name="connsiteX323" fmla="*/ 2851998 w 4958557"/>
                <a:gd name="connsiteY323" fmla="*/ 599124 h 2611386"/>
                <a:gd name="connsiteX324" fmla="*/ 2836438 w 4958557"/>
                <a:gd name="connsiteY324" fmla="*/ 608344 h 2611386"/>
                <a:gd name="connsiteX325" fmla="*/ 2780828 w 4958557"/>
                <a:gd name="connsiteY325" fmla="*/ 629666 h 2611386"/>
                <a:gd name="connsiteX326" fmla="*/ 2766997 w 4958557"/>
                <a:gd name="connsiteY326" fmla="*/ 637446 h 2611386"/>
                <a:gd name="connsiteX327" fmla="*/ 2757777 w 4958557"/>
                <a:gd name="connsiteY327" fmla="*/ 636581 h 2611386"/>
                <a:gd name="connsiteX328" fmla="*/ 2766133 w 4958557"/>
                <a:gd name="connsiteY328" fmla="*/ 630242 h 2611386"/>
                <a:gd name="connsiteX329" fmla="*/ 2810794 w 4958557"/>
                <a:gd name="connsiteY329" fmla="*/ 614395 h 2611386"/>
                <a:gd name="connsiteX330" fmla="*/ 2820015 w 4958557"/>
                <a:gd name="connsiteY330" fmla="*/ 602869 h 2611386"/>
                <a:gd name="connsiteX331" fmla="*/ 2843354 w 4958557"/>
                <a:gd name="connsiteY331" fmla="*/ 598547 h 2611386"/>
                <a:gd name="connsiteX332" fmla="*/ 2912220 w 4958557"/>
                <a:gd name="connsiteY332" fmla="*/ 578954 h 2611386"/>
                <a:gd name="connsiteX333" fmla="*/ 2888016 w 4958557"/>
                <a:gd name="connsiteY333" fmla="*/ 589327 h 2611386"/>
                <a:gd name="connsiteX334" fmla="*/ 2912220 w 4958557"/>
                <a:gd name="connsiteY334" fmla="*/ 578954 h 2611386"/>
                <a:gd name="connsiteX335" fmla="*/ 3107000 w 4958557"/>
                <a:gd name="connsiteY335" fmla="*/ 536886 h 2611386"/>
                <a:gd name="connsiteX336" fmla="*/ 3111610 w 4958557"/>
                <a:gd name="connsiteY336" fmla="*/ 537462 h 2611386"/>
                <a:gd name="connsiteX337" fmla="*/ 3109881 w 4958557"/>
                <a:gd name="connsiteY337" fmla="*/ 541784 h 2611386"/>
                <a:gd name="connsiteX338" fmla="*/ 3092881 w 4958557"/>
                <a:gd name="connsiteY338" fmla="*/ 546394 h 2611386"/>
                <a:gd name="connsiteX339" fmla="*/ 3076169 w 4958557"/>
                <a:gd name="connsiteY339" fmla="*/ 551005 h 2611386"/>
                <a:gd name="connsiteX340" fmla="*/ 3004135 w 4958557"/>
                <a:gd name="connsiteY340" fmla="*/ 562530 h 2611386"/>
                <a:gd name="connsiteX341" fmla="*/ 3049372 w 4958557"/>
                <a:gd name="connsiteY341" fmla="*/ 546971 h 2611386"/>
                <a:gd name="connsiteX342" fmla="*/ 3068389 w 4958557"/>
                <a:gd name="connsiteY342" fmla="*/ 540920 h 2611386"/>
                <a:gd name="connsiteX343" fmla="*/ 3090288 w 4958557"/>
                <a:gd name="connsiteY343" fmla="*/ 541496 h 2611386"/>
                <a:gd name="connsiteX344" fmla="*/ 3107000 w 4958557"/>
                <a:gd name="connsiteY344" fmla="*/ 536886 h 2611386"/>
                <a:gd name="connsiteX345" fmla="*/ 3299188 w 4958557"/>
                <a:gd name="connsiteY345" fmla="*/ 472055 h 2611386"/>
                <a:gd name="connsiteX346" fmla="*/ 3287086 w 4958557"/>
                <a:gd name="connsiteY346" fmla="*/ 477530 h 2611386"/>
                <a:gd name="connsiteX347" fmla="*/ 3299188 w 4958557"/>
                <a:gd name="connsiteY347" fmla="*/ 472055 h 2611386"/>
                <a:gd name="connsiteX348" fmla="*/ 3335493 w 4958557"/>
                <a:gd name="connsiteY348" fmla="*/ 466004 h 2611386"/>
                <a:gd name="connsiteX349" fmla="*/ 3308696 w 4958557"/>
                <a:gd name="connsiteY349" fmla="*/ 473208 h 2611386"/>
                <a:gd name="connsiteX350" fmla="*/ 3335493 w 4958557"/>
                <a:gd name="connsiteY350" fmla="*/ 466004 h 2611386"/>
                <a:gd name="connsiteX351" fmla="*/ 3404070 w 4958557"/>
                <a:gd name="connsiteY351" fmla="*/ 454371 h 2611386"/>
                <a:gd name="connsiteX352" fmla="*/ 3408392 w 4958557"/>
                <a:gd name="connsiteY352" fmla="*/ 455343 h 2611386"/>
                <a:gd name="connsiteX353" fmla="*/ 3404646 w 4958557"/>
                <a:gd name="connsiteY353" fmla="*/ 458800 h 2611386"/>
                <a:gd name="connsiteX354" fmla="*/ 3394849 w 4958557"/>
                <a:gd name="connsiteY354" fmla="*/ 459088 h 2611386"/>
                <a:gd name="connsiteX355" fmla="*/ 3399747 w 4958557"/>
                <a:gd name="connsiteY355" fmla="*/ 456207 h 2611386"/>
                <a:gd name="connsiteX356" fmla="*/ 3404070 w 4958557"/>
                <a:gd name="connsiteY356" fmla="*/ 454371 h 2611386"/>
                <a:gd name="connsiteX357" fmla="*/ 3372951 w 4958557"/>
                <a:gd name="connsiteY357" fmla="*/ 453902 h 2611386"/>
                <a:gd name="connsiteX358" fmla="*/ 3378138 w 4958557"/>
                <a:gd name="connsiteY358" fmla="*/ 457936 h 2611386"/>
                <a:gd name="connsiteX359" fmla="*/ 3385053 w 4958557"/>
                <a:gd name="connsiteY359" fmla="*/ 459953 h 2611386"/>
                <a:gd name="connsiteX360" fmla="*/ 3373239 w 4958557"/>
                <a:gd name="connsiteY360" fmla="*/ 466003 h 2611386"/>
                <a:gd name="connsiteX361" fmla="*/ 3357968 w 4958557"/>
                <a:gd name="connsiteY361" fmla="*/ 465139 h 2611386"/>
                <a:gd name="connsiteX362" fmla="*/ 3369205 w 4958557"/>
                <a:gd name="connsiteY362" fmla="*/ 461105 h 2611386"/>
                <a:gd name="connsiteX363" fmla="*/ 3370934 w 4958557"/>
                <a:gd name="connsiteY363" fmla="*/ 460241 h 2611386"/>
                <a:gd name="connsiteX364" fmla="*/ 3372951 w 4958557"/>
                <a:gd name="connsiteY364" fmla="*/ 453902 h 2611386"/>
                <a:gd name="connsiteX365" fmla="*/ 3439511 w 4958557"/>
                <a:gd name="connsiteY365" fmla="*/ 448428 h 2611386"/>
                <a:gd name="connsiteX366" fmla="*/ 3423663 w 4958557"/>
                <a:gd name="connsiteY366" fmla="*/ 455631 h 2611386"/>
                <a:gd name="connsiteX367" fmla="*/ 3439511 w 4958557"/>
                <a:gd name="connsiteY367" fmla="*/ 448428 h 2611386"/>
                <a:gd name="connsiteX368" fmla="*/ 3552173 w 4958557"/>
                <a:gd name="connsiteY368" fmla="*/ 412986 h 2611386"/>
                <a:gd name="connsiteX369" fmla="*/ 3553901 w 4958557"/>
                <a:gd name="connsiteY369" fmla="*/ 416444 h 2611386"/>
                <a:gd name="connsiteX370" fmla="*/ 3546986 w 4958557"/>
                <a:gd name="connsiteY370" fmla="*/ 417597 h 2611386"/>
                <a:gd name="connsiteX371" fmla="*/ 3552173 w 4958557"/>
                <a:gd name="connsiteY371" fmla="*/ 412986 h 2611386"/>
                <a:gd name="connsiteX372" fmla="*/ 3591936 w 4958557"/>
                <a:gd name="connsiteY372" fmla="*/ 400597 h 2611386"/>
                <a:gd name="connsiteX373" fmla="*/ 3594529 w 4958557"/>
                <a:gd name="connsiteY373" fmla="*/ 404055 h 2611386"/>
                <a:gd name="connsiteX374" fmla="*/ 3589342 w 4958557"/>
                <a:gd name="connsiteY374" fmla="*/ 407224 h 2611386"/>
                <a:gd name="connsiteX375" fmla="*/ 3586749 w 4958557"/>
                <a:gd name="connsiteY375" fmla="*/ 404343 h 2611386"/>
                <a:gd name="connsiteX376" fmla="*/ 3591936 w 4958557"/>
                <a:gd name="connsiteY376" fmla="*/ 400597 h 2611386"/>
                <a:gd name="connsiteX377" fmla="*/ 3635732 w 4958557"/>
                <a:gd name="connsiteY377" fmla="*/ 385902 h 2611386"/>
                <a:gd name="connsiteX378" fmla="*/ 3636597 w 4958557"/>
                <a:gd name="connsiteY378" fmla="*/ 388495 h 2611386"/>
                <a:gd name="connsiteX379" fmla="*/ 3633715 w 4958557"/>
                <a:gd name="connsiteY379" fmla="*/ 391088 h 2611386"/>
                <a:gd name="connsiteX380" fmla="*/ 3632275 w 4958557"/>
                <a:gd name="connsiteY380" fmla="*/ 388783 h 2611386"/>
                <a:gd name="connsiteX381" fmla="*/ 3635732 w 4958557"/>
                <a:gd name="connsiteY381" fmla="*/ 385902 h 2611386"/>
                <a:gd name="connsiteX382" fmla="*/ 3645529 w 4958557"/>
                <a:gd name="connsiteY382" fmla="*/ 375817 h 2611386"/>
                <a:gd name="connsiteX383" fmla="*/ 3637173 w 4958557"/>
                <a:gd name="connsiteY383" fmla="*/ 379563 h 2611386"/>
                <a:gd name="connsiteX384" fmla="*/ 3626800 w 4958557"/>
                <a:gd name="connsiteY384" fmla="*/ 381868 h 2611386"/>
                <a:gd name="connsiteX385" fmla="*/ 3637461 w 4958557"/>
                <a:gd name="connsiteY385" fmla="*/ 377834 h 2611386"/>
                <a:gd name="connsiteX386" fmla="*/ 3645529 w 4958557"/>
                <a:gd name="connsiteY386" fmla="*/ 375817 h 2611386"/>
                <a:gd name="connsiteX387" fmla="*/ 3624494 w 4958557"/>
                <a:gd name="connsiteY387" fmla="*/ 368325 h 2611386"/>
                <a:gd name="connsiteX388" fmla="*/ 3625935 w 4958557"/>
                <a:gd name="connsiteY388" fmla="*/ 370630 h 2611386"/>
                <a:gd name="connsiteX389" fmla="*/ 3623342 w 4958557"/>
                <a:gd name="connsiteY389" fmla="*/ 372359 h 2611386"/>
                <a:gd name="connsiteX390" fmla="*/ 3621613 w 4958557"/>
                <a:gd name="connsiteY390" fmla="*/ 369766 h 2611386"/>
                <a:gd name="connsiteX391" fmla="*/ 3624494 w 4958557"/>
                <a:gd name="connsiteY391" fmla="*/ 368325 h 2611386"/>
                <a:gd name="connsiteX392" fmla="*/ 3680969 w 4958557"/>
                <a:gd name="connsiteY392" fmla="*/ 367173 h 2611386"/>
                <a:gd name="connsiteX393" fmla="*/ 3684427 w 4958557"/>
                <a:gd name="connsiteY393" fmla="*/ 369190 h 2611386"/>
                <a:gd name="connsiteX394" fmla="*/ 3680969 w 4958557"/>
                <a:gd name="connsiteY394" fmla="*/ 371495 h 2611386"/>
                <a:gd name="connsiteX395" fmla="*/ 3678376 w 4958557"/>
                <a:gd name="connsiteY395" fmla="*/ 369190 h 2611386"/>
                <a:gd name="connsiteX396" fmla="*/ 3680969 w 4958557"/>
                <a:gd name="connsiteY396" fmla="*/ 367173 h 2611386"/>
                <a:gd name="connsiteX397" fmla="*/ 3736868 w 4958557"/>
                <a:gd name="connsiteY397" fmla="*/ 357952 h 2611386"/>
                <a:gd name="connsiteX398" fmla="*/ 3740038 w 4958557"/>
                <a:gd name="connsiteY398" fmla="*/ 362562 h 2611386"/>
                <a:gd name="connsiteX399" fmla="*/ 3720445 w 4958557"/>
                <a:gd name="connsiteY399" fmla="*/ 363138 h 2611386"/>
                <a:gd name="connsiteX400" fmla="*/ 3710648 w 4958557"/>
                <a:gd name="connsiteY400" fmla="*/ 365155 h 2611386"/>
                <a:gd name="connsiteX401" fmla="*/ 3720733 w 4958557"/>
                <a:gd name="connsiteY401" fmla="*/ 358528 h 2611386"/>
                <a:gd name="connsiteX402" fmla="*/ 3736868 w 4958557"/>
                <a:gd name="connsiteY402" fmla="*/ 357952 h 2611386"/>
                <a:gd name="connsiteX403" fmla="*/ 3687885 w 4958557"/>
                <a:gd name="connsiteY403" fmla="*/ 347291 h 2611386"/>
                <a:gd name="connsiteX404" fmla="*/ 3682410 w 4958557"/>
                <a:gd name="connsiteY404" fmla="*/ 351037 h 2611386"/>
                <a:gd name="connsiteX405" fmla="*/ 3676936 w 4958557"/>
                <a:gd name="connsiteY405" fmla="*/ 352189 h 2611386"/>
                <a:gd name="connsiteX406" fmla="*/ 3682122 w 4958557"/>
                <a:gd name="connsiteY406" fmla="*/ 348732 h 2611386"/>
                <a:gd name="connsiteX407" fmla="*/ 3687885 w 4958557"/>
                <a:gd name="connsiteY407" fmla="*/ 347291 h 2611386"/>
                <a:gd name="connsiteX408" fmla="*/ 3766258 w 4958557"/>
                <a:gd name="connsiteY408" fmla="*/ 343834 h 2611386"/>
                <a:gd name="connsiteX409" fmla="*/ 3755597 w 4958557"/>
                <a:gd name="connsiteY409" fmla="*/ 351614 h 2611386"/>
                <a:gd name="connsiteX410" fmla="*/ 3766258 w 4958557"/>
                <a:gd name="connsiteY410" fmla="*/ 343834 h 2611386"/>
                <a:gd name="connsiteX411" fmla="*/ 3772885 w 4958557"/>
                <a:gd name="connsiteY411" fmla="*/ 324528 h 2611386"/>
                <a:gd name="connsiteX412" fmla="*/ 3765682 w 4958557"/>
                <a:gd name="connsiteY412" fmla="*/ 329714 h 2611386"/>
                <a:gd name="connsiteX413" fmla="*/ 3736004 w 4958557"/>
                <a:gd name="connsiteY413" fmla="*/ 338935 h 2611386"/>
                <a:gd name="connsiteX414" fmla="*/ 3734851 w 4958557"/>
                <a:gd name="connsiteY414" fmla="*/ 335765 h 2611386"/>
                <a:gd name="connsiteX415" fmla="*/ 3762512 w 4958557"/>
                <a:gd name="connsiteY415" fmla="*/ 327121 h 2611386"/>
                <a:gd name="connsiteX416" fmla="*/ 3772885 w 4958557"/>
                <a:gd name="connsiteY416" fmla="*/ 324528 h 2611386"/>
                <a:gd name="connsiteX417" fmla="*/ 3858174 w 4958557"/>
                <a:gd name="connsiteY417" fmla="*/ 316749 h 2611386"/>
                <a:gd name="connsiteX418" fmla="*/ 3846937 w 4958557"/>
                <a:gd name="connsiteY418" fmla="*/ 321359 h 2611386"/>
                <a:gd name="connsiteX419" fmla="*/ 3858174 w 4958557"/>
                <a:gd name="connsiteY419" fmla="*/ 316749 h 2611386"/>
                <a:gd name="connsiteX420" fmla="*/ 3795721 w 4958557"/>
                <a:gd name="connsiteY420" fmla="*/ 314948 h 2611386"/>
                <a:gd name="connsiteX421" fmla="*/ 3800259 w 4958557"/>
                <a:gd name="connsiteY421" fmla="*/ 316461 h 2611386"/>
                <a:gd name="connsiteX422" fmla="*/ 3797377 w 4958557"/>
                <a:gd name="connsiteY422" fmla="*/ 321071 h 2611386"/>
                <a:gd name="connsiteX423" fmla="*/ 3779801 w 4958557"/>
                <a:gd name="connsiteY423" fmla="*/ 324817 h 2611386"/>
                <a:gd name="connsiteX424" fmla="*/ 3791615 w 4958557"/>
                <a:gd name="connsiteY424" fmla="*/ 318190 h 2611386"/>
                <a:gd name="connsiteX425" fmla="*/ 3795721 w 4958557"/>
                <a:gd name="connsiteY425" fmla="*/ 314948 h 2611386"/>
                <a:gd name="connsiteX426" fmla="*/ 3856157 w 4958557"/>
                <a:gd name="connsiteY426" fmla="*/ 300325 h 2611386"/>
                <a:gd name="connsiteX427" fmla="*/ 3862496 w 4958557"/>
                <a:gd name="connsiteY427" fmla="*/ 304935 h 2611386"/>
                <a:gd name="connsiteX428" fmla="*/ 3854428 w 4958557"/>
                <a:gd name="connsiteY428" fmla="*/ 309546 h 2611386"/>
                <a:gd name="connsiteX429" fmla="*/ 3834547 w 4958557"/>
                <a:gd name="connsiteY429" fmla="*/ 311851 h 2611386"/>
                <a:gd name="connsiteX430" fmla="*/ 3820428 w 4958557"/>
                <a:gd name="connsiteY430" fmla="*/ 311563 h 2611386"/>
                <a:gd name="connsiteX431" fmla="*/ 3856157 w 4958557"/>
                <a:gd name="connsiteY431" fmla="*/ 300325 h 2611386"/>
                <a:gd name="connsiteX432" fmla="*/ 3913496 w 4958557"/>
                <a:gd name="connsiteY432" fmla="*/ 299461 h 2611386"/>
                <a:gd name="connsiteX433" fmla="*/ 3917818 w 4958557"/>
                <a:gd name="connsiteY433" fmla="*/ 300614 h 2611386"/>
                <a:gd name="connsiteX434" fmla="*/ 3916954 w 4958557"/>
                <a:gd name="connsiteY434" fmla="*/ 304647 h 2611386"/>
                <a:gd name="connsiteX435" fmla="*/ 3897072 w 4958557"/>
                <a:gd name="connsiteY435" fmla="*/ 313003 h 2611386"/>
                <a:gd name="connsiteX436" fmla="*/ 3913496 w 4958557"/>
                <a:gd name="connsiteY436" fmla="*/ 299461 h 2611386"/>
                <a:gd name="connsiteX437" fmla="*/ 3801411 w 4958557"/>
                <a:gd name="connsiteY437" fmla="*/ 284766 h 2611386"/>
                <a:gd name="connsiteX438" fmla="*/ 3805156 w 4958557"/>
                <a:gd name="connsiteY438" fmla="*/ 285630 h 2611386"/>
                <a:gd name="connsiteX439" fmla="*/ 3801122 w 4958557"/>
                <a:gd name="connsiteY439" fmla="*/ 289088 h 2611386"/>
                <a:gd name="connsiteX440" fmla="*/ 3797953 w 4958557"/>
                <a:gd name="connsiteY440" fmla="*/ 287359 h 2611386"/>
                <a:gd name="connsiteX441" fmla="*/ 3801411 w 4958557"/>
                <a:gd name="connsiteY441" fmla="*/ 284766 h 2611386"/>
                <a:gd name="connsiteX442" fmla="*/ 3986395 w 4958557"/>
                <a:gd name="connsiteY442" fmla="*/ 275545 h 2611386"/>
                <a:gd name="connsiteX443" fmla="*/ 3987835 w 4958557"/>
                <a:gd name="connsiteY443" fmla="*/ 278138 h 2611386"/>
                <a:gd name="connsiteX444" fmla="*/ 3978615 w 4958557"/>
                <a:gd name="connsiteY444" fmla="*/ 283325 h 2611386"/>
                <a:gd name="connsiteX445" fmla="*/ 3961615 w 4958557"/>
                <a:gd name="connsiteY445" fmla="*/ 287359 h 2611386"/>
                <a:gd name="connsiteX446" fmla="*/ 3975158 w 4958557"/>
                <a:gd name="connsiteY446" fmla="*/ 280732 h 2611386"/>
                <a:gd name="connsiteX447" fmla="*/ 3976886 w 4958557"/>
                <a:gd name="connsiteY447" fmla="*/ 279291 h 2611386"/>
                <a:gd name="connsiteX448" fmla="*/ 3986395 w 4958557"/>
                <a:gd name="connsiteY448" fmla="*/ 275545 h 2611386"/>
                <a:gd name="connsiteX449" fmla="*/ 4044311 w 4958557"/>
                <a:gd name="connsiteY449" fmla="*/ 258545 h 2611386"/>
                <a:gd name="connsiteX450" fmla="*/ 4045464 w 4958557"/>
                <a:gd name="connsiteY450" fmla="*/ 261715 h 2611386"/>
                <a:gd name="connsiteX451" fmla="*/ 4011176 w 4958557"/>
                <a:gd name="connsiteY451" fmla="*/ 273240 h 2611386"/>
                <a:gd name="connsiteX452" fmla="*/ 4010311 w 4958557"/>
                <a:gd name="connsiteY452" fmla="*/ 270070 h 2611386"/>
                <a:gd name="connsiteX453" fmla="*/ 4044311 w 4958557"/>
                <a:gd name="connsiteY453" fmla="*/ 258545 h 2611386"/>
                <a:gd name="connsiteX454" fmla="*/ 4112887 w 4958557"/>
                <a:gd name="connsiteY454" fmla="*/ 240105 h 2611386"/>
                <a:gd name="connsiteX455" fmla="*/ 4116057 w 4958557"/>
                <a:gd name="connsiteY455" fmla="*/ 241545 h 2611386"/>
                <a:gd name="connsiteX456" fmla="*/ 4113175 w 4958557"/>
                <a:gd name="connsiteY456" fmla="*/ 245003 h 2611386"/>
                <a:gd name="connsiteX457" fmla="*/ 4110006 w 4958557"/>
                <a:gd name="connsiteY457" fmla="*/ 243274 h 2611386"/>
                <a:gd name="connsiteX458" fmla="*/ 4112887 w 4958557"/>
                <a:gd name="connsiteY458" fmla="*/ 240105 h 2611386"/>
                <a:gd name="connsiteX459" fmla="*/ 4032786 w 4958557"/>
                <a:gd name="connsiteY459" fmla="*/ 221087 h 2611386"/>
                <a:gd name="connsiteX460" fmla="*/ 4037108 w 4958557"/>
                <a:gd name="connsiteY460" fmla="*/ 223968 h 2611386"/>
                <a:gd name="connsiteX461" fmla="*/ 4031633 w 4958557"/>
                <a:gd name="connsiteY461" fmla="*/ 229155 h 2611386"/>
                <a:gd name="connsiteX462" fmla="*/ 4027023 w 4958557"/>
                <a:gd name="connsiteY462" fmla="*/ 226850 h 2611386"/>
                <a:gd name="connsiteX463" fmla="*/ 4032786 w 4958557"/>
                <a:gd name="connsiteY463" fmla="*/ 221087 h 2611386"/>
                <a:gd name="connsiteX464" fmla="*/ 4146600 w 4958557"/>
                <a:gd name="connsiteY464" fmla="*/ 215613 h 2611386"/>
                <a:gd name="connsiteX465" fmla="*/ 4141702 w 4958557"/>
                <a:gd name="connsiteY465" fmla="*/ 221664 h 2611386"/>
                <a:gd name="connsiteX466" fmla="*/ 4142278 w 4958557"/>
                <a:gd name="connsiteY466" fmla="*/ 217342 h 2611386"/>
                <a:gd name="connsiteX467" fmla="*/ 4146600 w 4958557"/>
                <a:gd name="connsiteY467" fmla="*/ 215613 h 2611386"/>
                <a:gd name="connsiteX468" fmla="*/ 4121532 w 4958557"/>
                <a:gd name="connsiteY468" fmla="*/ 210138 h 2611386"/>
                <a:gd name="connsiteX469" fmla="*/ 4121532 w 4958557"/>
                <a:gd name="connsiteY469" fmla="*/ 219359 h 2611386"/>
                <a:gd name="connsiteX470" fmla="*/ 4107125 w 4958557"/>
                <a:gd name="connsiteY470" fmla="*/ 233189 h 2611386"/>
                <a:gd name="connsiteX471" fmla="*/ 4049210 w 4958557"/>
                <a:gd name="connsiteY471" fmla="*/ 250766 h 2611386"/>
                <a:gd name="connsiteX472" fmla="*/ 3998786 w 4958557"/>
                <a:gd name="connsiteY472" fmla="*/ 262867 h 2611386"/>
                <a:gd name="connsiteX473" fmla="*/ 3891887 w 4958557"/>
                <a:gd name="connsiteY473" fmla="*/ 293698 h 2611386"/>
                <a:gd name="connsiteX474" fmla="*/ 3882666 w 4958557"/>
                <a:gd name="connsiteY474" fmla="*/ 293410 h 2611386"/>
                <a:gd name="connsiteX475" fmla="*/ 3912344 w 4958557"/>
                <a:gd name="connsiteY475" fmla="*/ 281020 h 2611386"/>
                <a:gd name="connsiteX476" fmla="*/ 3950955 w 4958557"/>
                <a:gd name="connsiteY476" fmla="*/ 267766 h 2611386"/>
                <a:gd name="connsiteX477" fmla="*/ 4003396 w 4958557"/>
                <a:gd name="connsiteY477" fmla="*/ 253071 h 2611386"/>
                <a:gd name="connsiteX478" fmla="*/ 4015209 w 4958557"/>
                <a:gd name="connsiteY478" fmla="*/ 248460 h 2611386"/>
                <a:gd name="connsiteX479" fmla="*/ 4054108 w 4958557"/>
                <a:gd name="connsiteY479" fmla="*/ 237511 h 2611386"/>
                <a:gd name="connsiteX480" fmla="*/ 4063040 w 4958557"/>
                <a:gd name="connsiteY480" fmla="*/ 235206 h 2611386"/>
                <a:gd name="connsiteX481" fmla="*/ 4110871 w 4958557"/>
                <a:gd name="connsiteY481" fmla="*/ 211291 h 2611386"/>
                <a:gd name="connsiteX482" fmla="*/ 4121532 w 4958557"/>
                <a:gd name="connsiteY482" fmla="*/ 210138 h 2611386"/>
                <a:gd name="connsiteX483" fmla="*/ 4164464 w 4958557"/>
                <a:gd name="connsiteY483" fmla="*/ 202646 h 2611386"/>
                <a:gd name="connsiteX484" fmla="*/ 4171667 w 4958557"/>
                <a:gd name="connsiteY484" fmla="*/ 208121 h 2611386"/>
                <a:gd name="connsiteX485" fmla="*/ 4163023 w 4958557"/>
                <a:gd name="connsiteY485" fmla="*/ 213019 h 2611386"/>
                <a:gd name="connsiteX486" fmla="*/ 4159854 w 4958557"/>
                <a:gd name="connsiteY486" fmla="*/ 207832 h 2611386"/>
                <a:gd name="connsiteX487" fmla="*/ 4164464 w 4958557"/>
                <a:gd name="connsiteY487" fmla="*/ 202646 h 2611386"/>
                <a:gd name="connsiteX488" fmla="*/ 4214312 w 4958557"/>
                <a:gd name="connsiteY488" fmla="*/ 191985 h 2611386"/>
                <a:gd name="connsiteX489" fmla="*/ 4180888 w 4958557"/>
                <a:gd name="connsiteY489" fmla="*/ 205527 h 2611386"/>
                <a:gd name="connsiteX490" fmla="*/ 4214312 w 4958557"/>
                <a:gd name="connsiteY490" fmla="*/ 191985 h 2611386"/>
                <a:gd name="connsiteX491" fmla="*/ 4103667 w 4958557"/>
                <a:gd name="connsiteY491" fmla="*/ 189392 h 2611386"/>
                <a:gd name="connsiteX492" fmla="*/ 4106261 w 4958557"/>
                <a:gd name="connsiteY492" fmla="*/ 191697 h 2611386"/>
                <a:gd name="connsiteX493" fmla="*/ 4102803 w 4958557"/>
                <a:gd name="connsiteY493" fmla="*/ 195731 h 2611386"/>
                <a:gd name="connsiteX494" fmla="*/ 4099633 w 4958557"/>
                <a:gd name="connsiteY494" fmla="*/ 193426 h 2611386"/>
                <a:gd name="connsiteX495" fmla="*/ 4103667 w 4958557"/>
                <a:gd name="connsiteY495" fmla="*/ 189392 h 2611386"/>
                <a:gd name="connsiteX496" fmla="*/ 4231311 w 4958557"/>
                <a:gd name="connsiteY496" fmla="*/ 182765 h 2611386"/>
                <a:gd name="connsiteX497" fmla="*/ 4223532 w 4958557"/>
                <a:gd name="connsiteY497" fmla="*/ 192274 h 2611386"/>
                <a:gd name="connsiteX498" fmla="*/ 4221803 w 4958557"/>
                <a:gd name="connsiteY498" fmla="*/ 189968 h 2611386"/>
                <a:gd name="connsiteX499" fmla="*/ 4231311 w 4958557"/>
                <a:gd name="connsiteY499" fmla="*/ 182765 h 2611386"/>
                <a:gd name="connsiteX500" fmla="*/ 4324813 w 4958557"/>
                <a:gd name="connsiteY500" fmla="*/ 148693 h 2611386"/>
                <a:gd name="connsiteX501" fmla="*/ 4328991 w 4958557"/>
                <a:gd name="connsiteY501" fmla="*/ 150206 h 2611386"/>
                <a:gd name="connsiteX502" fmla="*/ 4324093 w 4958557"/>
                <a:gd name="connsiteY502" fmla="*/ 159714 h 2611386"/>
                <a:gd name="connsiteX503" fmla="*/ 4320059 w 4958557"/>
                <a:gd name="connsiteY503" fmla="*/ 161731 h 2611386"/>
                <a:gd name="connsiteX504" fmla="*/ 4324669 w 4958557"/>
                <a:gd name="connsiteY504" fmla="*/ 165765 h 2611386"/>
                <a:gd name="connsiteX505" fmla="*/ 4329279 w 4958557"/>
                <a:gd name="connsiteY505" fmla="*/ 168646 h 2611386"/>
                <a:gd name="connsiteX506" fmla="*/ 4333889 w 4958557"/>
                <a:gd name="connsiteY506" fmla="*/ 165765 h 2611386"/>
                <a:gd name="connsiteX507" fmla="*/ 4339076 w 4958557"/>
                <a:gd name="connsiteY507" fmla="*/ 164036 h 2611386"/>
                <a:gd name="connsiteX508" fmla="*/ 4344838 w 4958557"/>
                <a:gd name="connsiteY508" fmla="*/ 165477 h 2611386"/>
                <a:gd name="connsiteX509" fmla="*/ 4338788 w 4958557"/>
                <a:gd name="connsiteY509" fmla="*/ 168646 h 2611386"/>
                <a:gd name="connsiteX510" fmla="*/ 4329279 w 4958557"/>
                <a:gd name="connsiteY510" fmla="*/ 170663 h 2611386"/>
                <a:gd name="connsiteX511" fmla="*/ 4271940 w 4958557"/>
                <a:gd name="connsiteY511" fmla="*/ 187375 h 2611386"/>
                <a:gd name="connsiteX512" fmla="*/ 4220363 w 4958557"/>
                <a:gd name="connsiteY512" fmla="*/ 206392 h 2611386"/>
                <a:gd name="connsiteX513" fmla="*/ 4192126 w 4958557"/>
                <a:gd name="connsiteY513" fmla="*/ 216477 h 2611386"/>
                <a:gd name="connsiteX514" fmla="*/ 4190397 w 4958557"/>
                <a:gd name="connsiteY514" fmla="*/ 216765 h 2611386"/>
                <a:gd name="connsiteX515" fmla="*/ 4169939 w 4958557"/>
                <a:gd name="connsiteY515" fmla="*/ 223104 h 2611386"/>
                <a:gd name="connsiteX516" fmla="*/ 4158702 w 4958557"/>
                <a:gd name="connsiteY516" fmla="*/ 225121 h 2611386"/>
                <a:gd name="connsiteX517" fmla="*/ 4151786 w 4958557"/>
                <a:gd name="connsiteY517" fmla="*/ 225986 h 2611386"/>
                <a:gd name="connsiteX518" fmla="*/ 4157261 w 4958557"/>
                <a:gd name="connsiteY518" fmla="*/ 219935 h 2611386"/>
                <a:gd name="connsiteX519" fmla="*/ 4163024 w 4958557"/>
                <a:gd name="connsiteY519" fmla="*/ 219070 h 2611386"/>
                <a:gd name="connsiteX520" fmla="*/ 4189244 w 4958557"/>
                <a:gd name="connsiteY520" fmla="*/ 214748 h 2611386"/>
                <a:gd name="connsiteX521" fmla="*/ 4236787 w 4958557"/>
                <a:gd name="connsiteY521" fmla="*/ 191986 h 2611386"/>
                <a:gd name="connsiteX522" fmla="*/ 4237940 w 4958557"/>
                <a:gd name="connsiteY522" fmla="*/ 191409 h 2611386"/>
                <a:gd name="connsiteX523" fmla="*/ 4256957 w 4958557"/>
                <a:gd name="connsiteY523" fmla="*/ 184782 h 2611386"/>
                <a:gd name="connsiteX524" fmla="*/ 4266177 w 4958557"/>
                <a:gd name="connsiteY524" fmla="*/ 175850 h 2611386"/>
                <a:gd name="connsiteX525" fmla="*/ 4295279 w 4958557"/>
                <a:gd name="connsiteY525" fmla="*/ 165765 h 2611386"/>
                <a:gd name="connsiteX526" fmla="*/ 4309686 w 4958557"/>
                <a:gd name="connsiteY526" fmla="*/ 166053 h 2611386"/>
                <a:gd name="connsiteX527" fmla="*/ 4316025 w 4958557"/>
                <a:gd name="connsiteY527" fmla="*/ 154240 h 2611386"/>
                <a:gd name="connsiteX528" fmla="*/ 4321499 w 4958557"/>
                <a:gd name="connsiteY528" fmla="*/ 152799 h 2611386"/>
                <a:gd name="connsiteX529" fmla="*/ 4324813 w 4958557"/>
                <a:gd name="connsiteY529" fmla="*/ 148693 h 2611386"/>
                <a:gd name="connsiteX530" fmla="*/ 4317753 w 4958557"/>
                <a:gd name="connsiteY530" fmla="*/ 130900 h 2611386"/>
                <a:gd name="connsiteX531" fmla="*/ 4311702 w 4958557"/>
                <a:gd name="connsiteY531" fmla="*/ 134069 h 2611386"/>
                <a:gd name="connsiteX532" fmla="*/ 4310838 w 4958557"/>
                <a:gd name="connsiteY532" fmla="*/ 132340 h 2611386"/>
                <a:gd name="connsiteX533" fmla="*/ 4317753 w 4958557"/>
                <a:gd name="connsiteY533" fmla="*/ 130900 h 2611386"/>
                <a:gd name="connsiteX534" fmla="*/ 4382295 w 4958557"/>
                <a:gd name="connsiteY534" fmla="*/ 130036 h 2611386"/>
                <a:gd name="connsiteX535" fmla="*/ 4392092 w 4958557"/>
                <a:gd name="connsiteY535" fmla="*/ 133493 h 2611386"/>
                <a:gd name="connsiteX536" fmla="*/ 4381143 w 4958557"/>
                <a:gd name="connsiteY536" fmla="*/ 134934 h 2611386"/>
                <a:gd name="connsiteX537" fmla="*/ 4362414 w 4958557"/>
                <a:gd name="connsiteY537" fmla="*/ 140408 h 2611386"/>
                <a:gd name="connsiteX538" fmla="*/ 4348583 w 4958557"/>
                <a:gd name="connsiteY538" fmla="*/ 149053 h 2611386"/>
                <a:gd name="connsiteX539" fmla="*/ 4343685 w 4958557"/>
                <a:gd name="connsiteY539" fmla="*/ 148476 h 2611386"/>
                <a:gd name="connsiteX540" fmla="*/ 4344549 w 4958557"/>
                <a:gd name="connsiteY540" fmla="*/ 143002 h 2611386"/>
                <a:gd name="connsiteX541" fmla="*/ 4362414 w 4958557"/>
                <a:gd name="connsiteY541" fmla="*/ 137239 h 2611386"/>
                <a:gd name="connsiteX542" fmla="*/ 4378838 w 4958557"/>
                <a:gd name="connsiteY542" fmla="*/ 130612 h 2611386"/>
                <a:gd name="connsiteX543" fmla="*/ 4382295 w 4958557"/>
                <a:gd name="connsiteY543" fmla="*/ 130036 h 2611386"/>
                <a:gd name="connsiteX544" fmla="*/ 4679654 w 4958557"/>
                <a:gd name="connsiteY544" fmla="*/ 54760 h 2611386"/>
                <a:gd name="connsiteX545" fmla="*/ 4686280 w 4958557"/>
                <a:gd name="connsiteY545" fmla="*/ 55985 h 2611386"/>
                <a:gd name="connsiteX546" fmla="*/ 4674755 w 4958557"/>
                <a:gd name="connsiteY546" fmla="*/ 58290 h 2611386"/>
                <a:gd name="connsiteX547" fmla="*/ 4679654 w 4958557"/>
                <a:gd name="connsiteY547" fmla="*/ 54760 h 2611386"/>
                <a:gd name="connsiteX548" fmla="*/ 4777332 w 4958557"/>
                <a:gd name="connsiteY548" fmla="*/ 30340 h 2611386"/>
                <a:gd name="connsiteX549" fmla="*/ 4777332 w 4958557"/>
                <a:gd name="connsiteY549" fmla="*/ 33222 h 2611386"/>
                <a:gd name="connsiteX550" fmla="*/ 4767536 w 4958557"/>
                <a:gd name="connsiteY550" fmla="*/ 34086 h 2611386"/>
                <a:gd name="connsiteX551" fmla="*/ 4777332 w 4958557"/>
                <a:gd name="connsiteY551" fmla="*/ 30340 h 2611386"/>
                <a:gd name="connsiteX552" fmla="*/ 4838993 w 4958557"/>
                <a:gd name="connsiteY552" fmla="*/ 14492 h 2611386"/>
                <a:gd name="connsiteX553" fmla="*/ 4840434 w 4958557"/>
                <a:gd name="connsiteY553" fmla="*/ 16509 h 2611386"/>
                <a:gd name="connsiteX554" fmla="*/ 4836976 w 4958557"/>
                <a:gd name="connsiteY554" fmla="*/ 18815 h 2611386"/>
                <a:gd name="connsiteX555" fmla="*/ 4834383 w 4958557"/>
                <a:gd name="connsiteY555" fmla="*/ 16221 h 2611386"/>
                <a:gd name="connsiteX556" fmla="*/ 4838993 w 4958557"/>
                <a:gd name="connsiteY556" fmla="*/ 14492 h 2611386"/>
                <a:gd name="connsiteX557" fmla="*/ 4887978 w 4958557"/>
                <a:gd name="connsiteY557" fmla="*/ 85 h 2611386"/>
                <a:gd name="connsiteX558" fmla="*/ 4881639 w 4958557"/>
                <a:gd name="connsiteY558" fmla="*/ 6136 h 2611386"/>
                <a:gd name="connsiteX559" fmla="*/ 4893164 w 4958557"/>
                <a:gd name="connsiteY559" fmla="*/ 2102 h 2611386"/>
                <a:gd name="connsiteX560" fmla="*/ 4878757 w 4958557"/>
                <a:gd name="connsiteY560" fmla="*/ 12763 h 2611386"/>
                <a:gd name="connsiteX561" fmla="*/ 4836689 w 4958557"/>
                <a:gd name="connsiteY561" fmla="*/ 41289 h 2611386"/>
                <a:gd name="connsiteX562" fmla="*/ 4821994 w 4958557"/>
                <a:gd name="connsiteY562" fmla="*/ 58001 h 2611386"/>
                <a:gd name="connsiteX563" fmla="*/ 4811045 w 4958557"/>
                <a:gd name="connsiteY563" fmla="*/ 66357 h 2611386"/>
                <a:gd name="connsiteX564" fmla="*/ 4809316 w 4958557"/>
                <a:gd name="connsiteY564" fmla="*/ 69238 h 2611386"/>
                <a:gd name="connsiteX565" fmla="*/ 4778197 w 4958557"/>
                <a:gd name="connsiteY565" fmla="*/ 89408 h 2611386"/>
                <a:gd name="connsiteX566" fmla="*/ 4768689 w 4958557"/>
                <a:gd name="connsiteY566" fmla="*/ 95459 h 2611386"/>
                <a:gd name="connsiteX567" fmla="*/ 4764367 w 4958557"/>
                <a:gd name="connsiteY567" fmla="*/ 97476 h 2611386"/>
                <a:gd name="connsiteX568" fmla="*/ 4762350 w 4958557"/>
                <a:gd name="connsiteY568" fmla="*/ 106408 h 2611386"/>
                <a:gd name="connsiteX569" fmla="*/ 4746790 w 4958557"/>
                <a:gd name="connsiteY569" fmla="*/ 113323 h 2611386"/>
                <a:gd name="connsiteX570" fmla="*/ 4734112 w 4958557"/>
                <a:gd name="connsiteY570" fmla="*/ 130035 h 2611386"/>
                <a:gd name="connsiteX571" fmla="*/ 4698671 w 4958557"/>
                <a:gd name="connsiteY571" fmla="*/ 157696 h 2611386"/>
                <a:gd name="connsiteX572" fmla="*/ 4680231 w 4958557"/>
                <a:gd name="connsiteY572" fmla="*/ 170951 h 2611386"/>
                <a:gd name="connsiteX573" fmla="*/ 4676485 w 4958557"/>
                <a:gd name="connsiteY573" fmla="*/ 183053 h 2611386"/>
                <a:gd name="connsiteX574" fmla="*/ 4688587 w 4958557"/>
                <a:gd name="connsiteY574" fmla="*/ 179883 h 2611386"/>
                <a:gd name="connsiteX575" fmla="*/ 4711638 w 4958557"/>
                <a:gd name="connsiteY575" fmla="*/ 160002 h 2611386"/>
                <a:gd name="connsiteX576" fmla="*/ 4733248 w 4958557"/>
                <a:gd name="connsiteY576" fmla="*/ 146747 h 2611386"/>
                <a:gd name="connsiteX577" fmla="*/ 4777621 w 4958557"/>
                <a:gd name="connsiteY577" fmla="*/ 114764 h 2611386"/>
                <a:gd name="connsiteX578" fmla="*/ 4841011 w 4958557"/>
                <a:gd name="connsiteY578" fmla="*/ 72696 h 2611386"/>
                <a:gd name="connsiteX579" fmla="*/ 4847926 w 4958557"/>
                <a:gd name="connsiteY579" fmla="*/ 60018 h 2611386"/>
                <a:gd name="connsiteX580" fmla="*/ 4843604 w 4958557"/>
                <a:gd name="connsiteY580" fmla="*/ 71543 h 2611386"/>
                <a:gd name="connsiteX581" fmla="*/ 4875011 w 4958557"/>
                <a:gd name="connsiteY581" fmla="*/ 49933 h 2611386"/>
                <a:gd name="connsiteX582" fmla="*/ 4887401 w 4958557"/>
                <a:gd name="connsiteY582" fmla="*/ 41289 h 2611386"/>
                <a:gd name="connsiteX583" fmla="*/ 4895469 w 4958557"/>
                <a:gd name="connsiteY583" fmla="*/ 41289 h 2611386"/>
                <a:gd name="connsiteX584" fmla="*/ 4892012 w 4958557"/>
                <a:gd name="connsiteY584" fmla="*/ 48204 h 2611386"/>
                <a:gd name="connsiteX585" fmla="*/ 4891147 w 4958557"/>
                <a:gd name="connsiteY585" fmla="*/ 52814 h 2611386"/>
                <a:gd name="connsiteX586" fmla="*/ 4896910 w 4958557"/>
                <a:gd name="connsiteY586" fmla="*/ 51374 h 2611386"/>
                <a:gd name="connsiteX587" fmla="*/ 4901808 w 4958557"/>
                <a:gd name="connsiteY587" fmla="*/ 37255 h 2611386"/>
                <a:gd name="connsiteX588" fmla="*/ 4910452 w 4958557"/>
                <a:gd name="connsiteY588" fmla="*/ 26882 h 2611386"/>
                <a:gd name="connsiteX589" fmla="*/ 4917944 w 4958557"/>
                <a:gd name="connsiteY589" fmla="*/ 31204 h 2611386"/>
                <a:gd name="connsiteX590" fmla="*/ 4915639 w 4958557"/>
                <a:gd name="connsiteY590" fmla="*/ 39848 h 2611386"/>
                <a:gd name="connsiteX591" fmla="*/ 4919961 w 4958557"/>
                <a:gd name="connsiteY591" fmla="*/ 52526 h 2611386"/>
                <a:gd name="connsiteX592" fmla="*/ 4924571 w 4958557"/>
                <a:gd name="connsiteY592" fmla="*/ 62611 h 2611386"/>
                <a:gd name="connsiteX593" fmla="*/ 4917368 w 4958557"/>
                <a:gd name="connsiteY593" fmla="*/ 74425 h 2611386"/>
                <a:gd name="connsiteX594" fmla="*/ 4925435 w 4958557"/>
                <a:gd name="connsiteY594" fmla="*/ 91137 h 2611386"/>
                <a:gd name="connsiteX595" fmla="*/ 4931775 w 4958557"/>
                <a:gd name="connsiteY595" fmla="*/ 102662 h 2611386"/>
                <a:gd name="connsiteX596" fmla="*/ 4932639 w 4958557"/>
                <a:gd name="connsiteY596" fmla="*/ 120239 h 2611386"/>
                <a:gd name="connsiteX597" fmla="*/ 4931775 w 4958557"/>
                <a:gd name="connsiteY597" fmla="*/ 128018 h 2611386"/>
                <a:gd name="connsiteX598" fmla="*/ 4929758 w 4958557"/>
                <a:gd name="connsiteY598" fmla="*/ 135798 h 2611386"/>
                <a:gd name="connsiteX599" fmla="*/ 4937249 w 4958557"/>
                <a:gd name="connsiteY599" fmla="*/ 135510 h 2611386"/>
                <a:gd name="connsiteX600" fmla="*/ 4948486 w 4958557"/>
                <a:gd name="connsiteY600" fmla="*/ 133781 h 2611386"/>
                <a:gd name="connsiteX601" fmla="*/ 4949639 w 4958557"/>
                <a:gd name="connsiteY601" fmla="*/ 151646 h 2611386"/>
                <a:gd name="connsiteX602" fmla="*/ 4942724 w 4958557"/>
                <a:gd name="connsiteY602" fmla="*/ 163459 h 2611386"/>
                <a:gd name="connsiteX603" fmla="*/ 4948775 w 4958557"/>
                <a:gd name="connsiteY603" fmla="*/ 166341 h 2611386"/>
                <a:gd name="connsiteX604" fmla="*/ 4958283 w 4958557"/>
                <a:gd name="connsiteY604" fmla="*/ 165764 h 2611386"/>
                <a:gd name="connsiteX605" fmla="*/ 4953385 w 4958557"/>
                <a:gd name="connsiteY605" fmla="*/ 167493 h 2611386"/>
                <a:gd name="connsiteX606" fmla="*/ 4954537 w 4958557"/>
                <a:gd name="connsiteY606" fmla="*/ 174697 h 2611386"/>
                <a:gd name="connsiteX607" fmla="*/ 4930622 w 4958557"/>
                <a:gd name="connsiteY607" fmla="*/ 201205 h 2611386"/>
                <a:gd name="connsiteX608" fmla="*/ 4929469 w 4958557"/>
                <a:gd name="connsiteY608" fmla="*/ 214460 h 2611386"/>
                <a:gd name="connsiteX609" fmla="*/ 4929758 w 4958557"/>
                <a:gd name="connsiteY609" fmla="*/ 223392 h 2611386"/>
                <a:gd name="connsiteX610" fmla="*/ 4909300 w 4958557"/>
                <a:gd name="connsiteY610" fmla="*/ 252782 h 2611386"/>
                <a:gd name="connsiteX611" fmla="*/ 4891724 w 4958557"/>
                <a:gd name="connsiteY611" fmla="*/ 266324 h 2611386"/>
                <a:gd name="connsiteX612" fmla="*/ 4892588 w 4958557"/>
                <a:gd name="connsiteY612" fmla="*/ 268629 h 2611386"/>
                <a:gd name="connsiteX613" fmla="*/ 4909300 w 4958557"/>
                <a:gd name="connsiteY613" fmla="*/ 270358 h 2611386"/>
                <a:gd name="connsiteX614" fmla="*/ 4898927 w 4958557"/>
                <a:gd name="connsiteY614" fmla="*/ 278426 h 2611386"/>
                <a:gd name="connsiteX615" fmla="*/ 4896334 w 4958557"/>
                <a:gd name="connsiteY615" fmla="*/ 285341 h 2611386"/>
                <a:gd name="connsiteX616" fmla="*/ 4898927 w 4958557"/>
                <a:gd name="connsiteY616" fmla="*/ 298308 h 2611386"/>
                <a:gd name="connsiteX617" fmla="*/ 4890283 w 4958557"/>
                <a:gd name="connsiteY617" fmla="*/ 304935 h 2611386"/>
                <a:gd name="connsiteX618" fmla="*/ 4886249 w 4958557"/>
                <a:gd name="connsiteY618" fmla="*/ 310409 h 2611386"/>
                <a:gd name="connsiteX619" fmla="*/ 4893452 w 4958557"/>
                <a:gd name="connsiteY619" fmla="*/ 311562 h 2611386"/>
                <a:gd name="connsiteX620" fmla="*/ 4896046 w 4958557"/>
                <a:gd name="connsiteY620" fmla="*/ 315308 h 2611386"/>
                <a:gd name="connsiteX621" fmla="*/ 4906707 w 4958557"/>
                <a:gd name="connsiteY621" fmla="*/ 316460 h 2611386"/>
                <a:gd name="connsiteX622" fmla="*/ 4910452 w 4958557"/>
                <a:gd name="connsiteY622" fmla="*/ 319630 h 2611386"/>
                <a:gd name="connsiteX623" fmla="*/ 4894893 w 4958557"/>
                <a:gd name="connsiteY623" fmla="*/ 333748 h 2611386"/>
                <a:gd name="connsiteX624" fmla="*/ 4888266 w 4958557"/>
                <a:gd name="connsiteY624" fmla="*/ 343833 h 2611386"/>
                <a:gd name="connsiteX625" fmla="*/ 4896622 w 4958557"/>
                <a:gd name="connsiteY625" fmla="*/ 345274 h 2611386"/>
                <a:gd name="connsiteX626" fmla="*/ 4909300 w 4958557"/>
                <a:gd name="connsiteY626" fmla="*/ 346715 h 2611386"/>
                <a:gd name="connsiteX627" fmla="*/ 4897486 w 4958557"/>
                <a:gd name="connsiteY627" fmla="*/ 362850 h 2611386"/>
                <a:gd name="connsiteX628" fmla="*/ 4892300 w 4958557"/>
                <a:gd name="connsiteY628" fmla="*/ 369766 h 2611386"/>
                <a:gd name="connsiteX629" fmla="*/ 4890571 w 4958557"/>
                <a:gd name="connsiteY629" fmla="*/ 378986 h 2611386"/>
                <a:gd name="connsiteX630" fmla="*/ 4887113 w 4958557"/>
                <a:gd name="connsiteY630" fmla="*/ 389647 h 2611386"/>
                <a:gd name="connsiteX631" fmla="*/ 4895469 w 4958557"/>
                <a:gd name="connsiteY631" fmla="*/ 387630 h 2611386"/>
                <a:gd name="connsiteX632" fmla="*/ 4904978 w 4958557"/>
                <a:gd name="connsiteY632" fmla="*/ 388783 h 2611386"/>
                <a:gd name="connsiteX633" fmla="*/ 4904978 w 4958557"/>
                <a:gd name="connsiteY633" fmla="*/ 389935 h 2611386"/>
                <a:gd name="connsiteX634" fmla="*/ 4904113 w 4958557"/>
                <a:gd name="connsiteY634" fmla="*/ 390800 h 2611386"/>
                <a:gd name="connsiteX635" fmla="*/ 4900080 w 4958557"/>
                <a:gd name="connsiteY635" fmla="*/ 407512 h 2611386"/>
                <a:gd name="connsiteX636" fmla="*/ 4883079 w 4958557"/>
                <a:gd name="connsiteY636" fmla="*/ 413851 h 2611386"/>
                <a:gd name="connsiteX637" fmla="*/ 4878181 w 4958557"/>
                <a:gd name="connsiteY637" fmla="*/ 421054 h 2611386"/>
                <a:gd name="connsiteX638" fmla="*/ 4879333 w 4958557"/>
                <a:gd name="connsiteY638" fmla="*/ 428546 h 2611386"/>
                <a:gd name="connsiteX639" fmla="*/ 4881062 w 4958557"/>
                <a:gd name="connsiteY639" fmla="*/ 427681 h 2611386"/>
                <a:gd name="connsiteX640" fmla="*/ 4898062 w 4958557"/>
                <a:gd name="connsiteY640" fmla="*/ 415868 h 2611386"/>
                <a:gd name="connsiteX641" fmla="*/ 4912757 w 4958557"/>
                <a:gd name="connsiteY641" fmla="*/ 406071 h 2611386"/>
                <a:gd name="connsiteX642" fmla="*/ 4918520 w 4958557"/>
                <a:gd name="connsiteY642" fmla="*/ 408952 h 2611386"/>
                <a:gd name="connsiteX643" fmla="*/ 4912469 w 4958557"/>
                <a:gd name="connsiteY643" fmla="*/ 420766 h 2611386"/>
                <a:gd name="connsiteX644" fmla="*/ 4882215 w 4958557"/>
                <a:gd name="connsiteY644" fmla="*/ 443817 h 2611386"/>
                <a:gd name="connsiteX645" fmla="*/ 4883944 w 4958557"/>
                <a:gd name="connsiteY645" fmla="*/ 443529 h 2611386"/>
                <a:gd name="connsiteX646" fmla="*/ 4895181 w 4958557"/>
                <a:gd name="connsiteY646" fmla="*/ 441800 h 2611386"/>
                <a:gd name="connsiteX647" fmla="*/ 4896334 w 4958557"/>
                <a:gd name="connsiteY647" fmla="*/ 459664 h 2611386"/>
                <a:gd name="connsiteX648" fmla="*/ 4889418 w 4958557"/>
                <a:gd name="connsiteY648" fmla="*/ 471478 h 2611386"/>
                <a:gd name="connsiteX649" fmla="*/ 4895469 w 4958557"/>
                <a:gd name="connsiteY649" fmla="*/ 474359 h 2611386"/>
                <a:gd name="connsiteX650" fmla="*/ 4904978 w 4958557"/>
                <a:gd name="connsiteY650" fmla="*/ 473783 h 2611386"/>
                <a:gd name="connsiteX651" fmla="*/ 4899503 w 4958557"/>
                <a:gd name="connsiteY651" fmla="*/ 477817 h 2611386"/>
                <a:gd name="connsiteX652" fmla="*/ 4900656 w 4958557"/>
                <a:gd name="connsiteY652" fmla="*/ 485021 h 2611386"/>
                <a:gd name="connsiteX653" fmla="*/ 4876740 w 4958557"/>
                <a:gd name="connsiteY653" fmla="*/ 511529 h 2611386"/>
                <a:gd name="connsiteX654" fmla="*/ 4875588 w 4958557"/>
                <a:gd name="connsiteY654" fmla="*/ 524784 h 2611386"/>
                <a:gd name="connsiteX655" fmla="*/ 4875876 w 4958557"/>
                <a:gd name="connsiteY655" fmla="*/ 533716 h 2611386"/>
                <a:gd name="connsiteX656" fmla="*/ 4855418 w 4958557"/>
                <a:gd name="connsiteY656" fmla="*/ 563106 h 2611386"/>
                <a:gd name="connsiteX657" fmla="*/ 4837842 w 4958557"/>
                <a:gd name="connsiteY657" fmla="*/ 576648 h 2611386"/>
                <a:gd name="connsiteX658" fmla="*/ 4838706 w 4958557"/>
                <a:gd name="connsiteY658" fmla="*/ 578953 h 2611386"/>
                <a:gd name="connsiteX659" fmla="*/ 4855418 w 4958557"/>
                <a:gd name="connsiteY659" fmla="*/ 580682 h 2611386"/>
                <a:gd name="connsiteX660" fmla="*/ 4845045 w 4958557"/>
                <a:gd name="connsiteY660" fmla="*/ 588750 h 2611386"/>
                <a:gd name="connsiteX661" fmla="*/ 4842452 w 4958557"/>
                <a:gd name="connsiteY661" fmla="*/ 595665 h 2611386"/>
                <a:gd name="connsiteX662" fmla="*/ 4845045 w 4958557"/>
                <a:gd name="connsiteY662" fmla="*/ 608631 h 2611386"/>
                <a:gd name="connsiteX663" fmla="*/ 4836401 w 4958557"/>
                <a:gd name="connsiteY663" fmla="*/ 615259 h 2611386"/>
                <a:gd name="connsiteX664" fmla="*/ 4832367 w 4958557"/>
                <a:gd name="connsiteY664" fmla="*/ 620733 h 2611386"/>
                <a:gd name="connsiteX665" fmla="*/ 4839571 w 4958557"/>
                <a:gd name="connsiteY665" fmla="*/ 621886 h 2611386"/>
                <a:gd name="connsiteX666" fmla="*/ 4842164 w 4958557"/>
                <a:gd name="connsiteY666" fmla="*/ 625632 h 2611386"/>
                <a:gd name="connsiteX667" fmla="*/ 4852825 w 4958557"/>
                <a:gd name="connsiteY667" fmla="*/ 626784 h 2611386"/>
                <a:gd name="connsiteX668" fmla="*/ 4856571 w 4958557"/>
                <a:gd name="connsiteY668" fmla="*/ 629954 h 2611386"/>
                <a:gd name="connsiteX669" fmla="*/ 4841011 w 4958557"/>
                <a:gd name="connsiteY669" fmla="*/ 644072 h 2611386"/>
                <a:gd name="connsiteX670" fmla="*/ 4834384 w 4958557"/>
                <a:gd name="connsiteY670" fmla="*/ 654157 h 2611386"/>
                <a:gd name="connsiteX671" fmla="*/ 4842740 w 4958557"/>
                <a:gd name="connsiteY671" fmla="*/ 655598 h 2611386"/>
                <a:gd name="connsiteX672" fmla="*/ 4855418 w 4958557"/>
                <a:gd name="connsiteY672" fmla="*/ 657039 h 2611386"/>
                <a:gd name="connsiteX673" fmla="*/ 4843604 w 4958557"/>
                <a:gd name="connsiteY673" fmla="*/ 673174 h 2611386"/>
                <a:gd name="connsiteX674" fmla="*/ 4838418 w 4958557"/>
                <a:gd name="connsiteY674" fmla="*/ 680090 h 2611386"/>
                <a:gd name="connsiteX675" fmla="*/ 4836689 w 4958557"/>
                <a:gd name="connsiteY675" fmla="*/ 689310 h 2611386"/>
                <a:gd name="connsiteX676" fmla="*/ 4833232 w 4958557"/>
                <a:gd name="connsiteY676" fmla="*/ 699971 h 2611386"/>
                <a:gd name="connsiteX677" fmla="*/ 4841588 w 4958557"/>
                <a:gd name="connsiteY677" fmla="*/ 697954 h 2611386"/>
                <a:gd name="connsiteX678" fmla="*/ 4851096 w 4958557"/>
                <a:gd name="connsiteY678" fmla="*/ 699107 h 2611386"/>
                <a:gd name="connsiteX679" fmla="*/ 4851096 w 4958557"/>
                <a:gd name="connsiteY679" fmla="*/ 700259 h 2611386"/>
                <a:gd name="connsiteX680" fmla="*/ 4850232 w 4958557"/>
                <a:gd name="connsiteY680" fmla="*/ 701124 h 2611386"/>
                <a:gd name="connsiteX681" fmla="*/ 4846198 w 4958557"/>
                <a:gd name="connsiteY681" fmla="*/ 717836 h 2611386"/>
                <a:gd name="connsiteX682" fmla="*/ 4842740 w 4958557"/>
                <a:gd name="connsiteY682" fmla="*/ 720141 h 2611386"/>
                <a:gd name="connsiteX683" fmla="*/ 4838130 w 4958557"/>
                <a:gd name="connsiteY683" fmla="*/ 723310 h 2611386"/>
                <a:gd name="connsiteX684" fmla="*/ 4838706 w 4958557"/>
                <a:gd name="connsiteY684" fmla="*/ 728785 h 2611386"/>
                <a:gd name="connsiteX685" fmla="*/ 4843893 w 4958557"/>
                <a:gd name="connsiteY685" fmla="*/ 726480 h 2611386"/>
                <a:gd name="connsiteX686" fmla="*/ 4858588 w 4958557"/>
                <a:gd name="connsiteY686" fmla="*/ 716683 h 2611386"/>
                <a:gd name="connsiteX687" fmla="*/ 4864350 w 4958557"/>
                <a:gd name="connsiteY687" fmla="*/ 719564 h 2611386"/>
                <a:gd name="connsiteX688" fmla="*/ 4858300 w 4958557"/>
                <a:gd name="connsiteY688" fmla="*/ 731378 h 2611386"/>
                <a:gd name="connsiteX689" fmla="*/ 4835249 w 4958557"/>
                <a:gd name="connsiteY689" fmla="*/ 750107 h 2611386"/>
                <a:gd name="connsiteX690" fmla="*/ 4838130 w 4958557"/>
                <a:gd name="connsiteY690" fmla="*/ 762209 h 2611386"/>
                <a:gd name="connsiteX691" fmla="*/ 4841299 w 4958557"/>
                <a:gd name="connsiteY691" fmla="*/ 771429 h 2611386"/>
                <a:gd name="connsiteX692" fmla="*/ 4839571 w 4958557"/>
                <a:gd name="connsiteY692" fmla="*/ 784395 h 2611386"/>
                <a:gd name="connsiteX693" fmla="*/ 4837842 w 4958557"/>
                <a:gd name="connsiteY693" fmla="*/ 789870 h 2611386"/>
                <a:gd name="connsiteX694" fmla="*/ 4835249 w 4958557"/>
                <a:gd name="connsiteY694" fmla="*/ 795345 h 2611386"/>
                <a:gd name="connsiteX695" fmla="*/ 4840723 w 4958557"/>
                <a:gd name="connsiteY695" fmla="*/ 796209 h 2611386"/>
                <a:gd name="connsiteX696" fmla="*/ 4849079 w 4958557"/>
                <a:gd name="connsiteY696" fmla="*/ 796497 h 2611386"/>
                <a:gd name="connsiteX697" fmla="*/ 4847638 w 4958557"/>
                <a:gd name="connsiteY697" fmla="*/ 809751 h 2611386"/>
                <a:gd name="connsiteX698" fmla="*/ 4841011 w 4958557"/>
                <a:gd name="connsiteY698" fmla="*/ 817531 h 2611386"/>
                <a:gd name="connsiteX699" fmla="*/ 4845045 w 4958557"/>
                <a:gd name="connsiteY699" fmla="*/ 820701 h 2611386"/>
                <a:gd name="connsiteX700" fmla="*/ 4851960 w 4958557"/>
                <a:gd name="connsiteY700" fmla="*/ 821565 h 2611386"/>
                <a:gd name="connsiteX701" fmla="*/ 4847350 w 4958557"/>
                <a:gd name="connsiteY701" fmla="*/ 823870 h 2611386"/>
                <a:gd name="connsiteX702" fmla="*/ 4847062 w 4958557"/>
                <a:gd name="connsiteY702" fmla="*/ 829345 h 2611386"/>
                <a:gd name="connsiteX703" fmla="*/ 4826028 w 4958557"/>
                <a:gd name="connsiteY703" fmla="*/ 845480 h 2611386"/>
                <a:gd name="connsiteX704" fmla="*/ 4823435 w 4958557"/>
                <a:gd name="connsiteY704" fmla="*/ 854989 h 2611386"/>
                <a:gd name="connsiteX705" fmla="*/ 4822571 w 4958557"/>
                <a:gd name="connsiteY705" fmla="*/ 861616 h 2611386"/>
                <a:gd name="connsiteX706" fmla="*/ 4803554 w 4958557"/>
                <a:gd name="connsiteY706" fmla="*/ 880345 h 2611386"/>
                <a:gd name="connsiteX707" fmla="*/ 4788858 w 4958557"/>
                <a:gd name="connsiteY707" fmla="*/ 888125 h 2611386"/>
                <a:gd name="connsiteX708" fmla="*/ 4789147 w 4958557"/>
                <a:gd name="connsiteY708" fmla="*/ 889854 h 2611386"/>
                <a:gd name="connsiteX709" fmla="*/ 4801248 w 4958557"/>
                <a:gd name="connsiteY709" fmla="*/ 893311 h 2611386"/>
                <a:gd name="connsiteX710" fmla="*/ 4792604 w 4958557"/>
                <a:gd name="connsiteY710" fmla="*/ 897921 h 2611386"/>
                <a:gd name="connsiteX711" fmla="*/ 4789723 w 4958557"/>
                <a:gd name="connsiteY711" fmla="*/ 902532 h 2611386"/>
                <a:gd name="connsiteX712" fmla="*/ 4789723 w 4958557"/>
                <a:gd name="connsiteY712" fmla="*/ 912328 h 2611386"/>
                <a:gd name="connsiteX713" fmla="*/ 4782519 w 4958557"/>
                <a:gd name="connsiteY713" fmla="*/ 916074 h 2611386"/>
                <a:gd name="connsiteX714" fmla="*/ 4778773 w 4958557"/>
                <a:gd name="connsiteY714" fmla="*/ 919532 h 2611386"/>
                <a:gd name="connsiteX715" fmla="*/ 4783960 w 4958557"/>
                <a:gd name="connsiteY715" fmla="*/ 921261 h 2611386"/>
                <a:gd name="connsiteX716" fmla="*/ 4785401 w 4958557"/>
                <a:gd name="connsiteY716" fmla="*/ 924430 h 2611386"/>
                <a:gd name="connsiteX717" fmla="*/ 4793180 w 4958557"/>
                <a:gd name="connsiteY717" fmla="*/ 926735 h 2611386"/>
                <a:gd name="connsiteX718" fmla="*/ 4795486 w 4958557"/>
                <a:gd name="connsiteY718" fmla="*/ 929616 h 2611386"/>
                <a:gd name="connsiteX719" fmla="*/ 4782231 w 4958557"/>
                <a:gd name="connsiteY719" fmla="*/ 937973 h 2611386"/>
                <a:gd name="connsiteX720" fmla="*/ 4775892 w 4958557"/>
                <a:gd name="connsiteY720" fmla="*/ 944312 h 2611386"/>
                <a:gd name="connsiteX721" fmla="*/ 4781943 w 4958557"/>
                <a:gd name="connsiteY721" fmla="*/ 946329 h 2611386"/>
                <a:gd name="connsiteX722" fmla="*/ 4790875 w 4958557"/>
                <a:gd name="connsiteY722" fmla="*/ 949210 h 2611386"/>
                <a:gd name="connsiteX723" fmla="*/ 4779926 w 4958557"/>
                <a:gd name="connsiteY723" fmla="*/ 959583 h 2611386"/>
                <a:gd name="connsiteX724" fmla="*/ 4775028 w 4958557"/>
                <a:gd name="connsiteY724" fmla="*/ 963905 h 2611386"/>
                <a:gd name="connsiteX725" fmla="*/ 4772435 w 4958557"/>
                <a:gd name="connsiteY725" fmla="*/ 970532 h 2611386"/>
                <a:gd name="connsiteX726" fmla="*/ 4768689 w 4958557"/>
                <a:gd name="connsiteY726" fmla="*/ 977735 h 2611386"/>
                <a:gd name="connsiteX727" fmla="*/ 4775028 w 4958557"/>
                <a:gd name="connsiteY727" fmla="*/ 977447 h 2611386"/>
                <a:gd name="connsiteX728" fmla="*/ 4781943 w 4958557"/>
                <a:gd name="connsiteY728" fmla="*/ 979464 h 2611386"/>
                <a:gd name="connsiteX729" fmla="*/ 4781655 w 4958557"/>
                <a:gd name="connsiteY729" fmla="*/ 980329 h 2611386"/>
                <a:gd name="connsiteX730" fmla="*/ 4780791 w 4958557"/>
                <a:gd name="connsiteY730" fmla="*/ 980905 h 2611386"/>
                <a:gd name="connsiteX731" fmla="*/ 4775604 w 4958557"/>
                <a:gd name="connsiteY731" fmla="*/ 992430 h 2611386"/>
                <a:gd name="connsiteX732" fmla="*/ 4762350 w 4958557"/>
                <a:gd name="connsiteY732" fmla="*/ 994736 h 2611386"/>
                <a:gd name="connsiteX733" fmla="*/ 4756299 w 4958557"/>
                <a:gd name="connsiteY733" fmla="*/ 1001939 h 2611386"/>
                <a:gd name="connsiteX734" fmla="*/ 4758892 w 4958557"/>
                <a:gd name="connsiteY734" fmla="*/ 1004532 h 2611386"/>
                <a:gd name="connsiteX735" fmla="*/ 4772723 w 4958557"/>
                <a:gd name="connsiteY735" fmla="*/ 998193 h 2611386"/>
                <a:gd name="connsiteX736" fmla="*/ 4784825 w 4958557"/>
                <a:gd name="connsiteY736" fmla="*/ 993007 h 2611386"/>
                <a:gd name="connsiteX737" fmla="*/ 4788570 w 4958557"/>
                <a:gd name="connsiteY737" fmla="*/ 995888 h 2611386"/>
                <a:gd name="connsiteX738" fmla="*/ 4782519 w 4958557"/>
                <a:gd name="connsiteY738" fmla="*/ 1003668 h 2611386"/>
                <a:gd name="connsiteX739" fmla="*/ 4752265 w 4958557"/>
                <a:gd name="connsiteY739" fmla="*/ 1018651 h 2611386"/>
                <a:gd name="connsiteX740" fmla="*/ 4743621 w 4958557"/>
                <a:gd name="connsiteY740" fmla="*/ 1022973 h 2611386"/>
                <a:gd name="connsiteX741" fmla="*/ 4742468 w 4958557"/>
                <a:gd name="connsiteY741" fmla="*/ 1024702 h 2611386"/>
                <a:gd name="connsiteX742" fmla="*/ 4739299 w 4958557"/>
                <a:gd name="connsiteY742" fmla="*/ 1032193 h 2611386"/>
                <a:gd name="connsiteX743" fmla="*/ 4742180 w 4958557"/>
                <a:gd name="connsiteY743" fmla="*/ 1031041 h 2611386"/>
                <a:gd name="connsiteX744" fmla="*/ 4749384 w 4958557"/>
                <a:gd name="connsiteY744" fmla="*/ 1028736 h 2611386"/>
                <a:gd name="connsiteX745" fmla="*/ 4744197 w 4958557"/>
                <a:gd name="connsiteY745" fmla="*/ 1032482 h 2611386"/>
                <a:gd name="connsiteX746" fmla="*/ 4730943 w 4958557"/>
                <a:gd name="connsiteY746" fmla="*/ 1038821 h 2611386"/>
                <a:gd name="connsiteX747" fmla="*/ 4732383 w 4958557"/>
                <a:gd name="connsiteY747" fmla="*/ 1037092 h 2611386"/>
                <a:gd name="connsiteX748" fmla="*/ 4732095 w 4958557"/>
                <a:gd name="connsiteY748" fmla="*/ 1037092 h 2611386"/>
                <a:gd name="connsiteX749" fmla="*/ 4706163 w 4958557"/>
                <a:gd name="connsiteY749" fmla="*/ 1052075 h 2611386"/>
                <a:gd name="connsiteX750" fmla="*/ 4694061 w 4958557"/>
                <a:gd name="connsiteY750" fmla="*/ 1058126 h 2611386"/>
                <a:gd name="connsiteX751" fmla="*/ 4689739 w 4958557"/>
                <a:gd name="connsiteY751" fmla="*/ 1058414 h 2611386"/>
                <a:gd name="connsiteX752" fmla="*/ 4692332 w 4958557"/>
                <a:gd name="connsiteY752" fmla="*/ 1054092 h 2611386"/>
                <a:gd name="connsiteX753" fmla="*/ 4698383 w 4958557"/>
                <a:gd name="connsiteY753" fmla="*/ 1051211 h 2611386"/>
                <a:gd name="connsiteX754" fmla="*/ 4697807 w 4958557"/>
                <a:gd name="connsiteY754" fmla="*/ 1046888 h 2611386"/>
                <a:gd name="connsiteX755" fmla="*/ 4691756 w 4958557"/>
                <a:gd name="connsiteY755" fmla="*/ 1049770 h 2611386"/>
                <a:gd name="connsiteX756" fmla="*/ 4685417 w 4958557"/>
                <a:gd name="connsiteY756" fmla="*/ 1052651 h 2611386"/>
                <a:gd name="connsiteX757" fmla="*/ 4686570 w 4958557"/>
                <a:gd name="connsiteY757" fmla="*/ 1053228 h 2611386"/>
                <a:gd name="connsiteX758" fmla="*/ 4653722 w 4958557"/>
                <a:gd name="connsiteY758" fmla="*/ 1075990 h 2611386"/>
                <a:gd name="connsiteX759" fmla="*/ 4630671 w 4958557"/>
                <a:gd name="connsiteY759" fmla="*/ 1089821 h 2611386"/>
                <a:gd name="connsiteX760" fmla="*/ 4628078 w 4958557"/>
                <a:gd name="connsiteY760" fmla="*/ 1094143 h 2611386"/>
                <a:gd name="connsiteX761" fmla="*/ 4624908 w 4958557"/>
                <a:gd name="connsiteY761" fmla="*/ 1092990 h 2611386"/>
                <a:gd name="connsiteX762" fmla="*/ 4623756 w 4958557"/>
                <a:gd name="connsiteY762" fmla="*/ 1091550 h 2611386"/>
                <a:gd name="connsiteX763" fmla="*/ 4618569 w 4958557"/>
                <a:gd name="connsiteY763" fmla="*/ 1095296 h 2611386"/>
                <a:gd name="connsiteX764" fmla="*/ 4614824 w 4958557"/>
                <a:gd name="connsiteY764" fmla="*/ 1096448 h 2611386"/>
                <a:gd name="connsiteX765" fmla="*/ 4617993 w 4958557"/>
                <a:gd name="connsiteY765" fmla="*/ 1092990 h 2611386"/>
                <a:gd name="connsiteX766" fmla="*/ 4623179 w 4958557"/>
                <a:gd name="connsiteY766" fmla="*/ 1090109 h 2611386"/>
                <a:gd name="connsiteX767" fmla="*/ 4628366 w 4958557"/>
                <a:gd name="connsiteY767" fmla="*/ 1080024 h 2611386"/>
                <a:gd name="connsiteX768" fmla="*/ 4591484 w 4958557"/>
                <a:gd name="connsiteY768" fmla="*/ 1097601 h 2611386"/>
                <a:gd name="connsiteX769" fmla="*/ 4590620 w 4958557"/>
                <a:gd name="connsiteY769" fmla="*/ 1097889 h 2611386"/>
                <a:gd name="connsiteX770" fmla="*/ 4593501 w 4958557"/>
                <a:gd name="connsiteY770" fmla="*/ 1103363 h 2611386"/>
                <a:gd name="connsiteX771" fmla="*/ 4582264 w 4958557"/>
                <a:gd name="connsiteY771" fmla="*/ 1106533 h 2611386"/>
                <a:gd name="connsiteX772" fmla="*/ 4580535 w 4958557"/>
                <a:gd name="connsiteY772" fmla="*/ 1106245 h 2611386"/>
                <a:gd name="connsiteX773" fmla="*/ 4576789 w 4958557"/>
                <a:gd name="connsiteY773" fmla="*/ 1108550 h 2611386"/>
                <a:gd name="connsiteX774" fmla="*/ 4573044 w 4958557"/>
                <a:gd name="connsiteY774" fmla="*/ 1110855 h 2611386"/>
                <a:gd name="connsiteX775" fmla="*/ 4578806 w 4958557"/>
                <a:gd name="connsiteY775" fmla="*/ 1109414 h 2611386"/>
                <a:gd name="connsiteX776" fmla="*/ 4576789 w 4958557"/>
                <a:gd name="connsiteY776" fmla="*/ 1111143 h 2611386"/>
                <a:gd name="connsiteX777" fmla="*/ 4581976 w 4958557"/>
                <a:gd name="connsiteY777" fmla="*/ 1107685 h 2611386"/>
                <a:gd name="connsiteX778" fmla="*/ 4575060 w 4958557"/>
                <a:gd name="connsiteY778" fmla="*/ 1114889 h 2611386"/>
                <a:gd name="connsiteX779" fmla="*/ 4572179 w 4958557"/>
                <a:gd name="connsiteY779" fmla="*/ 1118635 h 2611386"/>
                <a:gd name="connsiteX780" fmla="*/ 4571027 w 4958557"/>
                <a:gd name="connsiteY780" fmla="*/ 1117770 h 2611386"/>
                <a:gd name="connsiteX781" fmla="*/ 4571603 w 4958557"/>
                <a:gd name="connsiteY781" fmla="*/ 1115177 h 2611386"/>
                <a:gd name="connsiteX782" fmla="*/ 4556332 w 4958557"/>
                <a:gd name="connsiteY782" fmla="*/ 1125838 h 2611386"/>
                <a:gd name="connsiteX783" fmla="*/ 4554315 w 4958557"/>
                <a:gd name="connsiteY783" fmla="*/ 1124974 h 2611386"/>
                <a:gd name="connsiteX784" fmla="*/ 4555755 w 4958557"/>
                <a:gd name="connsiteY784" fmla="*/ 1120364 h 2611386"/>
                <a:gd name="connsiteX785" fmla="*/ 4573332 w 4958557"/>
                <a:gd name="connsiteY785" fmla="*/ 1111431 h 2611386"/>
                <a:gd name="connsiteX786" fmla="*/ 4570450 w 4958557"/>
                <a:gd name="connsiteY786" fmla="*/ 1110279 h 2611386"/>
                <a:gd name="connsiteX787" fmla="*/ 4569586 w 4958557"/>
                <a:gd name="connsiteY787" fmla="*/ 1108838 h 2611386"/>
                <a:gd name="connsiteX788" fmla="*/ 4564688 w 4958557"/>
                <a:gd name="connsiteY788" fmla="*/ 1111431 h 2611386"/>
                <a:gd name="connsiteX789" fmla="*/ 4538755 w 4958557"/>
                <a:gd name="connsiteY789" fmla="*/ 1126126 h 2611386"/>
                <a:gd name="connsiteX790" fmla="*/ 4516280 w 4958557"/>
                <a:gd name="connsiteY790" fmla="*/ 1146008 h 2611386"/>
                <a:gd name="connsiteX791" fmla="*/ 4505331 w 4958557"/>
                <a:gd name="connsiteY791" fmla="*/ 1151770 h 2611386"/>
                <a:gd name="connsiteX792" fmla="*/ 4505619 w 4958557"/>
                <a:gd name="connsiteY792" fmla="*/ 1153499 h 2611386"/>
                <a:gd name="connsiteX793" fmla="*/ 4500721 w 4958557"/>
                <a:gd name="connsiteY793" fmla="*/ 1155228 h 2611386"/>
                <a:gd name="connsiteX794" fmla="*/ 4498704 w 4958557"/>
                <a:gd name="connsiteY794" fmla="*/ 1155516 h 2611386"/>
                <a:gd name="connsiteX795" fmla="*/ 4491501 w 4958557"/>
                <a:gd name="connsiteY795" fmla="*/ 1159262 h 2611386"/>
                <a:gd name="connsiteX796" fmla="*/ 4491789 w 4958557"/>
                <a:gd name="connsiteY796" fmla="*/ 1159838 h 2611386"/>
                <a:gd name="connsiteX797" fmla="*/ 4489772 w 4958557"/>
                <a:gd name="connsiteY797" fmla="*/ 1166177 h 2611386"/>
                <a:gd name="connsiteX798" fmla="*/ 4476806 w 4958557"/>
                <a:gd name="connsiteY798" fmla="*/ 1174533 h 2611386"/>
                <a:gd name="connsiteX799" fmla="*/ 4469026 w 4958557"/>
                <a:gd name="connsiteY799" fmla="*/ 1171364 h 2611386"/>
                <a:gd name="connsiteX800" fmla="*/ 4469026 w 4958557"/>
                <a:gd name="connsiteY800" fmla="*/ 1169635 h 2611386"/>
                <a:gd name="connsiteX801" fmla="*/ 4464416 w 4958557"/>
                <a:gd name="connsiteY801" fmla="*/ 1164737 h 2611386"/>
                <a:gd name="connsiteX802" fmla="*/ 4450297 w 4958557"/>
                <a:gd name="connsiteY802" fmla="*/ 1173957 h 2611386"/>
                <a:gd name="connsiteX803" fmla="*/ 4452602 w 4958557"/>
                <a:gd name="connsiteY803" fmla="*/ 1181449 h 2611386"/>
                <a:gd name="connsiteX804" fmla="*/ 4466721 w 4958557"/>
                <a:gd name="connsiteY804" fmla="*/ 1177703 h 2611386"/>
                <a:gd name="connsiteX805" fmla="*/ 4474789 w 4958557"/>
                <a:gd name="connsiteY805" fmla="*/ 1177703 h 2611386"/>
                <a:gd name="connsiteX806" fmla="*/ 4476229 w 4958557"/>
                <a:gd name="connsiteY806" fmla="*/ 1190381 h 2611386"/>
                <a:gd name="connsiteX807" fmla="*/ 4478823 w 4958557"/>
                <a:gd name="connsiteY807" fmla="*/ 1192686 h 2611386"/>
                <a:gd name="connsiteX808" fmla="*/ 4482857 w 4958557"/>
                <a:gd name="connsiteY808" fmla="*/ 1195279 h 2611386"/>
                <a:gd name="connsiteX809" fmla="*/ 4477094 w 4958557"/>
                <a:gd name="connsiteY809" fmla="*/ 1198161 h 2611386"/>
                <a:gd name="connsiteX810" fmla="*/ 4474500 w 4958557"/>
                <a:gd name="connsiteY810" fmla="*/ 1200466 h 2611386"/>
                <a:gd name="connsiteX811" fmla="*/ 4412551 w 4958557"/>
                <a:gd name="connsiteY811" fmla="*/ 1233313 h 2611386"/>
                <a:gd name="connsiteX812" fmla="*/ 4400737 w 4958557"/>
                <a:gd name="connsiteY812" fmla="*/ 1243110 h 2611386"/>
                <a:gd name="connsiteX813" fmla="*/ 4391229 w 4958557"/>
                <a:gd name="connsiteY813" fmla="*/ 1247144 h 2611386"/>
                <a:gd name="connsiteX814" fmla="*/ 4384314 w 4958557"/>
                <a:gd name="connsiteY814" fmla="*/ 1248296 h 2611386"/>
                <a:gd name="connsiteX815" fmla="*/ 4368178 w 4958557"/>
                <a:gd name="connsiteY815" fmla="*/ 1256364 h 2611386"/>
                <a:gd name="connsiteX816" fmla="*/ 4348297 w 4958557"/>
                <a:gd name="connsiteY816" fmla="*/ 1263568 h 2611386"/>
                <a:gd name="connsiteX817" fmla="*/ 4338500 w 4958557"/>
                <a:gd name="connsiteY817" fmla="*/ 1268466 h 2611386"/>
                <a:gd name="connsiteX818" fmla="*/ 4338212 w 4958557"/>
                <a:gd name="connsiteY818" fmla="*/ 1261551 h 2611386"/>
                <a:gd name="connsiteX819" fmla="*/ 4340805 w 4958557"/>
                <a:gd name="connsiteY819" fmla="*/ 1259246 h 2611386"/>
                <a:gd name="connsiteX820" fmla="*/ 4347720 w 4958557"/>
                <a:gd name="connsiteY820" fmla="*/ 1255500 h 2611386"/>
                <a:gd name="connsiteX821" fmla="*/ 4348585 w 4958557"/>
                <a:gd name="connsiteY821" fmla="*/ 1255212 h 2611386"/>
                <a:gd name="connsiteX822" fmla="*/ 4366449 w 4958557"/>
                <a:gd name="connsiteY822" fmla="*/ 1249449 h 2611386"/>
                <a:gd name="connsiteX823" fmla="*/ 4350601 w 4958557"/>
                <a:gd name="connsiteY823" fmla="*/ 1245127 h 2611386"/>
                <a:gd name="connsiteX824" fmla="*/ 4316889 w 4958557"/>
                <a:gd name="connsiteY824" fmla="*/ 1259246 h 2611386"/>
                <a:gd name="connsiteX825" fmla="*/ 4282025 w 4958557"/>
                <a:gd name="connsiteY825" fmla="*/ 1275670 h 2611386"/>
                <a:gd name="connsiteX826" fmla="*/ 4259550 w 4958557"/>
                <a:gd name="connsiteY826" fmla="*/ 1290365 h 2611386"/>
                <a:gd name="connsiteX827" fmla="*/ 4263296 w 4958557"/>
                <a:gd name="connsiteY827" fmla="*/ 1292382 h 2611386"/>
                <a:gd name="connsiteX828" fmla="*/ 4269923 w 4958557"/>
                <a:gd name="connsiteY828" fmla="*/ 1290941 h 2611386"/>
                <a:gd name="connsiteX829" fmla="*/ 4275686 w 4958557"/>
                <a:gd name="connsiteY829" fmla="*/ 1294687 h 2611386"/>
                <a:gd name="connsiteX830" fmla="*/ 4272228 w 4958557"/>
                <a:gd name="connsiteY830" fmla="*/ 1301314 h 2611386"/>
                <a:gd name="connsiteX831" fmla="*/ 4222668 w 4958557"/>
                <a:gd name="connsiteY831" fmla="*/ 1309958 h 2611386"/>
                <a:gd name="connsiteX832" fmla="*/ 4218058 w 4958557"/>
                <a:gd name="connsiteY832" fmla="*/ 1311975 h 2611386"/>
                <a:gd name="connsiteX833" fmla="*/ 4187228 w 4958557"/>
                <a:gd name="connsiteY833" fmla="*/ 1326382 h 2611386"/>
                <a:gd name="connsiteX834" fmla="*/ 4187228 w 4958557"/>
                <a:gd name="connsiteY834" fmla="*/ 1328975 h 2611386"/>
                <a:gd name="connsiteX835" fmla="*/ 4217770 w 4958557"/>
                <a:gd name="connsiteY835" fmla="*/ 1323500 h 2611386"/>
                <a:gd name="connsiteX836" fmla="*/ 4234194 w 4958557"/>
                <a:gd name="connsiteY836" fmla="*/ 1318314 h 2611386"/>
                <a:gd name="connsiteX837" fmla="*/ 4220363 w 4958557"/>
                <a:gd name="connsiteY837" fmla="*/ 1330992 h 2611386"/>
                <a:gd name="connsiteX838" fmla="*/ 4218058 w 4958557"/>
                <a:gd name="connsiteY838" fmla="*/ 1347416 h 2611386"/>
                <a:gd name="connsiteX839" fmla="*/ 4221804 w 4958557"/>
                <a:gd name="connsiteY839" fmla="*/ 1351738 h 2611386"/>
                <a:gd name="connsiteX840" fmla="*/ 4215465 w 4958557"/>
                <a:gd name="connsiteY840" fmla="*/ 1352314 h 2611386"/>
                <a:gd name="connsiteX841" fmla="*/ 4136227 w 4958557"/>
                <a:gd name="connsiteY841" fmla="*/ 1369026 h 2611386"/>
                <a:gd name="connsiteX842" fmla="*/ 4114329 w 4958557"/>
                <a:gd name="connsiteY842" fmla="*/ 1377094 h 2611386"/>
                <a:gd name="connsiteX843" fmla="*/ 4061600 w 4958557"/>
                <a:gd name="connsiteY843" fmla="*/ 1398128 h 2611386"/>
                <a:gd name="connsiteX844" fmla="*/ 4010599 w 4958557"/>
                <a:gd name="connsiteY844" fmla="*/ 1410806 h 2611386"/>
                <a:gd name="connsiteX845" fmla="*/ 3965362 w 4958557"/>
                <a:gd name="connsiteY845" fmla="*/ 1429247 h 2611386"/>
                <a:gd name="connsiteX846" fmla="*/ 3951531 w 4958557"/>
                <a:gd name="connsiteY846" fmla="*/ 1428382 h 2611386"/>
                <a:gd name="connsiteX847" fmla="*/ 3925023 w 4958557"/>
                <a:gd name="connsiteY847" fmla="*/ 1446247 h 2611386"/>
                <a:gd name="connsiteX848" fmla="*/ 3918972 w 4958557"/>
                <a:gd name="connsiteY848" fmla="*/ 1446823 h 2611386"/>
                <a:gd name="connsiteX849" fmla="*/ 3906870 w 4958557"/>
                <a:gd name="connsiteY849" fmla="*/ 1447399 h 2611386"/>
                <a:gd name="connsiteX850" fmla="*/ 3882378 w 4958557"/>
                <a:gd name="connsiteY850" fmla="*/ 1453162 h 2611386"/>
                <a:gd name="connsiteX851" fmla="*/ 3872581 w 4958557"/>
                <a:gd name="connsiteY851" fmla="*/ 1454891 h 2611386"/>
                <a:gd name="connsiteX852" fmla="*/ 3842327 w 4958557"/>
                <a:gd name="connsiteY852" fmla="*/ 1467281 h 2611386"/>
                <a:gd name="connsiteX853" fmla="*/ 3842327 w 4958557"/>
                <a:gd name="connsiteY853" fmla="*/ 1468433 h 2611386"/>
                <a:gd name="connsiteX854" fmla="*/ 3849530 w 4958557"/>
                <a:gd name="connsiteY854" fmla="*/ 1479095 h 2611386"/>
                <a:gd name="connsiteX855" fmla="*/ 3920412 w 4958557"/>
                <a:gd name="connsiteY855" fmla="*/ 1455755 h 2611386"/>
                <a:gd name="connsiteX856" fmla="*/ 3986396 w 4958557"/>
                <a:gd name="connsiteY856" fmla="*/ 1435874 h 2611386"/>
                <a:gd name="connsiteX857" fmla="*/ 4002532 w 4958557"/>
                <a:gd name="connsiteY857" fmla="*/ 1426942 h 2611386"/>
                <a:gd name="connsiteX858" fmla="*/ 4009735 w 4958557"/>
                <a:gd name="connsiteY858" fmla="*/ 1424637 h 2611386"/>
                <a:gd name="connsiteX859" fmla="*/ 4027023 w 4958557"/>
                <a:gd name="connsiteY859" fmla="*/ 1421467 h 2611386"/>
                <a:gd name="connsiteX860" fmla="*/ 4039125 w 4958557"/>
                <a:gd name="connsiteY860" fmla="*/ 1421755 h 2611386"/>
                <a:gd name="connsiteX861" fmla="*/ 4044023 w 4958557"/>
                <a:gd name="connsiteY861" fmla="*/ 1424060 h 2611386"/>
                <a:gd name="connsiteX862" fmla="*/ 4037108 w 4958557"/>
                <a:gd name="connsiteY862" fmla="*/ 1431552 h 2611386"/>
                <a:gd name="connsiteX863" fmla="*/ 4050362 w 4958557"/>
                <a:gd name="connsiteY863" fmla="*/ 1436162 h 2611386"/>
                <a:gd name="connsiteX864" fmla="*/ 3986684 w 4958557"/>
                <a:gd name="connsiteY864" fmla="*/ 1457484 h 2611386"/>
                <a:gd name="connsiteX865" fmla="*/ 3939429 w 4958557"/>
                <a:gd name="connsiteY865" fmla="*/ 1462671 h 2611386"/>
                <a:gd name="connsiteX866" fmla="*/ 3938853 w 4958557"/>
                <a:gd name="connsiteY866" fmla="*/ 1470162 h 2611386"/>
                <a:gd name="connsiteX867" fmla="*/ 3916378 w 4958557"/>
                <a:gd name="connsiteY867" fmla="*/ 1476213 h 2611386"/>
                <a:gd name="connsiteX868" fmla="*/ 3908310 w 4958557"/>
                <a:gd name="connsiteY868" fmla="*/ 1477078 h 2611386"/>
                <a:gd name="connsiteX869" fmla="*/ 3833683 w 4958557"/>
                <a:gd name="connsiteY869" fmla="*/ 1499264 h 2611386"/>
                <a:gd name="connsiteX870" fmla="*/ 3829361 w 4958557"/>
                <a:gd name="connsiteY870" fmla="*/ 1500993 h 2611386"/>
                <a:gd name="connsiteX871" fmla="*/ 3779513 w 4958557"/>
                <a:gd name="connsiteY871" fmla="*/ 1516840 h 2611386"/>
                <a:gd name="connsiteX872" fmla="*/ 3722174 w 4958557"/>
                <a:gd name="connsiteY872" fmla="*/ 1533264 h 2611386"/>
                <a:gd name="connsiteX873" fmla="*/ 3685580 w 4958557"/>
                <a:gd name="connsiteY873" fmla="*/ 1545366 h 2611386"/>
                <a:gd name="connsiteX874" fmla="*/ 3681258 w 4958557"/>
                <a:gd name="connsiteY874" fmla="*/ 1546231 h 2611386"/>
                <a:gd name="connsiteX875" fmla="*/ 3662241 w 4958557"/>
                <a:gd name="connsiteY875" fmla="*/ 1550265 h 2611386"/>
                <a:gd name="connsiteX876" fmla="*/ 3621614 w 4958557"/>
                <a:gd name="connsiteY876" fmla="*/ 1561502 h 2611386"/>
                <a:gd name="connsiteX877" fmla="*/ 3583292 w 4958557"/>
                <a:gd name="connsiteY877" fmla="*/ 1568705 h 2611386"/>
                <a:gd name="connsiteX878" fmla="*/ 3571478 w 4958557"/>
                <a:gd name="connsiteY878" fmla="*/ 1573604 h 2611386"/>
                <a:gd name="connsiteX879" fmla="*/ 3519613 w 4958557"/>
                <a:gd name="connsiteY879" fmla="*/ 1587434 h 2611386"/>
                <a:gd name="connsiteX880" fmla="*/ 3564563 w 4958557"/>
                <a:gd name="connsiteY880" fmla="*/ 1568993 h 2611386"/>
                <a:gd name="connsiteX881" fmla="*/ 3585885 w 4958557"/>
                <a:gd name="connsiteY881" fmla="*/ 1563807 h 2611386"/>
                <a:gd name="connsiteX882" fmla="*/ 3617868 w 4958557"/>
                <a:gd name="connsiteY882" fmla="*/ 1554875 h 2611386"/>
                <a:gd name="connsiteX883" fmla="*/ 3643224 w 4958557"/>
                <a:gd name="connsiteY883" fmla="*/ 1547671 h 2611386"/>
                <a:gd name="connsiteX884" fmla="*/ 3648123 w 4958557"/>
                <a:gd name="connsiteY884" fmla="*/ 1547959 h 2611386"/>
                <a:gd name="connsiteX885" fmla="*/ 3676072 w 4958557"/>
                <a:gd name="connsiteY885" fmla="*/ 1539891 h 2611386"/>
                <a:gd name="connsiteX886" fmla="*/ 3704597 w 4958557"/>
                <a:gd name="connsiteY886" fmla="*/ 1528078 h 2611386"/>
                <a:gd name="connsiteX887" fmla="*/ 3705750 w 4958557"/>
                <a:gd name="connsiteY887" fmla="*/ 1523180 h 2611386"/>
                <a:gd name="connsiteX888" fmla="*/ 3709496 w 4958557"/>
                <a:gd name="connsiteY888" fmla="*/ 1526061 h 2611386"/>
                <a:gd name="connsiteX889" fmla="*/ 3736005 w 4958557"/>
                <a:gd name="connsiteY889" fmla="*/ 1519146 h 2611386"/>
                <a:gd name="connsiteX890" fmla="*/ 3745225 w 4958557"/>
                <a:gd name="connsiteY890" fmla="*/ 1509925 h 2611386"/>
                <a:gd name="connsiteX891" fmla="*/ 3759056 w 4958557"/>
                <a:gd name="connsiteY891" fmla="*/ 1501281 h 2611386"/>
                <a:gd name="connsiteX892" fmla="*/ 3754733 w 4958557"/>
                <a:gd name="connsiteY892" fmla="*/ 1492637 h 2611386"/>
                <a:gd name="connsiteX893" fmla="*/ 3731971 w 4958557"/>
                <a:gd name="connsiteY893" fmla="*/ 1506180 h 2611386"/>
                <a:gd name="connsiteX894" fmla="*/ 3715835 w 4958557"/>
                <a:gd name="connsiteY894" fmla="*/ 1507908 h 2611386"/>
                <a:gd name="connsiteX895" fmla="*/ 3712377 w 4958557"/>
                <a:gd name="connsiteY895" fmla="*/ 1507908 h 2611386"/>
                <a:gd name="connsiteX896" fmla="*/ 3630258 w 4958557"/>
                <a:gd name="connsiteY896" fmla="*/ 1538451 h 2611386"/>
                <a:gd name="connsiteX897" fmla="*/ 3603749 w 4958557"/>
                <a:gd name="connsiteY897" fmla="*/ 1538739 h 2611386"/>
                <a:gd name="connsiteX898" fmla="*/ 3597122 w 4958557"/>
                <a:gd name="connsiteY898" fmla="*/ 1541332 h 2611386"/>
                <a:gd name="connsiteX899" fmla="*/ 3585020 w 4958557"/>
                <a:gd name="connsiteY899" fmla="*/ 1546231 h 2611386"/>
                <a:gd name="connsiteX900" fmla="*/ 3557071 w 4958557"/>
                <a:gd name="connsiteY900" fmla="*/ 1554298 h 2611386"/>
                <a:gd name="connsiteX901" fmla="*/ 3528257 w 4958557"/>
                <a:gd name="connsiteY901" fmla="*/ 1554010 h 2611386"/>
                <a:gd name="connsiteX902" fmla="*/ 3514427 w 4958557"/>
                <a:gd name="connsiteY902" fmla="*/ 1555451 h 2611386"/>
                <a:gd name="connsiteX903" fmla="*/ 3514427 w 4958557"/>
                <a:gd name="connsiteY903" fmla="*/ 1555739 h 2611386"/>
                <a:gd name="connsiteX904" fmla="*/ 3519613 w 4958557"/>
                <a:gd name="connsiteY904" fmla="*/ 1559773 h 2611386"/>
                <a:gd name="connsiteX905" fmla="*/ 3509528 w 4958557"/>
                <a:gd name="connsiteY905" fmla="*/ 1566400 h 2611386"/>
                <a:gd name="connsiteX906" fmla="*/ 3492240 w 4958557"/>
                <a:gd name="connsiteY906" fmla="*/ 1580231 h 2611386"/>
                <a:gd name="connsiteX907" fmla="*/ 3483308 w 4958557"/>
                <a:gd name="connsiteY907" fmla="*/ 1585129 h 2611386"/>
                <a:gd name="connsiteX908" fmla="*/ 3492817 w 4958557"/>
                <a:gd name="connsiteY908" fmla="*/ 1587434 h 2611386"/>
                <a:gd name="connsiteX909" fmla="*/ 3497139 w 4958557"/>
                <a:gd name="connsiteY909" fmla="*/ 1583400 h 2611386"/>
                <a:gd name="connsiteX910" fmla="*/ 3511545 w 4958557"/>
                <a:gd name="connsiteY910" fmla="*/ 1582824 h 2611386"/>
                <a:gd name="connsiteX911" fmla="*/ 3513850 w 4958557"/>
                <a:gd name="connsiteY911" fmla="*/ 1587722 h 2611386"/>
                <a:gd name="connsiteX912" fmla="*/ 3503477 w 4958557"/>
                <a:gd name="connsiteY912" fmla="*/ 1594349 h 2611386"/>
                <a:gd name="connsiteX913" fmla="*/ 3394850 w 4958557"/>
                <a:gd name="connsiteY913" fmla="*/ 1624316 h 2611386"/>
                <a:gd name="connsiteX914" fmla="*/ 3355087 w 4958557"/>
                <a:gd name="connsiteY914" fmla="*/ 1636129 h 2611386"/>
                <a:gd name="connsiteX915" fmla="*/ 3327138 w 4958557"/>
                <a:gd name="connsiteY915" fmla="*/ 1644774 h 2611386"/>
                <a:gd name="connsiteX916" fmla="*/ 3309849 w 4958557"/>
                <a:gd name="connsiteY916" fmla="*/ 1644774 h 2611386"/>
                <a:gd name="connsiteX917" fmla="*/ 3281324 w 4958557"/>
                <a:gd name="connsiteY917" fmla="*/ 1653994 h 2611386"/>
                <a:gd name="connsiteX918" fmla="*/ 3279307 w 4958557"/>
                <a:gd name="connsiteY918" fmla="*/ 1654282 h 2611386"/>
                <a:gd name="connsiteX919" fmla="*/ 3279307 w 4958557"/>
                <a:gd name="connsiteY919" fmla="*/ 1660909 h 2611386"/>
                <a:gd name="connsiteX920" fmla="*/ 3269798 w 4958557"/>
                <a:gd name="connsiteY920" fmla="*/ 1666096 h 2611386"/>
                <a:gd name="connsiteX921" fmla="*/ 3253374 w 4958557"/>
                <a:gd name="connsiteY921" fmla="*/ 1672435 h 2611386"/>
                <a:gd name="connsiteX922" fmla="*/ 3266917 w 4958557"/>
                <a:gd name="connsiteY922" fmla="*/ 1662350 h 2611386"/>
                <a:gd name="connsiteX923" fmla="*/ 3267205 w 4958557"/>
                <a:gd name="connsiteY923" fmla="*/ 1658892 h 2611386"/>
                <a:gd name="connsiteX924" fmla="*/ 3241849 w 4958557"/>
                <a:gd name="connsiteY924" fmla="*/ 1660621 h 2611386"/>
                <a:gd name="connsiteX925" fmla="*/ 3236086 w 4958557"/>
                <a:gd name="connsiteY925" fmla="*/ 1663214 h 2611386"/>
                <a:gd name="connsiteX926" fmla="*/ 3219086 w 4958557"/>
                <a:gd name="connsiteY926" fmla="*/ 1672435 h 2611386"/>
                <a:gd name="connsiteX927" fmla="*/ 3221679 w 4958557"/>
                <a:gd name="connsiteY927" fmla="*/ 1663502 h 2611386"/>
                <a:gd name="connsiteX928" fmla="*/ 3217357 w 4958557"/>
                <a:gd name="connsiteY928" fmla="*/ 1663502 h 2611386"/>
                <a:gd name="connsiteX929" fmla="*/ 3204391 w 4958557"/>
                <a:gd name="connsiteY929" fmla="*/ 1664367 h 2611386"/>
                <a:gd name="connsiteX930" fmla="*/ 3190848 w 4958557"/>
                <a:gd name="connsiteY930" fmla="*/ 1665519 h 2611386"/>
                <a:gd name="connsiteX931" fmla="*/ 3188832 w 4958557"/>
                <a:gd name="connsiteY931" fmla="*/ 1676469 h 2611386"/>
                <a:gd name="connsiteX932" fmla="*/ 3167797 w 4958557"/>
                <a:gd name="connsiteY932" fmla="*/ 1686553 h 2611386"/>
                <a:gd name="connsiteX933" fmla="*/ 3130340 w 4958557"/>
                <a:gd name="connsiteY933" fmla="*/ 1694910 h 2611386"/>
                <a:gd name="connsiteX934" fmla="*/ 3126018 w 4958557"/>
                <a:gd name="connsiteY934" fmla="*/ 1698079 h 2611386"/>
                <a:gd name="connsiteX935" fmla="*/ 3105560 w 4958557"/>
                <a:gd name="connsiteY935" fmla="*/ 1705282 h 2611386"/>
                <a:gd name="connsiteX936" fmla="*/ 3059170 w 4958557"/>
                <a:gd name="connsiteY936" fmla="*/ 1711909 h 2611386"/>
                <a:gd name="connsiteX937" fmla="*/ 3047932 w 4958557"/>
                <a:gd name="connsiteY937" fmla="*/ 1724299 h 2611386"/>
                <a:gd name="connsiteX938" fmla="*/ 3052542 w 4958557"/>
                <a:gd name="connsiteY938" fmla="*/ 1727757 h 2611386"/>
                <a:gd name="connsiteX939" fmla="*/ 3064933 w 4958557"/>
                <a:gd name="connsiteY939" fmla="*/ 1724011 h 2611386"/>
                <a:gd name="connsiteX940" fmla="*/ 3072424 w 4958557"/>
                <a:gd name="connsiteY940" fmla="*/ 1724299 h 2611386"/>
                <a:gd name="connsiteX941" fmla="*/ 3069543 w 4958557"/>
                <a:gd name="connsiteY941" fmla="*/ 1732079 h 2611386"/>
                <a:gd name="connsiteX942" fmla="*/ 3053407 w 4958557"/>
                <a:gd name="connsiteY942" fmla="*/ 1739283 h 2611386"/>
                <a:gd name="connsiteX943" fmla="*/ 3003847 w 4958557"/>
                <a:gd name="connsiteY943" fmla="*/ 1751672 h 2611386"/>
                <a:gd name="connsiteX944" fmla="*/ 2999237 w 4958557"/>
                <a:gd name="connsiteY944" fmla="*/ 1751096 h 2611386"/>
                <a:gd name="connsiteX945" fmla="*/ 2982525 w 4958557"/>
                <a:gd name="connsiteY945" fmla="*/ 1748503 h 2611386"/>
                <a:gd name="connsiteX946" fmla="*/ 2994627 w 4958557"/>
                <a:gd name="connsiteY946" fmla="*/ 1744469 h 2611386"/>
                <a:gd name="connsiteX947" fmla="*/ 3041305 w 4958557"/>
                <a:gd name="connsiteY947" fmla="*/ 1724588 h 2611386"/>
                <a:gd name="connsiteX948" fmla="*/ 3023153 w 4958557"/>
                <a:gd name="connsiteY948" fmla="*/ 1722859 h 2611386"/>
                <a:gd name="connsiteX949" fmla="*/ 3009034 w 4958557"/>
                <a:gd name="connsiteY949" fmla="*/ 1725452 h 2611386"/>
                <a:gd name="connsiteX950" fmla="*/ 3017966 w 4958557"/>
                <a:gd name="connsiteY950" fmla="*/ 1720554 h 2611386"/>
                <a:gd name="connsiteX951" fmla="*/ 3033814 w 4958557"/>
                <a:gd name="connsiteY951" fmla="*/ 1706147 h 2611386"/>
                <a:gd name="connsiteX952" fmla="*/ 2856321 w 4958557"/>
                <a:gd name="connsiteY952" fmla="*/ 1756283 h 2611386"/>
                <a:gd name="connsiteX953" fmla="*/ 2854592 w 4958557"/>
                <a:gd name="connsiteY953" fmla="*/ 1762334 h 2611386"/>
                <a:gd name="connsiteX954" fmla="*/ 2851135 w 4958557"/>
                <a:gd name="connsiteY954" fmla="*/ 1758300 h 2611386"/>
                <a:gd name="connsiteX955" fmla="*/ 2822897 w 4958557"/>
                <a:gd name="connsiteY955" fmla="*/ 1768096 h 2611386"/>
                <a:gd name="connsiteX956" fmla="*/ 2822321 w 4958557"/>
                <a:gd name="connsiteY956" fmla="*/ 1770690 h 2611386"/>
                <a:gd name="connsiteX957" fmla="*/ 2822609 w 4958557"/>
                <a:gd name="connsiteY957" fmla="*/ 1772707 h 2611386"/>
                <a:gd name="connsiteX958" fmla="*/ 2832117 w 4958557"/>
                <a:gd name="connsiteY958" fmla="*/ 1772130 h 2611386"/>
                <a:gd name="connsiteX959" fmla="*/ 2852575 w 4958557"/>
                <a:gd name="connsiteY959" fmla="*/ 1767520 h 2611386"/>
                <a:gd name="connsiteX960" fmla="*/ 2832117 w 4958557"/>
                <a:gd name="connsiteY960" fmla="*/ 1775012 h 2611386"/>
                <a:gd name="connsiteX961" fmla="*/ 2824914 w 4958557"/>
                <a:gd name="connsiteY961" fmla="*/ 1777317 h 2611386"/>
                <a:gd name="connsiteX962" fmla="*/ 2810795 w 4958557"/>
                <a:gd name="connsiteY962" fmla="*/ 1799215 h 2611386"/>
                <a:gd name="connsiteX963" fmla="*/ 2812524 w 4958557"/>
                <a:gd name="connsiteY963" fmla="*/ 1800656 h 2611386"/>
                <a:gd name="connsiteX964" fmla="*/ 2826067 w 4958557"/>
                <a:gd name="connsiteY964" fmla="*/ 1801520 h 2611386"/>
                <a:gd name="connsiteX965" fmla="*/ 2815982 w 4958557"/>
                <a:gd name="connsiteY965" fmla="*/ 1809876 h 2611386"/>
                <a:gd name="connsiteX966" fmla="*/ 2807914 w 4958557"/>
                <a:gd name="connsiteY966" fmla="*/ 1817656 h 2611386"/>
                <a:gd name="connsiteX967" fmla="*/ 2815405 w 4958557"/>
                <a:gd name="connsiteY967" fmla="*/ 1817944 h 2611386"/>
                <a:gd name="connsiteX968" fmla="*/ 2815117 w 4958557"/>
                <a:gd name="connsiteY968" fmla="*/ 1820249 h 2611386"/>
                <a:gd name="connsiteX969" fmla="*/ 2805321 w 4958557"/>
                <a:gd name="connsiteY969" fmla="*/ 1822266 h 2611386"/>
                <a:gd name="connsiteX970" fmla="*/ 2714846 w 4958557"/>
                <a:gd name="connsiteY970" fmla="*/ 1854538 h 2611386"/>
                <a:gd name="connsiteX971" fmla="*/ 2644252 w 4958557"/>
                <a:gd name="connsiteY971" fmla="*/ 1874131 h 2611386"/>
                <a:gd name="connsiteX972" fmla="*/ 2591523 w 4958557"/>
                <a:gd name="connsiteY972" fmla="*/ 1888250 h 2611386"/>
                <a:gd name="connsiteX973" fmla="*/ 2564726 w 4958557"/>
                <a:gd name="connsiteY973" fmla="*/ 1900351 h 2611386"/>
                <a:gd name="connsiteX974" fmla="*/ 2562709 w 4958557"/>
                <a:gd name="connsiteY974" fmla="*/ 1905826 h 2611386"/>
                <a:gd name="connsiteX975" fmla="*/ 2570489 w 4958557"/>
                <a:gd name="connsiteY975" fmla="*/ 1910436 h 2611386"/>
                <a:gd name="connsiteX976" fmla="*/ 2578268 w 4958557"/>
                <a:gd name="connsiteY976" fmla="*/ 1911877 h 2611386"/>
                <a:gd name="connsiteX977" fmla="*/ 2571641 w 4958557"/>
                <a:gd name="connsiteY977" fmla="*/ 1919080 h 2611386"/>
                <a:gd name="connsiteX978" fmla="*/ 2546573 w 4958557"/>
                <a:gd name="connsiteY978" fmla="*/ 1926860 h 2611386"/>
                <a:gd name="connsiteX979" fmla="*/ 2547150 w 4958557"/>
                <a:gd name="connsiteY979" fmla="*/ 1931182 h 2611386"/>
                <a:gd name="connsiteX980" fmla="*/ 2526116 w 4958557"/>
                <a:gd name="connsiteY980" fmla="*/ 1939826 h 2611386"/>
                <a:gd name="connsiteX981" fmla="*/ 2520929 w 4958557"/>
                <a:gd name="connsiteY981" fmla="*/ 1940979 h 2611386"/>
                <a:gd name="connsiteX982" fmla="*/ 2506234 w 4958557"/>
                <a:gd name="connsiteY982" fmla="*/ 1950199 h 2611386"/>
                <a:gd name="connsiteX983" fmla="*/ 2500759 w 4958557"/>
                <a:gd name="connsiteY983" fmla="*/ 1953945 h 2611386"/>
                <a:gd name="connsiteX984" fmla="*/ 2499319 w 4958557"/>
                <a:gd name="connsiteY984" fmla="*/ 1944724 h 2611386"/>
                <a:gd name="connsiteX985" fmla="*/ 2514014 w 4958557"/>
                <a:gd name="connsiteY985" fmla="*/ 1938674 h 2611386"/>
                <a:gd name="connsiteX986" fmla="*/ 2523234 w 4958557"/>
                <a:gd name="connsiteY986" fmla="*/ 1924267 h 2611386"/>
                <a:gd name="connsiteX987" fmla="*/ 2520929 w 4958557"/>
                <a:gd name="connsiteY987" fmla="*/ 1921962 h 2611386"/>
                <a:gd name="connsiteX988" fmla="*/ 2515455 w 4958557"/>
                <a:gd name="connsiteY988" fmla="*/ 1921097 h 2611386"/>
                <a:gd name="connsiteX989" fmla="*/ 2523522 w 4958557"/>
                <a:gd name="connsiteY989" fmla="*/ 1917640 h 2611386"/>
                <a:gd name="connsiteX990" fmla="*/ 2526116 w 4958557"/>
                <a:gd name="connsiteY990" fmla="*/ 1916199 h 2611386"/>
                <a:gd name="connsiteX991" fmla="*/ 2522946 w 4958557"/>
                <a:gd name="connsiteY991" fmla="*/ 1914470 h 2611386"/>
                <a:gd name="connsiteX992" fmla="*/ 2502488 w 4958557"/>
                <a:gd name="connsiteY992" fmla="*/ 1919080 h 2611386"/>
                <a:gd name="connsiteX993" fmla="*/ 2488081 w 4958557"/>
                <a:gd name="connsiteY993" fmla="*/ 1921962 h 2611386"/>
                <a:gd name="connsiteX994" fmla="*/ 2460708 w 4958557"/>
                <a:gd name="connsiteY994" fmla="*/ 1934064 h 2611386"/>
                <a:gd name="connsiteX995" fmla="*/ 2444861 w 4958557"/>
                <a:gd name="connsiteY995" fmla="*/ 1936369 h 2611386"/>
                <a:gd name="connsiteX996" fmla="*/ 2437946 w 4958557"/>
                <a:gd name="connsiteY996" fmla="*/ 1936657 h 2611386"/>
                <a:gd name="connsiteX997" fmla="*/ 2437657 w 4958557"/>
                <a:gd name="connsiteY997" fmla="*/ 1936945 h 2611386"/>
                <a:gd name="connsiteX998" fmla="*/ 2416623 w 4958557"/>
                <a:gd name="connsiteY998" fmla="*/ 1948470 h 2611386"/>
                <a:gd name="connsiteX999" fmla="*/ 2413742 w 4958557"/>
                <a:gd name="connsiteY999" fmla="*/ 1955674 h 2611386"/>
                <a:gd name="connsiteX1000" fmla="*/ 2392996 w 4958557"/>
                <a:gd name="connsiteY1000" fmla="*/ 1962877 h 2611386"/>
                <a:gd name="connsiteX1001" fmla="*/ 2360148 w 4958557"/>
                <a:gd name="connsiteY1001" fmla="*/ 1975843 h 2611386"/>
                <a:gd name="connsiteX1002" fmla="*/ 2350352 w 4958557"/>
                <a:gd name="connsiteY1002" fmla="*/ 1981894 h 2611386"/>
                <a:gd name="connsiteX1003" fmla="*/ 2200809 w 4958557"/>
                <a:gd name="connsiteY1003" fmla="*/ 2012149 h 2611386"/>
                <a:gd name="connsiteX1004" fmla="*/ 2205707 w 4958557"/>
                <a:gd name="connsiteY1004" fmla="*/ 2019352 h 2611386"/>
                <a:gd name="connsiteX1005" fmla="*/ 2186114 w 4958557"/>
                <a:gd name="connsiteY1005" fmla="*/ 2022233 h 2611386"/>
                <a:gd name="connsiteX1006" fmla="*/ 2140876 w 4958557"/>
                <a:gd name="connsiteY1006" fmla="*/ 2038945 h 2611386"/>
                <a:gd name="connsiteX1007" fmla="*/ 2131656 w 4958557"/>
                <a:gd name="connsiteY1007" fmla="*/ 2041539 h 2611386"/>
                <a:gd name="connsiteX1008" fmla="*/ 2105147 w 4958557"/>
                <a:gd name="connsiteY1008" fmla="*/ 2050759 h 2611386"/>
                <a:gd name="connsiteX1009" fmla="*/ 2050689 w 4958557"/>
                <a:gd name="connsiteY1009" fmla="*/ 2067471 h 2611386"/>
                <a:gd name="connsiteX1010" fmla="*/ 2034553 w 4958557"/>
                <a:gd name="connsiteY1010" fmla="*/ 2072658 h 2611386"/>
                <a:gd name="connsiteX1011" fmla="*/ 2017553 w 4958557"/>
                <a:gd name="connsiteY1011" fmla="*/ 2077268 h 2611386"/>
                <a:gd name="connsiteX1012" fmla="*/ 1991044 w 4958557"/>
                <a:gd name="connsiteY1012" fmla="*/ 2081590 h 2611386"/>
                <a:gd name="connsiteX1013" fmla="*/ 1898264 w 4958557"/>
                <a:gd name="connsiteY1013" fmla="*/ 2107522 h 2611386"/>
                <a:gd name="connsiteX1014" fmla="*/ 1888179 w 4958557"/>
                <a:gd name="connsiteY1014" fmla="*/ 2110404 h 2611386"/>
                <a:gd name="connsiteX1015" fmla="*/ 1810382 w 4958557"/>
                <a:gd name="connsiteY1015" fmla="*/ 2131438 h 2611386"/>
                <a:gd name="connsiteX1016" fmla="*/ 1788484 w 4958557"/>
                <a:gd name="connsiteY1016" fmla="*/ 2140370 h 2611386"/>
                <a:gd name="connsiteX1017" fmla="*/ 1789060 w 4958557"/>
                <a:gd name="connsiteY1017" fmla="*/ 2143251 h 2611386"/>
                <a:gd name="connsiteX1018" fmla="*/ 1781569 w 4958557"/>
                <a:gd name="connsiteY1018" fmla="*/ 2145845 h 2611386"/>
                <a:gd name="connsiteX1019" fmla="*/ 1774077 w 4958557"/>
                <a:gd name="connsiteY1019" fmla="*/ 2145268 h 2611386"/>
                <a:gd name="connsiteX1020" fmla="*/ 1748721 w 4958557"/>
                <a:gd name="connsiteY1020" fmla="*/ 2155065 h 2611386"/>
                <a:gd name="connsiteX1021" fmla="*/ 1749009 w 4958557"/>
                <a:gd name="connsiteY1021" fmla="*/ 2155353 h 2611386"/>
                <a:gd name="connsiteX1022" fmla="*/ 1742670 w 4958557"/>
                <a:gd name="connsiteY1022" fmla="*/ 2159387 h 2611386"/>
                <a:gd name="connsiteX1023" fmla="*/ 1740077 w 4958557"/>
                <a:gd name="connsiteY1023" fmla="*/ 2163997 h 2611386"/>
                <a:gd name="connsiteX1024" fmla="*/ 1736619 w 4958557"/>
                <a:gd name="connsiteY1024" fmla="*/ 2162268 h 2611386"/>
                <a:gd name="connsiteX1025" fmla="*/ 1718466 w 4958557"/>
                <a:gd name="connsiteY1025" fmla="*/ 2166879 h 2611386"/>
                <a:gd name="connsiteX1026" fmla="*/ 1661415 w 4958557"/>
                <a:gd name="connsiteY1026" fmla="*/ 2176963 h 2611386"/>
                <a:gd name="connsiteX1027" fmla="*/ 1623093 w 4958557"/>
                <a:gd name="connsiteY1027" fmla="*/ 2184743 h 2611386"/>
                <a:gd name="connsiteX1028" fmla="*/ 1574110 w 4958557"/>
                <a:gd name="connsiteY1028" fmla="*/ 2190794 h 2611386"/>
                <a:gd name="connsiteX1029" fmla="*/ 1574686 w 4958557"/>
                <a:gd name="connsiteY1029" fmla="*/ 2190794 h 2611386"/>
                <a:gd name="connsiteX1030" fmla="*/ 1571516 w 4958557"/>
                <a:gd name="connsiteY1030" fmla="*/ 2191658 h 2611386"/>
                <a:gd name="connsiteX1031" fmla="*/ 1568635 w 4958557"/>
                <a:gd name="connsiteY1031" fmla="*/ 2192235 h 2611386"/>
                <a:gd name="connsiteX1032" fmla="*/ 1568347 w 4958557"/>
                <a:gd name="connsiteY1032" fmla="*/ 2193099 h 2611386"/>
                <a:gd name="connsiteX1033" fmla="*/ 1576703 w 4958557"/>
                <a:gd name="connsiteY1033" fmla="*/ 2190794 h 2611386"/>
                <a:gd name="connsiteX1034" fmla="*/ 1587364 w 4958557"/>
                <a:gd name="connsiteY1034" fmla="*/ 2191370 h 2611386"/>
                <a:gd name="connsiteX1035" fmla="*/ 1587076 w 4958557"/>
                <a:gd name="connsiteY1035" fmla="*/ 2195404 h 2611386"/>
                <a:gd name="connsiteX1036" fmla="*/ 1562008 w 4958557"/>
                <a:gd name="connsiteY1036" fmla="*/ 2202896 h 2611386"/>
                <a:gd name="connsiteX1037" fmla="*/ 1562008 w 4958557"/>
                <a:gd name="connsiteY1037" fmla="*/ 2205201 h 2611386"/>
                <a:gd name="connsiteX1038" fmla="*/ 1586788 w 4958557"/>
                <a:gd name="connsiteY1038" fmla="*/ 2202319 h 2611386"/>
                <a:gd name="connsiteX1039" fmla="*/ 1586500 w 4958557"/>
                <a:gd name="connsiteY1039" fmla="*/ 2208947 h 2611386"/>
                <a:gd name="connsiteX1040" fmla="*/ 1556821 w 4958557"/>
                <a:gd name="connsiteY1040" fmla="*/ 2218743 h 2611386"/>
                <a:gd name="connsiteX1041" fmla="*/ 1549330 w 4958557"/>
                <a:gd name="connsiteY1041" fmla="*/ 2214421 h 2611386"/>
                <a:gd name="connsiteX1042" fmla="*/ 1540398 w 4958557"/>
                <a:gd name="connsiteY1042" fmla="*/ 2209523 h 2611386"/>
                <a:gd name="connsiteX1043" fmla="*/ 1509855 w 4958557"/>
                <a:gd name="connsiteY1043" fmla="*/ 2215574 h 2611386"/>
                <a:gd name="connsiteX1044" fmla="*/ 1496601 w 4958557"/>
                <a:gd name="connsiteY1044" fmla="*/ 2222489 h 2611386"/>
                <a:gd name="connsiteX1045" fmla="*/ 1481329 w 4958557"/>
                <a:gd name="connsiteY1045" fmla="*/ 2223642 h 2611386"/>
                <a:gd name="connsiteX1046" fmla="*/ 1479024 w 4958557"/>
                <a:gd name="connsiteY1046" fmla="*/ 2222777 h 2611386"/>
                <a:gd name="connsiteX1047" fmla="*/ 1447329 w 4958557"/>
                <a:gd name="connsiteY1047" fmla="*/ 2228540 h 2611386"/>
                <a:gd name="connsiteX1048" fmla="*/ 1432634 w 4958557"/>
                <a:gd name="connsiteY1048" fmla="*/ 2238049 h 2611386"/>
                <a:gd name="connsiteX1049" fmla="*/ 1419956 w 4958557"/>
                <a:gd name="connsiteY1049" fmla="*/ 2242659 h 2611386"/>
                <a:gd name="connsiteX1050" fmla="*/ 1398634 w 4958557"/>
                <a:gd name="connsiteY1050" fmla="*/ 2243235 h 2611386"/>
                <a:gd name="connsiteX1051" fmla="*/ 1387685 w 4958557"/>
                <a:gd name="connsiteY1051" fmla="*/ 2245540 h 2611386"/>
                <a:gd name="connsiteX1052" fmla="*/ 1388549 w 4958557"/>
                <a:gd name="connsiteY1052" fmla="*/ 2243811 h 2611386"/>
                <a:gd name="connsiteX1053" fmla="*/ 1381058 w 4958557"/>
                <a:gd name="connsiteY1053" fmla="*/ 2245252 h 2611386"/>
                <a:gd name="connsiteX1054" fmla="*/ 1379329 w 4958557"/>
                <a:gd name="connsiteY1054" fmla="*/ 2245828 h 2611386"/>
                <a:gd name="connsiteX1055" fmla="*/ 1353685 w 4958557"/>
                <a:gd name="connsiteY1055" fmla="*/ 2252455 h 2611386"/>
                <a:gd name="connsiteX1056" fmla="*/ 1375295 w 4958557"/>
                <a:gd name="connsiteY1056" fmla="*/ 2245540 h 2611386"/>
                <a:gd name="connsiteX1057" fmla="*/ 1373854 w 4958557"/>
                <a:gd name="connsiteY1057" fmla="*/ 2243811 h 2611386"/>
                <a:gd name="connsiteX1058" fmla="*/ 1378753 w 4958557"/>
                <a:gd name="connsiteY1058" fmla="*/ 2237760 h 2611386"/>
                <a:gd name="connsiteX1059" fmla="*/ 1376447 w 4958557"/>
                <a:gd name="connsiteY1059" fmla="*/ 2235167 h 2611386"/>
                <a:gd name="connsiteX1060" fmla="*/ 1365210 w 4958557"/>
                <a:gd name="connsiteY1060" fmla="*/ 2237760 h 2611386"/>
                <a:gd name="connsiteX1061" fmla="*/ 1355125 w 4958557"/>
                <a:gd name="connsiteY1061" fmla="*/ 2240930 h 2611386"/>
                <a:gd name="connsiteX1062" fmla="*/ 1354837 w 4958557"/>
                <a:gd name="connsiteY1062" fmla="*/ 2244387 h 2611386"/>
                <a:gd name="connsiteX1063" fmla="*/ 1322566 w 4958557"/>
                <a:gd name="connsiteY1063" fmla="*/ 2258794 h 2611386"/>
                <a:gd name="connsiteX1064" fmla="*/ 1284820 w 4958557"/>
                <a:gd name="connsiteY1064" fmla="*/ 2267438 h 2611386"/>
                <a:gd name="connsiteX1065" fmla="*/ 1274735 w 4958557"/>
                <a:gd name="connsiteY1065" fmla="*/ 2270032 h 2611386"/>
                <a:gd name="connsiteX1066" fmla="*/ 1257447 w 4958557"/>
                <a:gd name="connsiteY1066" fmla="*/ 2279828 h 2611386"/>
                <a:gd name="connsiteX1067" fmla="*/ 1262921 w 4958557"/>
                <a:gd name="connsiteY1067" fmla="*/ 2278964 h 2611386"/>
                <a:gd name="connsiteX1068" fmla="*/ 1251108 w 4958557"/>
                <a:gd name="connsiteY1068" fmla="*/ 2286744 h 2611386"/>
                <a:gd name="connsiteX1069" fmla="*/ 1243328 w 4958557"/>
                <a:gd name="connsiteY1069" fmla="*/ 2287608 h 2611386"/>
                <a:gd name="connsiteX1070" fmla="*/ 1248514 w 4958557"/>
                <a:gd name="connsiteY1070" fmla="*/ 2283862 h 2611386"/>
                <a:gd name="connsiteX1071" fmla="*/ 1256294 w 4958557"/>
                <a:gd name="connsiteY1071" fmla="*/ 2280117 h 2611386"/>
                <a:gd name="connsiteX1072" fmla="*/ 1217972 w 4958557"/>
                <a:gd name="connsiteY1072" fmla="*/ 2283286 h 2611386"/>
                <a:gd name="connsiteX1073" fmla="*/ 1212497 w 4958557"/>
                <a:gd name="connsiteY1073" fmla="*/ 2283286 h 2611386"/>
                <a:gd name="connsiteX1074" fmla="*/ 1198955 w 4958557"/>
                <a:gd name="connsiteY1074" fmla="*/ 2292795 h 2611386"/>
                <a:gd name="connsiteX1075" fmla="*/ 1212785 w 4958557"/>
                <a:gd name="connsiteY1075" fmla="*/ 2291066 h 2611386"/>
                <a:gd name="connsiteX1076" fmla="*/ 1230362 w 4958557"/>
                <a:gd name="connsiteY1076" fmla="*/ 2289049 h 2611386"/>
                <a:gd name="connsiteX1077" fmla="*/ 1217396 w 4958557"/>
                <a:gd name="connsiteY1077" fmla="*/ 2293371 h 2611386"/>
                <a:gd name="connsiteX1078" fmla="*/ 1202989 w 4958557"/>
                <a:gd name="connsiteY1078" fmla="*/ 2297981 h 2611386"/>
                <a:gd name="connsiteX1079" fmla="*/ 1200972 w 4958557"/>
                <a:gd name="connsiteY1079" fmla="*/ 2307778 h 2611386"/>
                <a:gd name="connsiteX1080" fmla="*/ 1186853 w 4958557"/>
                <a:gd name="connsiteY1080" fmla="*/ 2312964 h 2611386"/>
                <a:gd name="connsiteX1081" fmla="*/ 1181090 w 4958557"/>
                <a:gd name="connsiteY1081" fmla="*/ 2308066 h 2611386"/>
                <a:gd name="connsiteX1082" fmla="*/ 1186565 w 4958557"/>
                <a:gd name="connsiteY1082" fmla="*/ 2300574 h 2611386"/>
                <a:gd name="connsiteX1083" fmla="*/ 1183684 w 4958557"/>
                <a:gd name="connsiteY1083" fmla="*/ 2301150 h 2611386"/>
                <a:gd name="connsiteX1084" fmla="*/ 1180802 w 4958557"/>
                <a:gd name="connsiteY1084" fmla="*/ 2293947 h 2611386"/>
                <a:gd name="connsiteX1085" fmla="*/ 1115971 w 4958557"/>
                <a:gd name="connsiteY1085" fmla="*/ 2316998 h 2611386"/>
                <a:gd name="connsiteX1086" fmla="*/ 1056903 w 4958557"/>
                <a:gd name="connsiteY1086" fmla="*/ 2333422 h 2611386"/>
                <a:gd name="connsiteX1087" fmla="*/ 1053445 w 4958557"/>
                <a:gd name="connsiteY1087" fmla="*/ 2336015 h 2611386"/>
                <a:gd name="connsiteX1088" fmla="*/ 1047395 w 4958557"/>
                <a:gd name="connsiteY1088" fmla="*/ 2336015 h 2611386"/>
                <a:gd name="connsiteX1089" fmla="*/ 1043649 w 4958557"/>
                <a:gd name="connsiteY1089" fmla="*/ 2336015 h 2611386"/>
                <a:gd name="connsiteX1090" fmla="*/ 1024920 w 4958557"/>
                <a:gd name="connsiteY1090" fmla="*/ 2336015 h 2611386"/>
                <a:gd name="connsiteX1091" fmla="*/ 1013106 w 4958557"/>
                <a:gd name="connsiteY1091" fmla="*/ 2336015 h 2611386"/>
                <a:gd name="connsiteX1092" fmla="*/ 954902 w 4958557"/>
                <a:gd name="connsiteY1092" fmla="*/ 2351575 h 2611386"/>
                <a:gd name="connsiteX1093" fmla="*/ 927529 w 4958557"/>
                <a:gd name="connsiteY1093" fmla="*/ 2369151 h 2611386"/>
                <a:gd name="connsiteX1094" fmla="*/ 918309 w 4958557"/>
                <a:gd name="connsiteY1094" fmla="*/ 2374049 h 2611386"/>
                <a:gd name="connsiteX1095" fmla="*/ 913123 w 4958557"/>
                <a:gd name="connsiteY1095" fmla="*/ 2373473 h 2611386"/>
                <a:gd name="connsiteX1096" fmla="*/ 916292 w 4958557"/>
                <a:gd name="connsiteY1096" fmla="*/ 2367710 h 2611386"/>
                <a:gd name="connsiteX1097" fmla="*/ 913699 w 4958557"/>
                <a:gd name="connsiteY1097" fmla="*/ 2362236 h 2611386"/>
                <a:gd name="connsiteX1098" fmla="*/ 882580 w 4958557"/>
                <a:gd name="connsiteY1098" fmla="*/ 2372897 h 2611386"/>
                <a:gd name="connsiteX1099" fmla="*/ 866444 w 4958557"/>
                <a:gd name="connsiteY1099" fmla="*/ 2375490 h 2611386"/>
                <a:gd name="connsiteX1100" fmla="*/ 857224 w 4958557"/>
                <a:gd name="connsiteY1100" fmla="*/ 2375202 h 2611386"/>
                <a:gd name="connsiteX1101" fmla="*/ 841953 w 4958557"/>
                <a:gd name="connsiteY1101" fmla="*/ 2378371 h 2611386"/>
                <a:gd name="connsiteX1102" fmla="*/ 829851 w 4958557"/>
                <a:gd name="connsiteY1102" fmla="*/ 2382405 h 2611386"/>
                <a:gd name="connsiteX1103" fmla="*/ 820342 w 4958557"/>
                <a:gd name="connsiteY1103" fmla="*/ 2384422 h 2611386"/>
                <a:gd name="connsiteX1104" fmla="*/ 813427 w 4958557"/>
                <a:gd name="connsiteY1104" fmla="*/ 2387015 h 2611386"/>
                <a:gd name="connsiteX1105" fmla="*/ 781156 w 4958557"/>
                <a:gd name="connsiteY1105" fmla="*/ 2395948 h 2611386"/>
                <a:gd name="connsiteX1106" fmla="*/ 808529 w 4958557"/>
                <a:gd name="connsiteY1106" fmla="*/ 2384422 h 2611386"/>
                <a:gd name="connsiteX1107" fmla="*/ 820342 w 4958557"/>
                <a:gd name="connsiteY1107" fmla="*/ 2382405 h 2611386"/>
                <a:gd name="connsiteX1108" fmla="*/ 826970 w 4958557"/>
                <a:gd name="connsiteY1108" fmla="*/ 2379812 h 2611386"/>
                <a:gd name="connsiteX1109" fmla="*/ 839071 w 4958557"/>
                <a:gd name="connsiteY1109" fmla="*/ 2375778 h 2611386"/>
                <a:gd name="connsiteX1110" fmla="*/ 854343 w 4958557"/>
                <a:gd name="connsiteY1110" fmla="*/ 2372320 h 2611386"/>
                <a:gd name="connsiteX1111" fmla="*/ 853190 w 4958557"/>
                <a:gd name="connsiteY1111" fmla="*/ 2367422 h 2611386"/>
                <a:gd name="connsiteX1112" fmla="*/ 820054 w 4958557"/>
                <a:gd name="connsiteY1112" fmla="*/ 2374626 h 2611386"/>
                <a:gd name="connsiteX1113" fmla="*/ 769342 w 4958557"/>
                <a:gd name="connsiteY1113" fmla="*/ 2382405 h 2611386"/>
                <a:gd name="connsiteX1114" fmla="*/ 762427 w 4958557"/>
                <a:gd name="connsiteY1114" fmla="*/ 2383846 h 2611386"/>
                <a:gd name="connsiteX1115" fmla="*/ 663884 w 4958557"/>
                <a:gd name="connsiteY1115" fmla="*/ 2412372 h 2611386"/>
                <a:gd name="connsiteX1116" fmla="*/ 662443 w 4958557"/>
                <a:gd name="connsiteY1116" fmla="*/ 2410355 h 2611386"/>
                <a:gd name="connsiteX1117" fmla="*/ 654951 w 4958557"/>
                <a:gd name="connsiteY1117" fmla="*/ 2413524 h 2611386"/>
                <a:gd name="connsiteX1118" fmla="*/ 622680 w 4958557"/>
                <a:gd name="connsiteY1118" fmla="*/ 2423033 h 2611386"/>
                <a:gd name="connsiteX1119" fmla="*/ 583205 w 4958557"/>
                <a:gd name="connsiteY1119" fmla="*/ 2435134 h 2611386"/>
                <a:gd name="connsiteX1120" fmla="*/ 577154 w 4958557"/>
                <a:gd name="connsiteY1120" fmla="*/ 2436863 h 2611386"/>
                <a:gd name="connsiteX1121" fmla="*/ 516646 w 4958557"/>
                <a:gd name="connsiteY1121" fmla="*/ 2459914 h 2611386"/>
                <a:gd name="connsiteX1122" fmla="*/ 513476 w 4958557"/>
                <a:gd name="connsiteY1122" fmla="*/ 2463948 h 2611386"/>
                <a:gd name="connsiteX1123" fmla="*/ 516934 w 4958557"/>
                <a:gd name="connsiteY1123" fmla="*/ 2463084 h 2611386"/>
                <a:gd name="connsiteX1124" fmla="*/ 518662 w 4958557"/>
                <a:gd name="connsiteY1124" fmla="*/ 2467118 h 2611386"/>
                <a:gd name="connsiteX1125" fmla="*/ 484086 w 4958557"/>
                <a:gd name="connsiteY1125" fmla="*/ 2476626 h 2611386"/>
                <a:gd name="connsiteX1126" fmla="*/ 409170 w 4958557"/>
                <a:gd name="connsiteY1126" fmla="*/ 2498525 h 2611386"/>
                <a:gd name="connsiteX1127" fmla="*/ 387848 w 4958557"/>
                <a:gd name="connsiteY1127" fmla="*/ 2505152 h 2611386"/>
                <a:gd name="connsiteX1128" fmla="*/ 387848 w 4958557"/>
                <a:gd name="connsiteY1128" fmla="*/ 2504287 h 2611386"/>
                <a:gd name="connsiteX1129" fmla="*/ 381221 w 4958557"/>
                <a:gd name="connsiteY1129" fmla="*/ 2500542 h 2611386"/>
                <a:gd name="connsiteX1130" fmla="*/ 368543 w 4958557"/>
                <a:gd name="connsiteY1130" fmla="*/ 2506592 h 2611386"/>
                <a:gd name="connsiteX1131" fmla="*/ 365950 w 4958557"/>
                <a:gd name="connsiteY1131" fmla="*/ 2511779 h 2611386"/>
                <a:gd name="connsiteX1132" fmla="*/ 366238 w 4958557"/>
                <a:gd name="connsiteY1132" fmla="*/ 2512355 h 2611386"/>
                <a:gd name="connsiteX1133" fmla="*/ 359323 w 4958557"/>
                <a:gd name="connsiteY1133" fmla="*/ 2514948 h 2611386"/>
                <a:gd name="connsiteX1134" fmla="*/ 357306 w 4958557"/>
                <a:gd name="connsiteY1134" fmla="*/ 2514948 h 2611386"/>
                <a:gd name="connsiteX1135" fmla="*/ 352695 w 4958557"/>
                <a:gd name="connsiteY1135" fmla="*/ 2515813 h 2611386"/>
                <a:gd name="connsiteX1136" fmla="*/ 352695 w 4958557"/>
                <a:gd name="connsiteY1136" fmla="*/ 2517254 h 2611386"/>
                <a:gd name="connsiteX1137" fmla="*/ 342034 w 4958557"/>
                <a:gd name="connsiteY1137" fmla="*/ 2520999 h 2611386"/>
                <a:gd name="connsiteX1138" fmla="*/ 337136 w 4958557"/>
                <a:gd name="connsiteY1138" fmla="*/ 2524169 h 2611386"/>
                <a:gd name="connsiteX1139" fmla="*/ 305153 w 4958557"/>
                <a:gd name="connsiteY1139" fmla="*/ 2537135 h 2611386"/>
                <a:gd name="connsiteX1140" fmla="*/ 305153 w 4958557"/>
                <a:gd name="connsiteY1140" fmla="*/ 2535118 h 2611386"/>
                <a:gd name="connsiteX1141" fmla="*/ 303424 w 4958557"/>
                <a:gd name="connsiteY1141" fmla="*/ 2533965 h 2611386"/>
                <a:gd name="connsiteX1142" fmla="*/ 288441 w 4958557"/>
                <a:gd name="connsiteY1142" fmla="*/ 2541745 h 2611386"/>
                <a:gd name="connsiteX1143" fmla="*/ 289305 w 4958557"/>
                <a:gd name="connsiteY1143" fmla="*/ 2539440 h 2611386"/>
                <a:gd name="connsiteX1144" fmla="*/ 288153 w 4958557"/>
                <a:gd name="connsiteY1144" fmla="*/ 2538576 h 2611386"/>
                <a:gd name="connsiteX1145" fmla="*/ 284983 w 4958557"/>
                <a:gd name="connsiteY1145" fmla="*/ 2541457 h 2611386"/>
                <a:gd name="connsiteX1146" fmla="*/ 278068 w 4958557"/>
                <a:gd name="connsiteY1146" fmla="*/ 2547220 h 2611386"/>
                <a:gd name="connsiteX1147" fmla="*/ 282966 w 4958557"/>
                <a:gd name="connsiteY1147" fmla="*/ 2544627 h 2611386"/>
                <a:gd name="connsiteX1148" fmla="*/ 280949 w 4958557"/>
                <a:gd name="connsiteY1148" fmla="*/ 2545779 h 2611386"/>
                <a:gd name="connsiteX1149" fmla="*/ 283831 w 4958557"/>
                <a:gd name="connsiteY1149" fmla="*/ 2545491 h 2611386"/>
                <a:gd name="connsiteX1150" fmla="*/ 277780 w 4958557"/>
                <a:gd name="connsiteY1150" fmla="*/ 2547796 h 2611386"/>
                <a:gd name="connsiteX1151" fmla="*/ 277492 w 4958557"/>
                <a:gd name="connsiteY1151" fmla="*/ 2547796 h 2611386"/>
                <a:gd name="connsiteX1152" fmla="*/ 267119 w 4958557"/>
                <a:gd name="connsiteY1152" fmla="*/ 2549237 h 2611386"/>
                <a:gd name="connsiteX1153" fmla="*/ 266542 w 4958557"/>
                <a:gd name="connsiteY1153" fmla="*/ 2552118 h 2611386"/>
                <a:gd name="connsiteX1154" fmla="*/ 233983 w 4958557"/>
                <a:gd name="connsiteY1154" fmla="*/ 2565084 h 2611386"/>
                <a:gd name="connsiteX1155" fmla="*/ 239169 w 4958557"/>
                <a:gd name="connsiteY1155" fmla="*/ 2557305 h 2611386"/>
                <a:gd name="connsiteX1156" fmla="*/ 244068 w 4958557"/>
                <a:gd name="connsiteY1156" fmla="*/ 2555288 h 2611386"/>
                <a:gd name="connsiteX1157" fmla="*/ 247237 w 4958557"/>
                <a:gd name="connsiteY1157" fmla="*/ 2552406 h 2611386"/>
                <a:gd name="connsiteX1158" fmla="*/ 243779 w 4958557"/>
                <a:gd name="connsiteY1158" fmla="*/ 2552983 h 2611386"/>
                <a:gd name="connsiteX1159" fmla="*/ 238593 w 4958557"/>
                <a:gd name="connsiteY1159" fmla="*/ 2555576 h 2611386"/>
                <a:gd name="connsiteX1160" fmla="*/ 237729 w 4958557"/>
                <a:gd name="connsiteY1160" fmla="*/ 2554135 h 2611386"/>
                <a:gd name="connsiteX1161" fmla="*/ 235135 w 4958557"/>
                <a:gd name="connsiteY1161" fmla="*/ 2552694 h 2611386"/>
                <a:gd name="connsiteX1162" fmla="*/ 232254 w 4958557"/>
                <a:gd name="connsiteY1162" fmla="*/ 2556440 h 2611386"/>
                <a:gd name="connsiteX1163" fmla="*/ 210067 w 4958557"/>
                <a:gd name="connsiteY1163" fmla="*/ 2565949 h 2611386"/>
                <a:gd name="connsiteX1164" fmla="*/ 178084 w 4958557"/>
                <a:gd name="connsiteY1164" fmla="*/ 2582373 h 2611386"/>
                <a:gd name="connsiteX1165" fmla="*/ 178949 w 4958557"/>
                <a:gd name="connsiteY1165" fmla="*/ 2582949 h 2611386"/>
                <a:gd name="connsiteX1166" fmla="*/ 172898 w 4958557"/>
                <a:gd name="connsiteY1166" fmla="*/ 2584678 h 2611386"/>
                <a:gd name="connsiteX1167" fmla="*/ 167135 w 4958557"/>
                <a:gd name="connsiteY1167" fmla="*/ 2586695 h 2611386"/>
                <a:gd name="connsiteX1168" fmla="*/ 167135 w 4958557"/>
                <a:gd name="connsiteY1168" fmla="*/ 2582949 h 2611386"/>
                <a:gd name="connsiteX1169" fmla="*/ 172898 w 4958557"/>
                <a:gd name="connsiteY1169" fmla="*/ 2581220 h 2611386"/>
                <a:gd name="connsiteX1170" fmla="*/ 175779 w 4958557"/>
                <a:gd name="connsiteY1170" fmla="*/ 2577762 h 2611386"/>
                <a:gd name="connsiteX1171" fmla="*/ 172033 w 4958557"/>
                <a:gd name="connsiteY1171" fmla="*/ 2577474 h 2611386"/>
                <a:gd name="connsiteX1172" fmla="*/ 160508 w 4958557"/>
                <a:gd name="connsiteY1172" fmla="*/ 2581508 h 2611386"/>
                <a:gd name="connsiteX1173" fmla="*/ 151864 w 4958557"/>
                <a:gd name="connsiteY1173" fmla="*/ 2584101 h 2611386"/>
                <a:gd name="connsiteX1174" fmla="*/ 146677 w 4958557"/>
                <a:gd name="connsiteY1174" fmla="*/ 2585830 h 2611386"/>
                <a:gd name="connsiteX1175" fmla="*/ 138033 w 4958557"/>
                <a:gd name="connsiteY1175" fmla="*/ 2588712 h 2611386"/>
                <a:gd name="connsiteX1176" fmla="*/ 115558 w 4958557"/>
                <a:gd name="connsiteY1176" fmla="*/ 2585830 h 2611386"/>
                <a:gd name="connsiteX1177" fmla="*/ 110372 w 4958557"/>
                <a:gd name="connsiteY1177" fmla="*/ 2588712 h 2611386"/>
                <a:gd name="connsiteX1178" fmla="*/ 116999 w 4958557"/>
                <a:gd name="connsiteY1178" fmla="*/ 2587559 h 2611386"/>
                <a:gd name="connsiteX1179" fmla="*/ 126796 w 4958557"/>
                <a:gd name="connsiteY1179" fmla="*/ 2591017 h 2611386"/>
                <a:gd name="connsiteX1180" fmla="*/ 116135 w 4958557"/>
                <a:gd name="connsiteY1180" fmla="*/ 2593322 h 2611386"/>
                <a:gd name="connsiteX1181" fmla="*/ 114694 w 4958557"/>
                <a:gd name="connsiteY1181" fmla="*/ 2594763 h 2611386"/>
                <a:gd name="connsiteX1182" fmla="*/ 104033 w 4958557"/>
                <a:gd name="connsiteY1182" fmla="*/ 2594186 h 2611386"/>
                <a:gd name="connsiteX1183" fmla="*/ 91931 w 4958557"/>
                <a:gd name="connsiteY1183" fmla="*/ 2590729 h 2611386"/>
                <a:gd name="connsiteX1184" fmla="*/ 107202 w 4958557"/>
                <a:gd name="connsiteY1184" fmla="*/ 2581220 h 2611386"/>
                <a:gd name="connsiteX1185" fmla="*/ 124779 w 4958557"/>
                <a:gd name="connsiteY1185" fmla="*/ 2575457 h 2611386"/>
                <a:gd name="connsiteX1186" fmla="*/ 141203 w 4958557"/>
                <a:gd name="connsiteY1186" fmla="*/ 2569118 h 2611386"/>
                <a:gd name="connsiteX1187" fmla="*/ 97118 w 4958557"/>
                <a:gd name="connsiteY1187" fmla="*/ 2578051 h 2611386"/>
                <a:gd name="connsiteX1188" fmla="*/ 110660 w 4958557"/>
                <a:gd name="connsiteY1188" fmla="*/ 2565373 h 2611386"/>
                <a:gd name="connsiteX1189" fmla="*/ 82423 w 4958557"/>
                <a:gd name="connsiteY1189" fmla="*/ 2586695 h 2611386"/>
                <a:gd name="connsiteX1190" fmla="*/ 71185 w 4958557"/>
                <a:gd name="connsiteY1190" fmla="*/ 2595339 h 2611386"/>
                <a:gd name="connsiteX1191" fmla="*/ 63694 w 4958557"/>
                <a:gd name="connsiteY1191" fmla="*/ 2595627 h 2611386"/>
                <a:gd name="connsiteX1192" fmla="*/ 66575 w 4958557"/>
                <a:gd name="connsiteY1192" fmla="*/ 2589288 h 2611386"/>
                <a:gd name="connsiteX1193" fmla="*/ 67151 w 4958557"/>
                <a:gd name="connsiteY1193" fmla="*/ 2584966 h 2611386"/>
                <a:gd name="connsiteX1194" fmla="*/ 61965 w 4958557"/>
                <a:gd name="connsiteY1194" fmla="*/ 2586406 h 2611386"/>
                <a:gd name="connsiteX1195" fmla="*/ 58219 w 4958557"/>
                <a:gd name="connsiteY1195" fmla="*/ 2599661 h 2611386"/>
                <a:gd name="connsiteX1196" fmla="*/ 50727 w 4958557"/>
                <a:gd name="connsiteY1196" fmla="*/ 2609746 h 2611386"/>
                <a:gd name="connsiteX1197" fmla="*/ 43812 w 4958557"/>
                <a:gd name="connsiteY1197" fmla="*/ 2606000 h 2611386"/>
                <a:gd name="connsiteX1198" fmla="*/ 45541 w 4958557"/>
                <a:gd name="connsiteY1198" fmla="*/ 2597932 h 2611386"/>
                <a:gd name="connsiteX1199" fmla="*/ 40931 w 4958557"/>
                <a:gd name="connsiteY1199" fmla="*/ 2586406 h 2611386"/>
                <a:gd name="connsiteX1200" fmla="*/ 36321 w 4958557"/>
                <a:gd name="connsiteY1200" fmla="*/ 2577186 h 2611386"/>
                <a:gd name="connsiteX1201" fmla="*/ 42371 w 4958557"/>
                <a:gd name="connsiteY1201" fmla="*/ 2565949 h 2611386"/>
                <a:gd name="connsiteX1202" fmla="*/ 34015 w 4958557"/>
                <a:gd name="connsiteY1202" fmla="*/ 2550966 h 2611386"/>
                <a:gd name="connsiteX1203" fmla="*/ 27676 w 4958557"/>
                <a:gd name="connsiteY1203" fmla="*/ 2540593 h 2611386"/>
                <a:gd name="connsiteX1204" fmla="*/ 26236 w 4958557"/>
                <a:gd name="connsiteY1204" fmla="*/ 2524457 h 2611386"/>
                <a:gd name="connsiteX1205" fmla="*/ 26812 w 4958557"/>
                <a:gd name="connsiteY1205" fmla="*/ 2517254 h 2611386"/>
                <a:gd name="connsiteX1206" fmla="*/ 28253 w 4958557"/>
                <a:gd name="connsiteY1206" fmla="*/ 2510050 h 2611386"/>
                <a:gd name="connsiteX1207" fmla="*/ 21337 w 4958557"/>
                <a:gd name="connsiteY1207" fmla="*/ 2510626 h 2611386"/>
                <a:gd name="connsiteX1208" fmla="*/ 10964 w 4958557"/>
                <a:gd name="connsiteY1208" fmla="*/ 2512643 h 2611386"/>
                <a:gd name="connsiteX1209" fmla="*/ 8947 w 4958557"/>
                <a:gd name="connsiteY1209" fmla="*/ 2496220 h 2611386"/>
                <a:gd name="connsiteX1210" fmla="*/ 14710 w 4958557"/>
                <a:gd name="connsiteY1210" fmla="*/ 2484982 h 2611386"/>
                <a:gd name="connsiteX1211" fmla="*/ 8947 w 4958557"/>
                <a:gd name="connsiteY1211" fmla="*/ 2482389 h 2611386"/>
                <a:gd name="connsiteX1212" fmla="*/ 303 w 4958557"/>
                <a:gd name="connsiteY1212" fmla="*/ 2483253 h 2611386"/>
                <a:gd name="connsiteX1213" fmla="*/ 5202 w 4958557"/>
                <a:gd name="connsiteY1213" fmla="*/ 2479219 h 2611386"/>
                <a:gd name="connsiteX1214" fmla="*/ 3761 w 4958557"/>
                <a:gd name="connsiteY1214" fmla="*/ 2472592 h 2611386"/>
                <a:gd name="connsiteX1215" fmla="*/ 24795 w 4958557"/>
                <a:gd name="connsiteY1215" fmla="*/ 2446948 h 2611386"/>
                <a:gd name="connsiteX1216" fmla="*/ 25083 w 4958557"/>
                <a:gd name="connsiteY1216" fmla="*/ 2434558 h 2611386"/>
                <a:gd name="connsiteX1217" fmla="*/ 24507 w 4958557"/>
                <a:gd name="connsiteY1217" fmla="*/ 2426202 h 2611386"/>
                <a:gd name="connsiteX1218" fmla="*/ 42371 w 4958557"/>
                <a:gd name="connsiteY1218" fmla="*/ 2397965 h 2611386"/>
                <a:gd name="connsiteX1219" fmla="*/ 58219 w 4958557"/>
                <a:gd name="connsiteY1219" fmla="*/ 2384422 h 2611386"/>
                <a:gd name="connsiteX1220" fmla="*/ 57355 w 4958557"/>
                <a:gd name="connsiteY1220" fmla="*/ 2382405 h 2611386"/>
                <a:gd name="connsiteX1221" fmla="*/ 41795 w 4958557"/>
                <a:gd name="connsiteY1221" fmla="*/ 2381541 h 2611386"/>
                <a:gd name="connsiteX1222" fmla="*/ 51016 w 4958557"/>
                <a:gd name="connsiteY1222" fmla="*/ 2373473 h 2611386"/>
                <a:gd name="connsiteX1223" fmla="*/ 53032 w 4958557"/>
                <a:gd name="connsiteY1223" fmla="*/ 2366846 h 2611386"/>
                <a:gd name="connsiteX1224" fmla="*/ 50151 w 4958557"/>
                <a:gd name="connsiteY1224" fmla="*/ 2354744 h 2611386"/>
                <a:gd name="connsiteX1225" fmla="*/ 57931 w 4958557"/>
                <a:gd name="connsiteY1225" fmla="*/ 2348405 h 2611386"/>
                <a:gd name="connsiteX1226" fmla="*/ 61388 w 4958557"/>
                <a:gd name="connsiteY1226" fmla="*/ 2343219 h 2611386"/>
                <a:gd name="connsiteX1227" fmla="*/ 54473 w 4958557"/>
                <a:gd name="connsiteY1227" fmla="*/ 2342642 h 2611386"/>
                <a:gd name="connsiteX1228" fmla="*/ 51880 w 4958557"/>
                <a:gd name="connsiteY1228" fmla="*/ 2339185 h 2611386"/>
                <a:gd name="connsiteX1229" fmla="*/ 41795 w 4958557"/>
                <a:gd name="connsiteY1229" fmla="*/ 2338608 h 2611386"/>
                <a:gd name="connsiteX1230" fmla="*/ 38337 w 4958557"/>
                <a:gd name="connsiteY1230" fmla="*/ 2335727 h 2611386"/>
                <a:gd name="connsiteX1231" fmla="*/ 52168 w 4958557"/>
                <a:gd name="connsiteY1231" fmla="*/ 2321896 h 2611386"/>
                <a:gd name="connsiteX1232" fmla="*/ 53321 w 4958557"/>
                <a:gd name="connsiteY1232" fmla="*/ 2321608 h 2611386"/>
                <a:gd name="connsiteX1233" fmla="*/ 53321 w 4958557"/>
                <a:gd name="connsiteY1233" fmla="*/ 2310083 h 2611386"/>
                <a:gd name="connsiteX1234" fmla="*/ 50151 w 4958557"/>
                <a:gd name="connsiteY1234" fmla="*/ 2311524 h 2611386"/>
                <a:gd name="connsiteX1235" fmla="*/ 38337 w 4958557"/>
                <a:gd name="connsiteY1235" fmla="*/ 2310659 h 2611386"/>
                <a:gd name="connsiteX1236" fmla="*/ 48710 w 4958557"/>
                <a:gd name="connsiteY1236" fmla="*/ 2295100 h 2611386"/>
                <a:gd name="connsiteX1237" fmla="*/ 53321 w 4958557"/>
                <a:gd name="connsiteY1237" fmla="*/ 2288761 h 2611386"/>
                <a:gd name="connsiteX1238" fmla="*/ 53321 w 4958557"/>
                <a:gd name="connsiteY1238" fmla="*/ 2288473 h 2611386"/>
                <a:gd name="connsiteX1239" fmla="*/ 51592 w 4958557"/>
                <a:gd name="connsiteY1239" fmla="*/ 2286744 h 2611386"/>
                <a:gd name="connsiteX1240" fmla="*/ 45253 w 4958557"/>
                <a:gd name="connsiteY1240" fmla="*/ 2286744 h 2611386"/>
                <a:gd name="connsiteX1241" fmla="*/ 51016 w 4958557"/>
                <a:gd name="connsiteY1241" fmla="*/ 2285303 h 2611386"/>
                <a:gd name="connsiteX1242" fmla="*/ 53321 w 4958557"/>
                <a:gd name="connsiteY1242" fmla="*/ 2281269 h 2611386"/>
                <a:gd name="connsiteX1243" fmla="*/ 53321 w 4958557"/>
                <a:gd name="connsiteY1243" fmla="*/ 2269455 h 2611386"/>
                <a:gd name="connsiteX1244" fmla="*/ 49287 w 4958557"/>
                <a:gd name="connsiteY1244" fmla="*/ 2272337 h 2611386"/>
                <a:gd name="connsiteX1245" fmla="*/ 40354 w 4958557"/>
                <a:gd name="connsiteY1245" fmla="*/ 2271760 h 2611386"/>
                <a:gd name="connsiteX1246" fmla="*/ 40354 w 4958557"/>
                <a:gd name="connsiteY1246" fmla="*/ 2270896 h 2611386"/>
                <a:gd name="connsiteX1247" fmla="*/ 41219 w 4958557"/>
                <a:gd name="connsiteY1247" fmla="*/ 2270032 h 2611386"/>
                <a:gd name="connsiteX1248" fmla="*/ 39778 w 4958557"/>
                <a:gd name="connsiteY1248" fmla="*/ 2266862 h 2611386"/>
                <a:gd name="connsiteX1249" fmla="*/ 38914 w 4958557"/>
                <a:gd name="connsiteY1249" fmla="*/ 2266574 h 2611386"/>
                <a:gd name="connsiteX1250" fmla="*/ 34880 w 4958557"/>
                <a:gd name="connsiteY1250" fmla="*/ 2262252 h 2611386"/>
                <a:gd name="connsiteX1251" fmla="*/ 38049 w 4958557"/>
                <a:gd name="connsiteY1251" fmla="*/ 2257066 h 2611386"/>
                <a:gd name="connsiteX1252" fmla="*/ 38049 w 4958557"/>
                <a:gd name="connsiteY1252" fmla="*/ 2252455 h 2611386"/>
                <a:gd name="connsiteX1253" fmla="*/ 32575 w 4958557"/>
                <a:gd name="connsiteY1253" fmla="*/ 2256201 h 2611386"/>
                <a:gd name="connsiteX1254" fmla="*/ 27100 w 4958557"/>
                <a:gd name="connsiteY1254" fmla="*/ 2253896 h 2611386"/>
                <a:gd name="connsiteX1255" fmla="*/ 32287 w 4958557"/>
                <a:gd name="connsiteY1255" fmla="*/ 2242659 h 2611386"/>
                <a:gd name="connsiteX1256" fmla="*/ 43236 w 4958557"/>
                <a:gd name="connsiteY1256" fmla="*/ 2231133 h 2611386"/>
                <a:gd name="connsiteX1257" fmla="*/ 42371 w 4958557"/>
                <a:gd name="connsiteY1257" fmla="*/ 2221625 h 2611386"/>
                <a:gd name="connsiteX1258" fmla="*/ 40643 w 4958557"/>
                <a:gd name="connsiteY1258" fmla="*/ 2212692 h 2611386"/>
                <a:gd name="connsiteX1259" fmla="*/ 43812 w 4958557"/>
                <a:gd name="connsiteY1259" fmla="*/ 2200879 h 2611386"/>
                <a:gd name="connsiteX1260" fmla="*/ 46117 w 4958557"/>
                <a:gd name="connsiteY1260" fmla="*/ 2195980 h 2611386"/>
                <a:gd name="connsiteX1261" fmla="*/ 48999 w 4958557"/>
                <a:gd name="connsiteY1261" fmla="*/ 2191370 h 2611386"/>
                <a:gd name="connsiteX1262" fmla="*/ 43812 w 4958557"/>
                <a:gd name="connsiteY1262" fmla="*/ 2189930 h 2611386"/>
                <a:gd name="connsiteX1263" fmla="*/ 36032 w 4958557"/>
                <a:gd name="connsiteY1263" fmla="*/ 2188489 h 2611386"/>
                <a:gd name="connsiteX1264" fmla="*/ 38914 w 4958557"/>
                <a:gd name="connsiteY1264" fmla="*/ 2176387 h 2611386"/>
                <a:gd name="connsiteX1265" fmla="*/ 45829 w 4958557"/>
                <a:gd name="connsiteY1265" fmla="*/ 2170048 h 2611386"/>
                <a:gd name="connsiteX1266" fmla="*/ 42371 w 4958557"/>
                <a:gd name="connsiteY1266" fmla="*/ 2166879 h 2611386"/>
                <a:gd name="connsiteX1267" fmla="*/ 36032 w 4958557"/>
                <a:gd name="connsiteY1267" fmla="*/ 2165150 h 2611386"/>
                <a:gd name="connsiteX1268" fmla="*/ 40643 w 4958557"/>
                <a:gd name="connsiteY1268" fmla="*/ 2163709 h 2611386"/>
                <a:gd name="connsiteX1269" fmla="*/ 41507 w 4958557"/>
                <a:gd name="connsiteY1269" fmla="*/ 2158811 h 2611386"/>
                <a:gd name="connsiteX1270" fmla="*/ 52744 w 4958557"/>
                <a:gd name="connsiteY1270" fmla="*/ 2152472 h 2611386"/>
                <a:gd name="connsiteX1271" fmla="*/ 53032 w 4958557"/>
                <a:gd name="connsiteY1271" fmla="*/ 2146997 h 2611386"/>
                <a:gd name="connsiteX1272" fmla="*/ 60236 w 4958557"/>
                <a:gd name="connsiteY1272" fmla="*/ 2138065 h 2611386"/>
                <a:gd name="connsiteX1273" fmla="*/ 66575 w 4958557"/>
                <a:gd name="connsiteY1273" fmla="*/ 2125675 h 2611386"/>
                <a:gd name="connsiteX1274" fmla="*/ 78965 w 4958557"/>
                <a:gd name="connsiteY1274" fmla="*/ 2112421 h 2611386"/>
                <a:gd name="connsiteX1275" fmla="*/ 78965 w 4958557"/>
                <a:gd name="connsiteY1275" fmla="*/ 2102624 h 2611386"/>
                <a:gd name="connsiteX1276" fmla="*/ 74931 w 4958557"/>
                <a:gd name="connsiteY1276" fmla="*/ 2074386 h 2611386"/>
                <a:gd name="connsiteX1277" fmla="*/ 80982 w 4958557"/>
                <a:gd name="connsiteY1277" fmla="*/ 2071505 h 2611386"/>
                <a:gd name="connsiteX1278" fmla="*/ 95389 w 4958557"/>
                <a:gd name="connsiteY1278" fmla="*/ 2069488 h 2611386"/>
                <a:gd name="connsiteX1279" fmla="*/ 102304 w 4958557"/>
                <a:gd name="connsiteY1279" fmla="*/ 2063437 h 2611386"/>
                <a:gd name="connsiteX1280" fmla="*/ 100287 w 4958557"/>
                <a:gd name="connsiteY1280" fmla="*/ 2048454 h 2611386"/>
                <a:gd name="connsiteX1281" fmla="*/ 105473 w 4958557"/>
                <a:gd name="connsiteY1281" fmla="*/ 2051047 h 2611386"/>
                <a:gd name="connsiteX1282" fmla="*/ 116999 w 4958557"/>
                <a:gd name="connsiteY1282" fmla="*/ 2045284 h 2611386"/>
                <a:gd name="connsiteX1283" fmla="*/ 116999 w 4958557"/>
                <a:gd name="connsiteY1283" fmla="*/ 2044708 h 2611386"/>
                <a:gd name="connsiteX1284" fmla="*/ 116135 w 4958557"/>
                <a:gd name="connsiteY1284" fmla="*/ 2043844 h 2611386"/>
                <a:gd name="connsiteX1285" fmla="*/ 119304 w 4958557"/>
                <a:gd name="connsiteY1285" fmla="*/ 2028861 h 2611386"/>
                <a:gd name="connsiteX1286" fmla="*/ 119592 w 4958557"/>
                <a:gd name="connsiteY1286" fmla="*/ 2028573 h 2611386"/>
                <a:gd name="connsiteX1287" fmla="*/ 119592 w 4958557"/>
                <a:gd name="connsiteY1287" fmla="*/ 2028284 h 2611386"/>
                <a:gd name="connsiteX1288" fmla="*/ 119880 w 4958557"/>
                <a:gd name="connsiteY1288" fmla="*/ 2027708 h 2611386"/>
                <a:gd name="connsiteX1289" fmla="*/ 120745 w 4958557"/>
                <a:gd name="connsiteY1289" fmla="*/ 2027420 h 2611386"/>
                <a:gd name="connsiteX1290" fmla="*/ 127084 w 4958557"/>
                <a:gd name="connsiteY1290" fmla="*/ 2017335 h 2611386"/>
                <a:gd name="connsiteX1291" fmla="*/ 135440 w 4958557"/>
                <a:gd name="connsiteY1291" fmla="*/ 2017623 h 2611386"/>
                <a:gd name="connsiteX1292" fmla="*/ 146101 w 4958557"/>
                <a:gd name="connsiteY1292" fmla="*/ 2010132 h 2611386"/>
                <a:gd name="connsiteX1293" fmla="*/ 143796 w 4958557"/>
                <a:gd name="connsiteY1293" fmla="*/ 2008115 h 2611386"/>
                <a:gd name="connsiteX1294" fmla="*/ 130253 w 4958557"/>
                <a:gd name="connsiteY1294" fmla="*/ 2012149 h 2611386"/>
                <a:gd name="connsiteX1295" fmla="*/ 118440 w 4958557"/>
                <a:gd name="connsiteY1295" fmla="*/ 2015318 h 2611386"/>
                <a:gd name="connsiteX1296" fmla="*/ 115270 w 4958557"/>
                <a:gd name="connsiteY1296" fmla="*/ 2012149 h 2611386"/>
                <a:gd name="connsiteX1297" fmla="*/ 121609 w 4958557"/>
                <a:gd name="connsiteY1297" fmla="*/ 2005810 h 2611386"/>
                <a:gd name="connsiteX1298" fmla="*/ 145525 w 4958557"/>
                <a:gd name="connsiteY1298" fmla="*/ 1997166 h 2611386"/>
                <a:gd name="connsiteX1299" fmla="*/ 145236 w 4958557"/>
                <a:gd name="connsiteY1299" fmla="*/ 1993708 h 2611386"/>
                <a:gd name="connsiteX1300" fmla="*/ 142931 w 4958557"/>
                <a:gd name="connsiteY1300" fmla="*/ 1989386 h 2611386"/>
                <a:gd name="connsiteX1301" fmla="*/ 147830 w 4958557"/>
                <a:gd name="connsiteY1301" fmla="*/ 1988233 h 2611386"/>
                <a:gd name="connsiteX1302" fmla="*/ 169440 w 4958557"/>
                <a:gd name="connsiteY1302" fmla="*/ 1966911 h 2611386"/>
                <a:gd name="connsiteX1303" fmla="*/ 181254 w 4958557"/>
                <a:gd name="connsiteY1303" fmla="*/ 1959708 h 2611386"/>
                <a:gd name="connsiteX1304" fmla="*/ 171745 w 4958557"/>
                <a:gd name="connsiteY1304" fmla="*/ 1954809 h 2611386"/>
                <a:gd name="connsiteX1305" fmla="*/ 154457 w 4958557"/>
                <a:gd name="connsiteY1305" fmla="*/ 1959708 h 2611386"/>
                <a:gd name="connsiteX1306" fmla="*/ 161084 w 4958557"/>
                <a:gd name="connsiteY1306" fmla="*/ 1948758 h 2611386"/>
                <a:gd name="connsiteX1307" fmla="*/ 187593 w 4958557"/>
                <a:gd name="connsiteY1307" fmla="*/ 1927148 h 2611386"/>
                <a:gd name="connsiteX1308" fmla="*/ 186152 w 4958557"/>
                <a:gd name="connsiteY1308" fmla="*/ 1919080 h 2611386"/>
                <a:gd name="connsiteX1309" fmla="*/ 179813 w 4958557"/>
                <a:gd name="connsiteY1309" fmla="*/ 1911301 h 2611386"/>
                <a:gd name="connsiteX1310" fmla="*/ 185864 w 4958557"/>
                <a:gd name="connsiteY1310" fmla="*/ 1907555 h 2611386"/>
                <a:gd name="connsiteX1311" fmla="*/ 189033 w 4958557"/>
                <a:gd name="connsiteY1311" fmla="*/ 1902945 h 2611386"/>
                <a:gd name="connsiteX1312" fmla="*/ 190762 w 4958557"/>
                <a:gd name="connsiteY1312" fmla="*/ 1907843 h 2611386"/>
                <a:gd name="connsiteX1313" fmla="*/ 193355 w 4958557"/>
                <a:gd name="connsiteY1313" fmla="*/ 1909572 h 2611386"/>
                <a:gd name="connsiteX1314" fmla="*/ 214966 w 4958557"/>
                <a:gd name="connsiteY1314" fmla="*/ 1901504 h 2611386"/>
                <a:gd name="connsiteX1315" fmla="*/ 228796 w 4958557"/>
                <a:gd name="connsiteY1315" fmla="*/ 1888538 h 2611386"/>
                <a:gd name="connsiteX1316" fmla="*/ 236000 w 4958557"/>
                <a:gd name="connsiteY1316" fmla="*/ 1883928 h 2611386"/>
                <a:gd name="connsiteX1317" fmla="*/ 239457 w 4958557"/>
                <a:gd name="connsiteY1317" fmla="*/ 1881334 h 2611386"/>
                <a:gd name="connsiteX1318" fmla="*/ 240898 w 4958557"/>
                <a:gd name="connsiteY1318" fmla="*/ 1881334 h 2611386"/>
                <a:gd name="connsiteX1319" fmla="*/ 257610 w 4958557"/>
                <a:gd name="connsiteY1319" fmla="*/ 1880470 h 2611386"/>
                <a:gd name="connsiteX1320" fmla="*/ 281237 w 4958557"/>
                <a:gd name="connsiteY1320" fmla="*/ 1871249 h 2611386"/>
                <a:gd name="connsiteX1321" fmla="*/ 281237 w 4958557"/>
                <a:gd name="connsiteY1321" fmla="*/ 1869233 h 2611386"/>
                <a:gd name="connsiteX1322" fmla="*/ 262797 w 4958557"/>
                <a:gd name="connsiteY1322" fmla="*/ 1862605 h 2611386"/>
                <a:gd name="connsiteX1323" fmla="*/ 250407 w 4958557"/>
                <a:gd name="connsiteY1323" fmla="*/ 1866351 h 2611386"/>
                <a:gd name="connsiteX1324" fmla="*/ 248390 w 4958557"/>
                <a:gd name="connsiteY1324" fmla="*/ 1867504 h 2611386"/>
                <a:gd name="connsiteX1325" fmla="*/ 240610 w 4958557"/>
                <a:gd name="connsiteY1325" fmla="*/ 1870385 h 2611386"/>
                <a:gd name="connsiteX1326" fmla="*/ 243779 w 4958557"/>
                <a:gd name="connsiteY1326" fmla="*/ 1862029 h 2611386"/>
                <a:gd name="connsiteX1327" fmla="*/ 268271 w 4958557"/>
                <a:gd name="connsiteY1327" fmla="*/ 1842148 h 2611386"/>
                <a:gd name="connsiteX1328" fmla="*/ 294780 w 4958557"/>
                <a:gd name="connsiteY1328" fmla="*/ 1835809 h 2611386"/>
                <a:gd name="connsiteX1329" fmla="*/ 343763 w 4958557"/>
                <a:gd name="connsiteY1329" fmla="*/ 1822554 h 2611386"/>
                <a:gd name="connsiteX1330" fmla="*/ 363068 w 4958557"/>
                <a:gd name="connsiteY1330" fmla="*/ 1811605 h 2611386"/>
                <a:gd name="connsiteX1331" fmla="*/ 376034 w 4958557"/>
                <a:gd name="connsiteY1331" fmla="*/ 1807283 h 2611386"/>
                <a:gd name="connsiteX1332" fmla="*/ 378628 w 4958557"/>
                <a:gd name="connsiteY1332" fmla="*/ 1804978 h 2611386"/>
                <a:gd name="connsiteX1333" fmla="*/ 414645 w 4958557"/>
                <a:gd name="connsiteY1333" fmla="*/ 1796046 h 2611386"/>
                <a:gd name="connsiteX1334" fmla="*/ 425594 w 4958557"/>
                <a:gd name="connsiteY1334" fmla="*/ 1793452 h 2611386"/>
                <a:gd name="connsiteX1335" fmla="*/ 430492 w 4958557"/>
                <a:gd name="connsiteY1335" fmla="*/ 1793164 h 2611386"/>
                <a:gd name="connsiteX1336" fmla="*/ 435391 w 4958557"/>
                <a:gd name="connsiteY1336" fmla="*/ 1785385 h 2611386"/>
                <a:gd name="connsiteX1337" fmla="*/ 452391 w 4958557"/>
                <a:gd name="connsiteY1337" fmla="*/ 1783944 h 2611386"/>
                <a:gd name="connsiteX1338" fmla="*/ 469967 w 4958557"/>
                <a:gd name="connsiteY1338" fmla="*/ 1772418 h 2611386"/>
                <a:gd name="connsiteX1339" fmla="*/ 512612 w 4958557"/>
                <a:gd name="connsiteY1339" fmla="*/ 1758011 h 2611386"/>
                <a:gd name="connsiteX1340" fmla="*/ 534510 w 4958557"/>
                <a:gd name="connsiteY1340" fmla="*/ 1751384 h 2611386"/>
                <a:gd name="connsiteX1341" fmla="*/ 542002 w 4958557"/>
                <a:gd name="connsiteY1341" fmla="*/ 1741011 h 2611386"/>
                <a:gd name="connsiteX1342" fmla="*/ 529324 w 4958557"/>
                <a:gd name="connsiteY1342" fmla="*/ 1739859 h 2611386"/>
                <a:gd name="connsiteX1343" fmla="*/ 501086 w 4958557"/>
                <a:gd name="connsiteY1343" fmla="*/ 1751096 h 2611386"/>
                <a:gd name="connsiteX1344" fmla="*/ 476306 w 4958557"/>
                <a:gd name="connsiteY1344" fmla="*/ 1756571 h 2611386"/>
                <a:gd name="connsiteX1345" fmla="*/ 423865 w 4958557"/>
                <a:gd name="connsiteY1345" fmla="*/ 1772130 h 2611386"/>
                <a:gd name="connsiteX1346" fmla="*/ 350102 w 4958557"/>
                <a:gd name="connsiteY1346" fmla="*/ 1791147 h 2611386"/>
                <a:gd name="connsiteX1347" fmla="*/ 339441 w 4958557"/>
                <a:gd name="connsiteY1347" fmla="*/ 1800944 h 2611386"/>
                <a:gd name="connsiteX1348" fmla="*/ 347509 w 4958557"/>
                <a:gd name="connsiteY1348" fmla="*/ 1791436 h 2611386"/>
                <a:gd name="connsiteX1349" fmla="*/ 310627 w 4958557"/>
                <a:gd name="connsiteY1349" fmla="*/ 1801520 h 2611386"/>
                <a:gd name="connsiteX1350" fmla="*/ 296220 w 4958557"/>
                <a:gd name="connsiteY1350" fmla="*/ 1805554 h 2611386"/>
                <a:gd name="connsiteX1351" fmla="*/ 288441 w 4958557"/>
                <a:gd name="connsiteY1351" fmla="*/ 1802673 h 2611386"/>
                <a:gd name="connsiteX1352" fmla="*/ 293915 w 4958557"/>
                <a:gd name="connsiteY1352" fmla="*/ 1797486 h 2611386"/>
                <a:gd name="connsiteX1353" fmla="*/ 296220 w 4958557"/>
                <a:gd name="connsiteY1353" fmla="*/ 1793164 h 2611386"/>
                <a:gd name="connsiteX1354" fmla="*/ 290170 w 4958557"/>
                <a:gd name="connsiteY1354" fmla="*/ 1792588 h 2611386"/>
                <a:gd name="connsiteX1355" fmla="*/ 280949 w 4958557"/>
                <a:gd name="connsiteY1355" fmla="*/ 1804402 h 2611386"/>
                <a:gd name="connsiteX1356" fmla="*/ 269424 w 4958557"/>
                <a:gd name="connsiteY1356" fmla="*/ 1811317 h 2611386"/>
                <a:gd name="connsiteX1357" fmla="*/ 263949 w 4958557"/>
                <a:gd name="connsiteY1357" fmla="*/ 1804978 h 2611386"/>
                <a:gd name="connsiteX1358" fmla="*/ 268847 w 4958557"/>
                <a:gd name="connsiteY1358" fmla="*/ 1797486 h 2611386"/>
                <a:gd name="connsiteX1359" fmla="*/ 268847 w 4958557"/>
                <a:gd name="connsiteY1359" fmla="*/ 1784232 h 2611386"/>
                <a:gd name="connsiteX1360" fmla="*/ 267983 w 4958557"/>
                <a:gd name="connsiteY1360" fmla="*/ 1773283 h 2611386"/>
                <a:gd name="connsiteX1361" fmla="*/ 278644 w 4958557"/>
                <a:gd name="connsiteY1361" fmla="*/ 1764351 h 2611386"/>
                <a:gd name="connsiteX1362" fmla="*/ 276339 w 4958557"/>
                <a:gd name="connsiteY1362" fmla="*/ 1745910 h 2611386"/>
                <a:gd name="connsiteX1363" fmla="*/ 274034 w 4958557"/>
                <a:gd name="connsiteY1363" fmla="*/ 1732943 h 2611386"/>
                <a:gd name="connsiteX1364" fmla="*/ 278932 w 4958557"/>
                <a:gd name="connsiteY1364" fmla="*/ 1715943 h 2611386"/>
                <a:gd name="connsiteX1365" fmla="*/ 282390 w 4958557"/>
                <a:gd name="connsiteY1365" fmla="*/ 1709028 h 2611386"/>
                <a:gd name="connsiteX1366" fmla="*/ 286712 w 4958557"/>
                <a:gd name="connsiteY1366" fmla="*/ 1702401 h 2611386"/>
                <a:gd name="connsiteX1367" fmla="*/ 279508 w 4958557"/>
                <a:gd name="connsiteY1367" fmla="*/ 1700096 h 2611386"/>
                <a:gd name="connsiteX1368" fmla="*/ 268271 w 4958557"/>
                <a:gd name="connsiteY1368" fmla="*/ 1698079 h 2611386"/>
                <a:gd name="connsiteX1369" fmla="*/ 272881 w 4958557"/>
                <a:gd name="connsiteY1369" fmla="*/ 1680791 h 2611386"/>
                <a:gd name="connsiteX1370" fmla="*/ 283254 w 4958557"/>
                <a:gd name="connsiteY1370" fmla="*/ 1671859 h 2611386"/>
                <a:gd name="connsiteX1371" fmla="*/ 278356 w 4958557"/>
                <a:gd name="connsiteY1371" fmla="*/ 1666960 h 2611386"/>
                <a:gd name="connsiteX1372" fmla="*/ 269136 w 4958557"/>
                <a:gd name="connsiteY1372" fmla="*/ 1664367 h 2611386"/>
                <a:gd name="connsiteX1373" fmla="*/ 275763 w 4958557"/>
                <a:gd name="connsiteY1373" fmla="*/ 1662350 h 2611386"/>
                <a:gd name="connsiteX1374" fmla="*/ 277203 w 4958557"/>
                <a:gd name="connsiteY1374" fmla="*/ 1655146 h 2611386"/>
                <a:gd name="connsiteX1375" fmla="*/ 308610 w 4958557"/>
                <a:gd name="connsiteY1375" fmla="*/ 1637858 h 2611386"/>
                <a:gd name="connsiteX1376" fmla="*/ 314085 w 4958557"/>
                <a:gd name="connsiteY1376" fmla="*/ 1625757 h 2611386"/>
                <a:gd name="connsiteX1377" fmla="*/ 316678 w 4958557"/>
                <a:gd name="connsiteY1377" fmla="*/ 1617112 h 2611386"/>
                <a:gd name="connsiteX1378" fmla="*/ 345780 w 4958557"/>
                <a:gd name="connsiteY1378" fmla="*/ 1596078 h 2611386"/>
                <a:gd name="connsiteX1379" fmla="*/ 366814 w 4958557"/>
                <a:gd name="connsiteY1379" fmla="*/ 1588875 h 2611386"/>
                <a:gd name="connsiteX1380" fmla="*/ 366814 w 4958557"/>
                <a:gd name="connsiteY1380" fmla="*/ 1586570 h 2611386"/>
                <a:gd name="connsiteX1381" fmla="*/ 351543 w 4958557"/>
                <a:gd name="connsiteY1381" fmla="*/ 1579655 h 2611386"/>
                <a:gd name="connsiteX1382" fmla="*/ 363933 w 4958557"/>
                <a:gd name="connsiteY1382" fmla="*/ 1575332 h 2611386"/>
                <a:gd name="connsiteX1383" fmla="*/ 368543 w 4958557"/>
                <a:gd name="connsiteY1383" fmla="*/ 1569570 h 2611386"/>
                <a:gd name="connsiteX1384" fmla="*/ 370560 w 4958557"/>
                <a:gd name="connsiteY1384" fmla="*/ 1556315 h 2611386"/>
                <a:gd name="connsiteX1385" fmla="*/ 380933 w 4958557"/>
                <a:gd name="connsiteY1385" fmla="*/ 1552858 h 2611386"/>
                <a:gd name="connsiteX1386" fmla="*/ 386407 w 4958557"/>
                <a:gd name="connsiteY1386" fmla="*/ 1549112 h 2611386"/>
                <a:gd name="connsiteX1387" fmla="*/ 379780 w 4958557"/>
                <a:gd name="connsiteY1387" fmla="*/ 1545654 h 2611386"/>
                <a:gd name="connsiteX1388" fmla="*/ 378340 w 4958557"/>
                <a:gd name="connsiteY1388" fmla="*/ 1541332 h 2611386"/>
                <a:gd name="connsiteX1389" fmla="*/ 368543 w 4958557"/>
                <a:gd name="connsiteY1389" fmla="*/ 1536722 h 2611386"/>
                <a:gd name="connsiteX1390" fmla="*/ 366238 w 4958557"/>
                <a:gd name="connsiteY1390" fmla="*/ 1532400 h 2611386"/>
                <a:gd name="connsiteX1391" fmla="*/ 385543 w 4958557"/>
                <a:gd name="connsiteY1391" fmla="*/ 1524332 h 2611386"/>
                <a:gd name="connsiteX1392" fmla="*/ 395340 w 4958557"/>
                <a:gd name="connsiteY1392" fmla="*/ 1517129 h 2611386"/>
                <a:gd name="connsiteX1393" fmla="*/ 387848 w 4958557"/>
                <a:gd name="connsiteY1393" fmla="*/ 1513095 h 2611386"/>
                <a:gd name="connsiteX1394" fmla="*/ 376323 w 4958557"/>
                <a:gd name="connsiteY1394" fmla="*/ 1507620 h 2611386"/>
                <a:gd name="connsiteX1395" fmla="*/ 392746 w 4958557"/>
                <a:gd name="connsiteY1395" fmla="*/ 1496095 h 2611386"/>
                <a:gd name="connsiteX1396" fmla="*/ 399950 w 4958557"/>
                <a:gd name="connsiteY1396" fmla="*/ 1491196 h 2611386"/>
                <a:gd name="connsiteX1397" fmla="*/ 404560 w 4958557"/>
                <a:gd name="connsiteY1397" fmla="*/ 1482840 h 2611386"/>
                <a:gd name="connsiteX1398" fmla="*/ 411187 w 4958557"/>
                <a:gd name="connsiteY1398" fmla="*/ 1473908 h 2611386"/>
                <a:gd name="connsiteX1399" fmla="*/ 402543 w 4958557"/>
                <a:gd name="connsiteY1399" fmla="*/ 1473044 h 2611386"/>
                <a:gd name="connsiteX1400" fmla="*/ 393899 w 4958557"/>
                <a:gd name="connsiteY1400" fmla="*/ 1469010 h 2611386"/>
                <a:gd name="connsiteX1401" fmla="*/ 394187 w 4958557"/>
                <a:gd name="connsiteY1401" fmla="*/ 1468145 h 2611386"/>
                <a:gd name="connsiteX1402" fmla="*/ 395340 w 4958557"/>
                <a:gd name="connsiteY1402" fmla="*/ 1467569 h 2611386"/>
                <a:gd name="connsiteX1403" fmla="*/ 404560 w 4958557"/>
                <a:gd name="connsiteY1403" fmla="*/ 1453162 h 2611386"/>
                <a:gd name="connsiteX1404" fmla="*/ 422713 w 4958557"/>
                <a:gd name="connsiteY1404" fmla="*/ 1452874 h 2611386"/>
                <a:gd name="connsiteX1405" fmla="*/ 432221 w 4958557"/>
                <a:gd name="connsiteY1405" fmla="*/ 1444518 h 2611386"/>
                <a:gd name="connsiteX1406" fmla="*/ 429340 w 4958557"/>
                <a:gd name="connsiteY1406" fmla="*/ 1440484 h 2611386"/>
                <a:gd name="connsiteX1407" fmla="*/ 409458 w 4958557"/>
                <a:gd name="connsiteY1407" fmla="*/ 1445959 h 2611386"/>
                <a:gd name="connsiteX1408" fmla="*/ 392170 w 4958557"/>
                <a:gd name="connsiteY1408" fmla="*/ 1450281 h 2611386"/>
                <a:gd name="connsiteX1409" fmla="*/ 387848 w 4958557"/>
                <a:gd name="connsiteY1409" fmla="*/ 1445671 h 2611386"/>
                <a:gd name="connsiteX1410" fmla="*/ 397357 w 4958557"/>
                <a:gd name="connsiteY1410" fmla="*/ 1436450 h 2611386"/>
                <a:gd name="connsiteX1411" fmla="*/ 440865 w 4958557"/>
                <a:gd name="connsiteY1411" fmla="*/ 1422620 h 2611386"/>
                <a:gd name="connsiteX1412" fmla="*/ 453543 w 4958557"/>
                <a:gd name="connsiteY1412" fmla="*/ 1418874 h 2611386"/>
                <a:gd name="connsiteX1413" fmla="*/ 455560 w 4958557"/>
                <a:gd name="connsiteY1413" fmla="*/ 1416569 h 2611386"/>
                <a:gd name="connsiteX1414" fmla="*/ 461035 w 4958557"/>
                <a:gd name="connsiteY1414" fmla="*/ 1407060 h 2611386"/>
                <a:gd name="connsiteX1415" fmla="*/ 457001 w 4958557"/>
                <a:gd name="connsiteY1415" fmla="*/ 1408213 h 2611386"/>
                <a:gd name="connsiteX1416" fmla="*/ 446916 w 4958557"/>
                <a:gd name="connsiteY1416" fmla="*/ 1409653 h 2611386"/>
                <a:gd name="connsiteX1417" fmla="*/ 454696 w 4958557"/>
                <a:gd name="connsiteY1417" fmla="*/ 1405620 h 2611386"/>
                <a:gd name="connsiteX1418" fmla="*/ 473425 w 4958557"/>
                <a:gd name="connsiteY1418" fmla="*/ 1400145 h 2611386"/>
                <a:gd name="connsiteX1419" fmla="*/ 471408 w 4958557"/>
                <a:gd name="connsiteY1419" fmla="*/ 1402162 h 2611386"/>
                <a:gd name="connsiteX1420" fmla="*/ 471696 w 4958557"/>
                <a:gd name="connsiteY1420" fmla="*/ 1402162 h 2611386"/>
                <a:gd name="connsiteX1421" fmla="*/ 509154 w 4958557"/>
                <a:gd name="connsiteY1421" fmla="*/ 1387755 h 2611386"/>
                <a:gd name="connsiteX1422" fmla="*/ 526442 w 4958557"/>
                <a:gd name="connsiteY1422" fmla="*/ 1382280 h 2611386"/>
                <a:gd name="connsiteX1423" fmla="*/ 532205 w 4958557"/>
                <a:gd name="connsiteY1423" fmla="*/ 1382857 h 2611386"/>
                <a:gd name="connsiteX1424" fmla="*/ 527883 w 4958557"/>
                <a:gd name="connsiteY1424" fmla="*/ 1388043 h 2611386"/>
                <a:gd name="connsiteX1425" fmla="*/ 519239 w 4958557"/>
                <a:gd name="connsiteY1425" fmla="*/ 1390636 h 2611386"/>
                <a:gd name="connsiteX1426" fmla="*/ 519239 w 4958557"/>
                <a:gd name="connsiteY1426" fmla="*/ 1396399 h 2611386"/>
                <a:gd name="connsiteX1427" fmla="*/ 527883 w 4958557"/>
                <a:gd name="connsiteY1427" fmla="*/ 1393806 h 2611386"/>
                <a:gd name="connsiteX1428" fmla="*/ 537103 w 4958557"/>
                <a:gd name="connsiteY1428" fmla="*/ 1391501 h 2611386"/>
                <a:gd name="connsiteX1429" fmla="*/ 535663 w 4958557"/>
                <a:gd name="connsiteY1429" fmla="*/ 1390348 h 2611386"/>
                <a:gd name="connsiteX1430" fmla="*/ 584070 w 4958557"/>
                <a:gd name="connsiteY1430" fmla="*/ 1366721 h 2611386"/>
                <a:gd name="connsiteX1431" fmla="*/ 617494 w 4958557"/>
                <a:gd name="connsiteY1431" fmla="*/ 1353178 h 2611386"/>
                <a:gd name="connsiteX1432" fmla="*/ 621816 w 4958557"/>
                <a:gd name="connsiteY1432" fmla="*/ 1347704 h 2611386"/>
                <a:gd name="connsiteX1433" fmla="*/ 625850 w 4958557"/>
                <a:gd name="connsiteY1433" fmla="*/ 1350009 h 2611386"/>
                <a:gd name="connsiteX1434" fmla="*/ 627290 w 4958557"/>
                <a:gd name="connsiteY1434" fmla="*/ 1352314 h 2611386"/>
                <a:gd name="connsiteX1435" fmla="*/ 635070 w 4958557"/>
                <a:gd name="connsiteY1435" fmla="*/ 1348568 h 2611386"/>
                <a:gd name="connsiteX1436" fmla="*/ 640256 w 4958557"/>
                <a:gd name="connsiteY1436" fmla="*/ 1347992 h 2611386"/>
                <a:gd name="connsiteX1437" fmla="*/ 635358 w 4958557"/>
                <a:gd name="connsiteY1437" fmla="*/ 1352026 h 2611386"/>
                <a:gd name="connsiteX1438" fmla="*/ 628155 w 4958557"/>
                <a:gd name="connsiteY1438" fmla="*/ 1354619 h 2611386"/>
                <a:gd name="connsiteX1439" fmla="*/ 619222 w 4958557"/>
                <a:gd name="connsiteY1439" fmla="*/ 1367009 h 2611386"/>
                <a:gd name="connsiteX1440" fmla="*/ 671952 w 4958557"/>
                <a:gd name="connsiteY1440" fmla="*/ 1351450 h 2611386"/>
                <a:gd name="connsiteX1441" fmla="*/ 673104 w 4958557"/>
                <a:gd name="connsiteY1441" fmla="*/ 1351162 h 2611386"/>
                <a:gd name="connsiteX1442" fmla="*/ 670223 w 4958557"/>
                <a:gd name="connsiteY1442" fmla="*/ 1343094 h 2611386"/>
                <a:gd name="connsiteX1443" fmla="*/ 685782 w 4958557"/>
                <a:gd name="connsiteY1443" fmla="*/ 1341077 h 2611386"/>
                <a:gd name="connsiteX1444" fmla="*/ 688087 w 4958557"/>
                <a:gd name="connsiteY1444" fmla="*/ 1341653 h 2611386"/>
                <a:gd name="connsiteX1445" fmla="*/ 693562 w 4958557"/>
                <a:gd name="connsiteY1445" fmla="*/ 1339348 h 2611386"/>
                <a:gd name="connsiteX1446" fmla="*/ 698748 w 4958557"/>
                <a:gd name="connsiteY1446" fmla="*/ 1337331 h 2611386"/>
                <a:gd name="connsiteX1447" fmla="*/ 702494 w 4958557"/>
                <a:gd name="connsiteY1447" fmla="*/ 1339348 h 2611386"/>
                <a:gd name="connsiteX1448" fmla="*/ 703359 w 4958557"/>
                <a:gd name="connsiteY1448" fmla="*/ 1341365 h 2611386"/>
                <a:gd name="connsiteX1449" fmla="*/ 710562 w 4958557"/>
                <a:gd name="connsiteY1449" fmla="*/ 1339060 h 2611386"/>
                <a:gd name="connsiteX1450" fmla="*/ 748020 w 4958557"/>
                <a:gd name="connsiteY1450" fmla="*/ 1324941 h 2611386"/>
                <a:gd name="connsiteX1451" fmla="*/ 782020 w 4958557"/>
                <a:gd name="connsiteY1451" fmla="*/ 1303043 h 2611386"/>
                <a:gd name="connsiteX1452" fmla="*/ 797868 w 4958557"/>
                <a:gd name="connsiteY1452" fmla="*/ 1297856 h 2611386"/>
                <a:gd name="connsiteX1453" fmla="*/ 797868 w 4958557"/>
                <a:gd name="connsiteY1453" fmla="*/ 1295839 h 2611386"/>
                <a:gd name="connsiteX1454" fmla="*/ 804495 w 4958557"/>
                <a:gd name="connsiteY1454" fmla="*/ 1294687 h 2611386"/>
                <a:gd name="connsiteX1455" fmla="*/ 807376 w 4958557"/>
                <a:gd name="connsiteY1455" fmla="*/ 1294975 h 2611386"/>
                <a:gd name="connsiteX1456" fmla="*/ 817749 w 4958557"/>
                <a:gd name="connsiteY1456" fmla="*/ 1291517 h 2611386"/>
                <a:gd name="connsiteX1457" fmla="*/ 817461 w 4958557"/>
                <a:gd name="connsiteY1457" fmla="*/ 1290941 h 2611386"/>
                <a:gd name="connsiteX1458" fmla="*/ 821495 w 4958557"/>
                <a:gd name="connsiteY1458" fmla="*/ 1283161 h 2611386"/>
                <a:gd name="connsiteX1459" fmla="*/ 840512 w 4958557"/>
                <a:gd name="connsiteY1459" fmla="*/ 1274805 h 2611386"/>
                <a:gd name="connsiteX1460" fmla="*/ 850309 w 4958557"/>
                <a:gd name="connsiteY1460" fmla="*/ 1280568 h 2611386"/>
                <a:gd name="connsiteX1461" fmla="*/ 850020 w 4958557"/>
                <a:gd name="connsiteY1461" fmla="*/ 1283161 h 2611386"/>
                <a:gd name="connsiteX1462" fmla="*/ 856071 w 4958557"/>
                <a:gd name="connsiteY1462" fmla="*/ 1292093 h 2611386"/>
                <a:gd name="connsiteX1463" fmla="*/ 932716 w 4958557"/>
                <a:gd name="connsiteY1463" fmla="*/ 1269042 h 2611386"/>
                <a:gd name="connsiteX1464" fmla="*/ 996971 w 4958557"/>
                <a:gd name="connsiteY1464" fmla="*/ 1250313 h 2611386"/>
                <a:gd name="connsiteX1465" fmla="*/ 1033852 w 4958557"/>
                <a:gd name="connsiteY1465" fmla="*/ 1238500 h 2611386"/>
                <a:gd name="connsiteX1466" fmla="*/ 1046530 w 4958557"/>
                <a:gd name="connsiteY1466" fmla="*/ 1230144 h 2611386"/>
                <a:gd name="connsiteX1467" fmla="*/ 1043937 w 4958557"/>
                <a:gd name="connsiteY1467" fmla="*/ 1223517 h 2611386"/>
                <a:gd name="connsiteX1468" fmla="*/ 1038750 w 4958557"/>
                <a:gd name="connsiteY1468" fmla="*/ 1224957 h 2611386"/>
                <a:gd name="connsiteX1469" fmla="*/ 1043649 w 4958557"/>
                <a:gd name="connsiteY1469" fmla="*/ 1219195 h 2611386"/>
                <a:gd name="connsiteX1470" fmla="*/ 1134412 w 4958557"/>
                <a:gd name="connsiteY1470" fmla="*/ 1186635 h 2611386"/>
                <a:gd name="connsiteX1471" fmla="*/ 1143344 w 4958557"/>
                <a:gd name="connsiteY1471" fmla="*/ 1184042 h 2611386"/>
                <a:gd name="connsiteX1472" fmla="*/ 1202412 w 4958557"/>
                <a:gd name="connsiteY1472" fmla="*/ 1167330 h 2611386"/>
                <a:gd name="connsiteX1473" fmla="*/ 1250820 w 4958557"/>
                <a:gd name="connsiteY1473" fmla="*/ 1154076 h 2611386"/>
                <a:gd name="connsiteX1474" fmla="*/ 1279057 w 4958557"/>
                <a:gd name="connsiteY1474" fmla="*/ 1137652 h 2611386"/>
                <a:gd name="connsiteX1475" fmla="*/ 1247938 w 4958557"/>
                <a:gd name="connsiteY1475" fmla="*/ 1140533 h 2611386"/>
                <a:gd name="connsiteX1476" fmla="*/ 1242464 w 4958557"/>
                <a:gd name="connsiteY1476" fmla="*/ 1141109 h 2611386"/>
                <a:gd name="connsiteX1477" fmla="*/ 1293464 w 4958557"/>
                <a:gd name="connsiteY1477" fmla="*/ 1125838 h 2611386"/>
                <a:gd name="connsiteX1478" fmla="*/ 1310176 w 4958557"/>
                <a:gd name="connsiteY1478" fmla="*/ 1120940 h 2611386"/>
                <a:gd name="connsiteX1479" fmla="*/ 1347922 w 4958557"/>
                <a:gd name="connsiteY1479" fmla="*/ 1109702 h 2611386"/>
                <a:gd name="connsiteX1480" fmla="*/ 1355413 w 4958557"/>
                <a:gd name="connsiteY1480" fmla="*/ 1111431 h 2611386"/>
                <a:gd name="connsiteX1481" fmla="*/ 1364922 w 4958557"/>
                <a:gd name="connsiteY1481" fmla="*/ 1109414 h 2611386"/>
                <a:gd name="connsiteX1482" fmla="*/ 1367227 w 4958557"/>
                <a:gd name="connsiteY1482" fmla="*/ 1104516 h 2611386"/>
                <a:gd name="connsiteX1483" fmla="*/ 1390566 w 4958557"/>
                <a:gd name="connsiteY1483" fmla="*/ 1097313 h 2611386"/>
                <a:gd name="connsiteX1484" fmla="*/ 1421973 w 4958557"/>
                <a:gd name="connsiteY1484" fmla="*/ 1086651 h 2611386"/>
                <a:gd name="connsiteX1485" fmla="*/ 1426583 w 4958557"/>
                <a:gd name="connsiteY1485" fmla="*/ 1086651 h 2611386"/>
                <a:gd name="connsiteX1486" fmla="*/ 1427448 w 4958557"/>
                <a:gd name="connsiteY1486" fmla="*/ 1086363 h 2611386"/>
                <a:gd name="connsiteX1487" fmla="*/ 1445024 w 4958557"/>
                <a:gd name="connsiteY1487" fmla="*/ 1080024 h 2611386"/>
                <a:gd name="connsiteX1488" fmla="*/ 1461448 w 4958557"/>
                <a:gd name="connsiteY1488" fmla="*/ 1075126 h 2611386"/>
                <a:gd name="connsiteX1489" fmla="*/ 1475567 w 4958557"/>
                <a:gd name="connsiteY1489" fmla="*/ 1070228 h 2611386"/>
                <a:gd name="connsiteX1490" fmla="*/ 1493143 w 4958557"/>
                <a:gd name="connsiteY1490" fmla="*/ 1062736 h 2611386"/>
                <a:gd name="connsiteX1491" fmla="*/ 1493143 w 4958557"/>
                <a:gd name="connsiteY1491" fmla="*/ 1060143 h 2611386"/>
                <a:gd name="connsiteX1492" fmla="*/ 1498906 w 4958557"/>
                <a:gd name="connsiteY1492" fmla="*/ 1060143 h 2611386"/>
                <a:gd name="connsiteX1493" fmla="*/ 1502940 w 4958557"/>
                <a:gd name="connsiteY1493" fmla="*/ 1060143 h 2611386"/>
                <a:gd name="connsiteX1494" fmla="*/ 1528584 w 4958557"/>
                <a:gd name="connsiteY1494" fmla="*/ 1060143 h 2611386"/>
                <a:gd name="connsiteX1495" fmla="*/ 1507838 w 4958557"/>
                <a:gd name="connsiteY1495" fmla="*/ 1067058 h 2611386"/>
                <a:gd name="connsiteX1496" fmla="*/ 1507262 w 4958557"/>
                <a:gd name="connsiteY1496" fmla="*/ 1067634 h 2611386"/>
                <a:gd name="connsiteX1497" fmla="*/ 1509855 w 4958557"/>
                <a:gd name="connsiteY1497" fmla="*/ 1069363 h 2611386"/>
                <a:gd name="connsiteX1498" fmla="*/ 1515618 w 4958557"/>
                <a:gd name="connsiteY1498" fmla="*/ 1069363 h 2611386"/>
                <a:gd name="connsiteX1499" fmla="*/ 1554516 w 4958557"/>
                <a:gd name="connsiteY1499" fmla="*/ 1055244 h 2611386"/>
                <a:gd name="connsiteX1500" fmla="*/ 1556245 w 4958557"/>
                <a:gd name="connsiteY1500" fmla="*/ 1054668 h 2611386"/>
                <a:gd name="connsiteX1501" fmla="*/ 1561144 w 4958557"/>
                <a:gd name="connsiteY1501" fmla="*/ 1052939 h 2611386"/>
                <a:gd name="connsiteX1502" fmla="*/ 1684466 w 4958557"/>
                <a:gd name="connsiteY1502" fmla="*/ 1012024 h 2611386"/>
                <a:gd name="connsiteX1503" fmla="*/ 1736619 w 4958557"/>
                <a:gd name="connsiteY1503" fmla="*/ 993871 h 2611386"/>
                <a:gd name="connsiteX1504" fmla="*/ 1723077 w 4958557"/>
                <a:gd name="connsiteY1504" fmla="*/ 994159 h 2611386"/>
                <a:gd name="connsiteX1505" fmla="*/ 1717602 w 4958557"/>
                <a:gd name="connsiteY1505" fmla="*/ 996464 h 2611386"/>
                <a:gd name="connsiteX1506" fmla="*/ 1716450 w 4958557"/>
                <a:gd name="connsiteY1506" fmla="*/ 994447 h 2611386"/>
                <a:gd name="connsiteX1507" fmla="*/ 1717026 w 4958557"/>
                <a:gd name="connsiteY1507" fmla="*/ 993871 h 2611386"/>
                <a:gd name="connsiteX1508" fmla="*/ 1709534 w 4958557"/>
                <a:gd name="connsiteY1508" fmla="*/ 993583 h 2611386"/>
                <a:gd name="connsiteX1509" fmla="*/ 1704636 w 4958557"/>
                <a:gd name="connsiteY1509" fmla="*/ 993295 h 2611386"/>
                <a:gd name="connsiteX1510" fmla="*/ 1704060 w 4958557"/>
                <a:gd name="connsiteY1510" fmla="*/ 992719 h 2611386"/>
                <a:gd name="connsiteX1511" fmla="*/ 1692246 w 4958557"/>
                <a:gd name="connsiteY1511" fmla="*/ 997329 h 2611386"/>
                <a:gd name="connsiteX1512" fmla="*/ 1689941 w 4958557"/>
                <a:gd name="connsiteY1512" fmla="*/ 1002515 h 2611386"/>
                <a:gd name="connsiteX1513" fmla="*/ 1673229 w 4958557"/>
                <a:gd name="connsiteY1513" fmla="*/ 1005397 h 2611386"/>
                <a:gd name="connsiteX1514" fmla="*/ 1672653 w 4958557"/>
                <a:gd name="connsiteY1514" fmla="*/ 1005397 h 2611386"/>
                <a:gd name="connsiteX1515" fmla="*/ 1672364 w 4958557"/>
                <a:gd name="connsiteY1515" fmla="*/ 1005685 h 2611386"/>
                <a:gd name="connsiteX1516" fmla="*/ 1673229 w 4958557"/>
                <a:gd name="connsiteY1516" fmla="*/ 1007414 h 2611386"/>
                <a:gd name="connsiteX1517" fmla="*/ 1661704 w 4958557"/>
                <a:gd name="connsiteY1517" fmla="*/ 1009142 h 2611386"/>
                <a:gd name="connsiteX1518" fmla="*/ 1638653 w 4958557"/>
                <a:gd name="connsiteY1518" fmla="*/ 1016922 h 2611386"/>
                <a:gd name="connsiteX1519" fmla="*/ 1635771 w 4958557"/>
                <a:gd name="connsiteY1519" fmla="*/ 1014617 h 2611386"/>
                <a:gd name="connsiteX1520" fmla="*/ 1661992 w 4958557"/>
                <a:gd name="connsiteY1520" fmla="*/ 1001075 h 2611386"/>
                <a:gd name="connsiteX1521" fmla="*/ 1668907 w 4958557"/>
                <a:gd name="connsiteY1521" fmla="*/ 997041 h 2611386"/>
                <a:gd name="connsiteX1522" fmla="*/ 1677551 w 4958557"/>
                <a:gd name="connsiteY1522" fmla="*/ 994159 h 2611386"/>
                <a:gd name="connsiteX1523" fmla="*/ 1683314 w 4958557"/>
                <a:gd name="connsiteY1523" fmla="*/ 991854 h 2611386"/>
                <a:gd name="connsiteX1524" fmla="*/ 1684466 w 4958557"/>
                <a:gd name="connsiteY1524" fmla="*/ 991278 h 2611386"/>
                <a:gd name="connsiteX1525" fmla="*/ 1703483 w 4958557"/>
                <a:gd name="connsiteY1525" fmla="*/ 984651 h 2611386"/>
                <a:gd name="connsiteX1526" fmla="*/ 1712704 w 4958557"/>
                <a:gd name="connsiteY1526" fmla="*/ 975718 h 2611386"/>
                <a:gd name="connsiteX1527" fmla="*/ 1741806 w 4958557"/>
                <a:gd name="connsiteY1527" fmla="*/ 965634 h 2611386"/>
                <a:gd name="connsiteX1528" fmla="*/ 1756213 w 4958557"/>
                <a:gd name="connsiteY1528" fmla="*/ 965922 h 2611386"/>
                <a:gd name="connsiteX1529" fmla="*/ 1762552 w 4958557"/>
                <a:gd name="connsiteY1529" fmla="*/ 954108 h 2611386"/>
                <a:gd name="connsiteX1530" fmla="*/ 1768026 w 4958557"/>
                <a:gd name="connsiteY1530" fmla="*/ 952667 h 2611386"/>
                <a:gd name="connsiteX1531" fmla="*/ 1775518 w 4958557"/>
                <a:gd name="connsiteY1531" fmla="*/ 950074 h 2611386"/>
                <a:gd name="connsiteX1532" fmla="*/ 1770619 w 4958557"/>
                <a:gd name="connsiteY1532" fmla="*/ 959583 h 2611386"/>
                <a:gd name="connsiteX1533" fmla="*/ 1766585 w 4958557"/>
                <a:gd name="connsiteY1533" fmla="*/ 961600 h 2611386"/>
                <a:gd name="connsiteX1534" fmla="*/ 1771196 w 4958557"/>
                <a:gd name="connsiteY1534" fmla="*/ 965634 h 2611386"/>
                <a:gd name="connsiteX1535" fmla="*/ 1775806 w 4958557"/>
                <a:gd name="connsiteY1535" fmla="*/ 968515 h 2611386"/>
                <a:gd name="connsiteX1536" fmla="*/ 1776382 w 4958557"/>
                <a:gd name="connsiteY1536" fmla="*/ 969956 h 2611386"/>
                <a:gd name="connsiteX1537" fmla="*/ 1775806 w 4958557"/>
                <a:gd name="connsiteY1537" fmla="*/ 970532 h 2611386"/>
                <a:gd name="connsiteX1538" fmla="*/ 1747856 w 4958557"/>
                <a:gd name="connsiteY1538" fmla="*/ 977735 h 2611386"/>
                <a:gd name="connsiteX1539" fmla="*/ 1744975 w 4958557"/>
                <a:gd name="connsiteY1539" fmla="*/ 978888 h 2611386"/>
                <a:gd name="connsiteX1540" fmla="*/ 1744687 w 4958557"/>
                <a:gd name="connsiteY1540" fmla="*/ 978600 h 2611386"/>
                <a:gd name="connsiteX1541" fmla="*/ 1736331 w 4958557"/>
                <a:gd name="connsiteY1541" fmla="*/ 981193 h 2611386"/>
                <a:gd name="connsiteX1542" fmla="*/ 1736907 w 4958557"/>
                <a:gd name="connsiteY1542" fmla="*/ 981769 h 2611386"/>
                <a:gd name="connsiteX1543" fmla="*/ 1766585 w 4958557"/>
                <a:gd name="connsiteY1543" fmla="*/ 980905 h 2611386"/>
                <a:gd name="connsiteX1544" fmla="*/ 1780992 w 4958557"/>
                <a:gd name="connsiteY1544" fmla="*/ 973413 h 2611386"/>
                <a:gd name="connsiteX1545" fmla="*/ 1795687 w 4958557"/>
                <a:gd name="connsiteY1545" fmla="*/ 971396 h 2611386"/>
                <a:gd name="connsiteX1546" fmla="*/ 1795975 w 4958557"/>
                <a:gd name="connsiteY1546" fmla="*/ 971396 h 2611386"/>
                <a:gd name="connsiteX1547" fmla="*/ 1834586 w 4958557"/>
                <a:gd name="connsiteY1547" fmla="*/ 957854 h 2611386"/>
                <a:gd name="connsiteX1548" fmla="*/ 1897112 w 4958557"/>
                <a:gd name="connsiteY1548" fmla="*/ 939701 h 2611386"/>
                <a:gd name="connsiteX1549" fmla="*/ 1905468 w 4958557"/>
                <a:gd name="connsiteY1549" fmla="*/ 935956 h 2611386"/>
                <a:gd name="connsiteX1550" fmla="*/ 1897112 w 4958557"/>
                <a:gd name="connsiteY1550" fmla="*/ 937108 h 2611386"/>
                <a:gd name="connsiteX1551" fmla="*/ 1896824 w 4958557"/>
                <a:gd name="connsiteY1551" fmla="*/ 931057 h 2611386"/>
                <a:gd name="connsiteX1552" fmla="*/ 1924485 w 4958557"/>
                <a:gd name="connsiteY1552" fmla="*/ 920684 h 2611386"/>
                <a:gd name="connsiteX1553" fmla="*/ 1963960 w 4958557"/>
                <a:gd name="connsiteY1553" fmla="*/ 907718 h 2611386"/>
                <a:gd name="connsiteX1554" fmla="*/ 2011214 w 4958557"/>
                <a:gd name="connsiteY1554" fmla="*/ 897057 h 2611386"/>
                <a:gd name="connsiteX1555" fmla="*/ 2026197 w 4958557"/>
                <a:gd name="connsiteY1555" fmla="*/ 892735 h 2611386"/>
                <a:gd name="connsiteX1556" fmla="*/ 2013519 w 4958557"/>
                <a:gd name="connsiteY1556" fmla="*/ 899938 h 2611386"/>
                <a:gd name="connsiteX1557" fmla="*/ 2011790 w 4958557"/>
                <a:gd name="connsiteY1557" fmla="*/ 905125 h 2611386"/>
                <a:gd name="connsiteX1558" fmla="*/ 2014960 w 4958557"/>
                <a:gd name="connsiteY1558" fmla="*/ 904260 h 2611386"/>
                <a:gd name="connsiteX1559" fmla="*/ 2022740 w 4958557"/>
                <a:gd name="connsiteY1559" fmla="*/ 901379 h 2611386"/>
                <a:gd name="connsiteX1560" fmla="*/ 2056452 w 4958557"/>
                <a:gd name="connsiteY1560" fmla="*/ 894464 h 2611386"/>
                <a:gd name="connsiteX1561" fmla="*/ 2056452 w 4958557"/>
                <a:gd name="connsiteY1561" fmla="*/ 903396 h 2611386"/>
                <a:gd name="connsiteX1562" fmla="*/ 2038875 w 4958557"/>
                <a:gd name="connsiteY1562" fmla="*/ 908294 h 2611386"/>
                <a:gd name="connsiteX1563" fmla="*/ 2040028 w 4958557"/>
                <a:gd name="connsiteY1563" fmla="*/ 909159 h 2611386"/>
                <a:gd name="connsiteX1564" fmla="*/ 2061350 w 4958557"/>
                <a:gd name="connsiteY1564" fmla="*/ 899938 h 2611386"/>
                <a:gd name="connsiteX1565" fmla="*/ 2061062 w 4958557"/>
                <a:gd name="connsiteY1565" fmla="*/ 893311 h 2611386"/>
                <a:gd name="connsiteX1566" fmla="*/ 2065672 w 4958557"/>
                <a:gd name="connsiteY1566" fmla="*/ 890142 h 2611386"/>
                <a:gd name="connsiteX1567" fmla="*/ 2097079 w 4958557"/>
                <a:gd name="connsiteY1567" fmla="*/ 880633 h 2611386"/>
                <a:gd name="connsiteX1568" fmla="*/ 2120994 w 4958557"/>
                <a:gd name="connsiteY1568" fmla="*/ 883515 h 2611386"/>
                <a:gd name="connsiteX1569" fmla="*/ 2143181 w 4958557"/>
                <a:gd name="connsiteY1569" fmla="*/ 876023 h 2611386"/>
                <a:gd name="connsiteX1570" fmla="*/ 2181503 w 4958557"/>
                <a:gd name="connsiteY1570" fmla="*/ 856430 h 2611386"/>
                <a:gd name="connsiteX1571" fmla="*/ 2193029 w 4958557"/>
                <a:gd name="connsiteY1571" fmla="*/ 852972 h 2611386"/>
                <a:gd name="connsiteX1572" fmla="*/ 2189859 w 4958557"/>
                <a:gd name="connsiteY1572" fmla="*/ 862481 h 2611386"/>
                <a:gd name="connsiteX1573" fmla="*/ 2191876 w 4958557"/>
                <a:gd name="connsiteY1573" fmla="*/ 863633 h 2611386"/>
                <a:gd name="connsiteX1574" fmla="*/ 2203114 w 4958557"/>
                <a:gd name="connsiteY1574" fmla="*/ 859887 h 2611386"/>
                <a:gd name="connsiteX1575" fmla="*/ 2229622 w 4958557"/>
                <a:gd name="connsiteY1575" fmla="*/ 848362 h 2611386"/>
                <a:gd name="connsiteX1576" fmla="*/ 2254402 w 4958557"/>
                <a:gd name="connsiteY1576" fmla="*/ 842599 h 2611386"/>
                <a:gd name="connsiteX1577" fmla="*/ 2259300 w 4958557"/>
                <a:gd name="connsiteY1577" fmla="*/ 841447 h 2611386"/>
                <a:gd name="connsiteX1578" fmla="*/ 2281775 w 4958557"/>
                <a:gd name="connsiteY1578" fmla="*/ 833955 h 2611386"/>
                <a:gd name="connsiteX1579" fmla="*/ 2281891 w 4958557"/>
                <a:gd name="connsiteY1579" fmla="*/ 833878 h 2611386"/>
                <a:gd name="connsiteX1580" fmla="*/ 2273130 w 4958557"/>
                <a:gd name="connsiteY1580" fmla="*/ 829921 h 2611386"/>
                <a:gd name="connsiteX1581" fmla="*/ 2289842 w 4958557"/>
                <a:gd name="connsiteY1581" fmla="*/ 819836 h 2611386"/>
                <a:gd name="connsiteX1582" fmla="*/ 2297334 w 4958557"/>
                <a:gd name="connsiteY1582" fmla="*/ 818972 h 2611386"/>
                <a:gd name="connsiteX1583" fmla="*/ 2293012 w 4958557"/>
                <a:gd name="connsiteY1583" fmla="*/ 825887 h 2611386"/>
                <a:gd name="connsiteX1584" fmla="*/ 2282497 w 4958557"/>
                <a:gd name="connsiteY1584" fmla="*/ 833635 h 2611386"/>
                <a:gd name="connsiteX1585" fmla="*/ 2284945 w 4958557"/>
                <a:gd name="connsiteY1585" fmla="*/ 833090 h 2611386"/>
                <a:gd name="connsiteX1586" fmla="*/ 2310877 w 4958557"/>
                <a:gd name="connsiteY1586" fmla="*/ 824446 h 2611386"/>
                <a:gd name="connsiteX1587" fmla="*/ 2307707 w 4958557"/>
                <a:gd name="connsiteY1587" fmla="*/ 823870 h 2611386"/>
                <a:gd name="connsiteX1588" fmla="*/ 2304538 w 4958557"/>
                <a:gd name="connsiteY1588" fmla="*/ 820124 h 2611386"/>
                <a:gd name="connsiteX1589" fmla="*/ 2312894 w 4958557"/>
                <a:gd name="connsiteY1589" fmla="*/ 816090 h 2611386"/>
                <a:gd name="connsiteX1590" fmla="*/ 2316928 w 4958557"/>
                <a:gd name="connsiteY1590" fmla="*/ 811768 h 2611386"/>
                <a:gd name="connsiteX1591" fmla="*/ 2325572 w 4958557"/>
                <a:gd name="connsiteY1591" fmla="*/ 814362 h 2611386"/>
                <a:gd name="connsiteX1592" fmla="*/ 2329318 w 4958557"/>
                <a:gd name="connsiteY1592" fmla="*/ 818107 h 2611386"/>
                <a:gd name="connsiteX1593" fmla="*/ 2369945 w 4958557"/>
                <a:gd name="connsiteY1593" fmla="*/ 804853 h 2611386"/>
                <a:gd name="connsiteX1594" fmla="*/ 2365335 w 4958557"/>
                <a:gd name="connsiteY1594" fmla="*/ 799667 h 2611386"/>
                <a:gd name="connsiteX1595" fmla="*/ 2339691 w 4958557"/>
                <a:gd name="connsiteY1595" fmla="*/ 804565 h 2611386"/>
                <a:gd name="connsiteX1596" fmla="*/ 2365335 w 4958557"/>
                <a:gd name="connsiteY1596" fmla="*/ 793616 h 2611386"/>
                <a:gd name="connsiteX1597" fmla="*/ 2367928 w 4958557"/>
                <a:gd name="connsiteY1597" fmla="*/ 783819 h 2611386"/>
                <a:gd name="connsiteX1598" fmla="*/ 2367352 w 4958557"/>
                <a:gd name="connsiteY1598" fmla="*/ 782378 h 2611386"/>
                <a:gd name="connsiteX1599" fmla="*/ 2345454 w 4958557"/>
                <a:gd name="connsiteY1599" fmla="*/ 793904 h 2611386"/>
                <a:gd name="connsiteX1600" fmla="*/ 2313470 w 4958557"/>
                <a:gd name="connsiteY1600" fmla="*/ 800819 h 2611386"/>
                <a:gd name="connsiteX1601" fmla="*/ 2301369 w 4958557"/>
                <a:gd name="connsiteY1601" fmla="*/ 803412 h 2611386"/>
                <a:gd name="connsiteX1602" fmla="*/ 2291572 w 4958557"/>
                <a:gd name="connsiteY1602" fmla="*/ 808023 h 2611386"/>
                <a:gd name="connsiteX1603" fmla="*/ 2251809 w 4958557"/>
                <a:gd name="connsiteY1603" fmla="*/ 821853 h 2611386"/>
                <a:gd name="connsiteX1604" fmla="*/ 2260453 w 4958557"/>
                <a:gd name="connsiteY1604" fmla="*/ 812633 h 2611386"/>
                <a:gd name="connsiteX1605" fmla="*/ 2261317 w 4958557"/>
                <a:gd name="connsiteY1605" fmla="*/ 803989 h 2611386"/>
                <a:gd name="connsiteX1606" fmla="*/ 2277453 w 4958557"/>
                <a:gd name="connsiteY1606" fmla="*/ 794768 h 2611386"/>
                <a:gd name="connsiteX1607" fmla="*/ 2284080 w 4958557"/>
                <a:gd name="connsiteY1607" fmla="*/ 803124 h 2611386"/>
                <a:gd name="connsiteX1608" fmla="*/ 2297911 w 4958557"/>
                <a:gd name="connsiteY1608" fmla="*/ 800243 h 2611386"/>
                <a:gd name="connsiteX1609" fmla="*/ 2317216 w 4958557"/>
                <a:gd name="connsiteY1609" fmla="*/ 793328 h 2611386"/>
                <a:gd name="connsiteX1610" fmla="*/ 2366776 w 4958557"/>
                <a:gd name="connsiteY1610" fmla="*/ 774022 h 2611386"/>
                <a:gd name="connsiteX1611" fmla="*/ 2366776 w 4958557"/>
                <a:gd name="connsiteY1611" fmla="*/ 773734 h 2611386"/>
                <a:gd name="connsiteX1612" fmla="*/ 2405098 w 4958557"/>
                <a:gd name="connsiteY1612" fmla="*/ 761344 h 2611386"/>
                <a:gd name="connsiteX1613" fmla="*/ 2431030 w 4958557"/>
                <a:gd name="connsiteY1613" fmla="*/ 757310 h 2611386"/>
                <a:gd name="connsiteX1614" fmla="*/ 2437946 w 4958557"/>
                <a:gd name="connsiteY1614" fmla="*/ 756734 h 2611386"/>
                <a:gd name="connsiteX1615" fmla="*/ 2487793 w 4958557"/>
                <a:gd name="connsiteY1615" fmla="*/ 732531 h 2611386"/>
                <a:gd name="connsiteX1616" fmla="*/ 2499607 w 4958557"/>
                <a:gd name="connsiteY1616" fmla="*/ 730802 h 2611386"/>
                <a:gd name="connsiteX1617" fmla="*/ 2498743 w 4958557"/>
                <a:gd name="connsiteY1617" fmla="*/ 740310 h 2611386"/>
                <a:gd name="connsiteX1618" fmla="*/ 2495573 w 4958557"/>
                <a:gd name="connsiteY1618" fmla="*/ 750683 h 2611386"/>
                <a:gd name="connsiteX1619" fmla="*/ 2532743 w 4958557"/>
                <a:gd name="connsiteY1619" fmla="*/ 735988 h 2611386"/>
                <a:gd name="connsiteX1620" fmla="*/ 2538217 w 4958557"/>
                <a:gd name="connsiteY1620" fmla="*/ 728208 h 2611386"/>
                <a:gd name="connsiteX1621" fmla="*/ 2548014 w 4958557"/>
                <a:gd name="connsiteY1621" fmla="*/ 725615 h 2611386"/>
                <a:gd name="connsiteX1622" fmla="*/ 2558099 w 4958557"/>
                <a:gd name="connsiteY1622" fmla="*/ 724175 h 2611386"/>
                <a:gd name="connsiteX1623" fmla="*/ 2559828 w 4958557"/>
                <a:gd name="connsiteY1623" fmla="*/ 728497 h 2611386"/>
                <a:gd name="connsiteX1624" fmla="*/ 2602472 w 4958557"/>
                <a:gd name="connsiteY1624" fmla="*/ 721581 h 2611386"/>
                <a:gd name="connsiteX1625" fmla="*/ 2621777 w 4958557"/>
                <a:gd name="connsiteY1625" fmla="*/ 717547 h 2611386"/>
                <a:gd name="connsiteX1626" fmla="*/ 2684303 w 4958557"/>
                <a:gd name="connsiteY1626" fmla="*/ 698818 h 2611386"/>
                <a:gd name="connsiteX1627" fmla="*/ 2684591 w 4958557"/>
                <a:gd name="connsiteY1627" fmla="*/ 697378 h 2611386"/>
                <a:gd name="connsiteX1628" fmla="*/ 2726371 w 4958557"/>
                <a:gd name="connsiteY1628" fmla="*/ 677208 h 2611386"/>
                <a:gd name="connsiteX1629" fmla="*/ 2747693 w 4958557"/>
                <a:gd name="connsiteY1629" fmla="*/ 671734 h 2611386"/>
                <a:gd name="connsiteX1630" fmla="*/ 2774202 w 4958557"/>
                <a:gd name="connsiteY1630" fmla="*/ 663954 h 2611386"/>
                <a:gd name="connsiteX1631" fmla="*/ 2820880 w 4958557"/>
                <a:gd name="connsiteY1631" fmla="*/ 649259 h 2611386"/>
                <a:gd name="connsiteX1632" fmla="*/ 2865541 w 4958557"/>
                <a:gd name="connsiteY1632" fmla="*/ 636869 h 2611386"/>
                <a:gd name="connsiteX1633" fmla="*/ 2887152 w 4958557"/>
                <a:gd name="connsiteY1633" fmla="*/ 626208 h 2611386"/>
                <a:gd name="connsiteX1634" fmla="*/ 2916542 w 4958557"/>
                <a:gd name="connsiteY1634" fmla="*/ 617276 h 2611386"/>
                <a:gd name="connsiteX1635" fmla="*/ 2996356 w 4958557"/>
                <a:gd name="connsiteY1635" fmla="*/ 593936 h 2611386"/>
                <a:gd name="connsiteX1636" fmla="*/ 3006729 w 4958557"/>
                <a:gd name="connsiteY1636" fmla="*/ 585869 h 2611386"/>
                <a:gd name="connsiteX1637" fmla="*/ 3002983 w 4958557"/>
                <a:gd name="connsiteY1637" fmla="*/ 583852 h 2611386"/>
                <a:gd name="connsiteX1638" fmla="*/ 2973881 w 4958557"/>
                <a:gd name="connsiteY1638" fmla="*/ 591631 h 2611386"/>
                <a:gd name="connsiteX1639" fmla="*/ 2964661 w 4958557"/>
                <a:gd name="connsiteY1639" fmla="*/ 594225 h 2611386"/>
                <a:gd name="connsiteX1640" fmla="*/ 2905016 w 4958557"/>
                <a:gd name="connsiteY1640" fmla="*/ 612954 h 2611386"/>
                <a:gd name="connsiteX1641" fmla="*/ 2871880 w 4958557"/>
                <a:gd name="connsiteY1641" fmla="*/ 619869 h 2611386"/>
                <a:gd name="connsiteX1642" fmla="*/ 2862948 w 4958557"/>
                <a:gd name="connsiteY1642" fmla="*/ 619869 h 2611386"/>
                <a:gd name="connsiteX1643" fmla="*/ 2869575 w 4958557"/>
                <a:gd name="connsiteY1643" fmla="*/ 614394 h 2611386"/>
                <a:gd name="connsiteX1644" fmla="*/ 2881677 w 4958557"/>
                <a:gd name="connsiteY1644" fmla="*/ 612665 h 2611386"/>
                <a:gd name="connsiteX1645" fmla="*/ 2902711 w 4958557"/>
                <a:gd name="connsiteY1645" fmla="*/ 610360 h 2611386"/>
                <a:gd name="connsiteX1646" fmla="*/ 2959762 w 4958557"/>
                <a:gd name="connsiteY1646" fmla="*/ 591343 h 2611386"/>
                <a:gd name="connsiteX1647" fmla="*/ 2968983 w 4958557"/>
                <a:gd name="connsiteY1647" fmla="*/ 588750 h 2611386"/>
                <a:gd name="connsiteX1648" fmla="*/ 3002695 w 4958557"/>
                <a:gd name="connsiteY1648" fmla="*/ 579530 h 2611386"/>
                <a:gd name="connsiteX1649" fmla="*/ 3042746 w 4958557"/>
                <a:gd name="connsiteY1649" fmla="*/ 567428 h 2611386"/>
                <a:gd name="connsiteX1650" fmla="*/ 3047356 w 4958557"/>
                <a:gd name="connsiteY1650" fmla="*/ 567428 h 2611386"/>
                <a:gd name="connsiteX1651" fmla="*/ 3070695 w 4958557"/>
                <a:gd name="connsiteY1651" fmla="*/ 574919 h 2611386"/>
                <a:gd name="connsiteX1652" fmla="*/ 3165493 w 4958557"/>
                <a:gd name="connsiteY1652" fmla="*/ 543801 h 2611386"/>
                <a:gd name="connsiteX1653" fmla="*/ 3222255 w 4958557"/>
                <a:gd name="connsiteY1653" fmla="*/ 534004 h 2611386"/>
                <a:gd name="connsiteX1654" fmla="*/ 3233205 w 4958557"/>
                <a:gd name="connsiteY1654" fmla="*/ 531987 h 2611386"/>
                <a:gd name="connsiteX1655" fmla="*/ 3233493 w 4958557"/>
                <a:gd name="connsiteY1655" fmla="*/ 529970 h 2611386"/>
                <a:gd name="connsiteX1656" fmla="*/ 3233493 w 4958557"/>
                <a:gd name="connsiteY1656" fmla="*/ 527665 h 2611386"/>
                <a:gd name="connsiteX1657" fmla="*/ 3218798 w 4958557"/>
                <a:gd name="connsiteY1657" fmla="*/ 528241 h 2611386"/>
                <a:gd name="connsiteX1658" fmla="*/ 3193730 w 4958557"/>
                <a:gd name="connsiteY1658" fmla="*/ 532851 h 2611386"/>
                <a:gd name="connsiteX1659" fmla="*/ 3141001 w 4958557"/>
                <a:gd name="connsiteY1659" fmla="*/ 549275 h 2611386"/>
                <a:gd name="connsiteX1660" fmla="*/ 3098068 w 4958557"/>
                <a:gd name="connsiteY1660" fmla="*/ 561089 h 2611386"/>
                <a:gd name="connsiteX1661" fmla="*/ 3094610 w 4958557"/>
                <a:gd name="connsiteY1661" fmla="*/ 561665 h 2611386"/>
                <a:gd name="connsiteX1662" fmla="*/ 3070695 w 4958557"/>
                <a:gd name="connsiteY1662" fmla="*/ 566275 h 2611386"/>
                <a:gd name="connsiteX1663" fmla="*/ 3098068 w 4958557"/>
                <a:gd name="connsiteY1663" fmla="*/ 556190 h 2611386"/>
                <a:gd name="connsiteX1664" fmla="*/ 3133797 w 4958557"/>
                <a:gd name="connsiteY1664" fmla="*/ 546682 h 2611386"/>
                <a:gd name="connsiteX1665" fmla="*/ 3174137 w 4958557"/>
                <a:gd name="connsiteY1665" fmla="*/ 532563 h 2611386"/>
                <a:gd name="connsiteX1666" fmla="*/ 3173848 w 4958557"/>
                <a:gd name="connsiteY1666" fmla="*/ 530258 h 2611386"/>
                <a:gd name="connsiteX1667" fmla="*/ 3148204 w 4958557"/>
                <a:gd name="connsiteY1667" fmla="*/ 534580 h 2611386"/>
                <a:gd name="connsiteX1668" fmla="*/ 3131204 w 4958557"/>
                <a:gd name="connsiteY1668" fmla="*/ 537173 h 2611386"/>
                <a:gd name="connsiteX1669" fmla="*/ 3123136 w 4958557"/>
                <a:gd name="connsiteY1669" fmla="*/ 536597 h 2611386"/>
                <a:gd name="connsiteX1670" fmla="*/ 3133509 w 4958557"/>
                <a:gd name="connsiteY1670" fmla="*/ 532275 h 2611386"/>
                <a:gd name="connsiteX1671" fmla="*/ 3178459 w 4958557"/>
                <a:gd name="connsiteY1671" fmla="*/ 516716 h 2611386"/>
                <a:gd name="connsiteX1672" fmla="*/ 3185950 w 4958557"/>
                <a:gd name="connsiteY1672" fmla="*/ 520750 h 2611386"/>
                <a:gd name="connsiteX1673" fmla="*/ 3195170 w 4958557"/>
                <a:gd name="connsiteY1673" fmla="*/ 525360 h 2611386"/>
                <a:gd name="connsiteX1674" fmla="*/ 3235510 w 4958557"/>
                <a:gd name="connsiteY1674" fmla="*/ 515563 h 2611386"/>
                <a:gd name="connsiteX1675" fmla="*/ 3289103 w 4958557"/>
                <a:gd name="connsiteY1675" fmla="*/ 502309 h 2611386"/>
                <a:gd name="connsiteX1676" fmla="*/ 3294578 w 4958557"/>
                <a:gd name="connsiteY1676" fmla="*/ 500292 h 2611386"/>
                <a:gd name="connsiteX1677" fmla="*/ 3342409 w 4958557"/>
                <a:gd name="connsiteY1677" fmla="*/ 485597 h 2611386"/>
                <a:gd name="connsiteX1678" fmla="*/ 3352493 w 4958557"/>
                <a:gd name="connsiteY1678" fmla="*/ 482715 h 2611386"/>
                <a:gd name="connsiteX1679" fmla="*/ 3359697 w 4958557"/>
                <a:gd name="connsiteY1679" fmla="*/ 483868 h 2611386"/>
                <a:gd name="connsiteX1680" fmla="*/ 3355087 w 4958557"/>
                <a:gd name="connsiteY1680" fmla="*/ 490207 h 2611386"/>
                <a:gd name="connsiteX1681" fmla="*/ 3357680 w 4958557"/>
                <a:gd name="connsiteY1681" fmla="*/ 492800 h 2611386"/>
                <a:gd name="connsiteX1682" fmla="*/ 3378426 w 4958557"/>
                <a:gd name="connsiteY1682" fmla="*/ 487037 h 2611386"/>
                <a:gd name="connsiteX1683" fmla="*/ 3378714 w 4958557"/>
                <a:gd name="connsiteY1683" fmla="*/ 482427 h 2611386"/>
                <a:gd name="connsiteX1684" fmla="*/ 3410409 w 4958557"/>
                <a:gd name="connsiteY1684" fmla="*/ 466580 h 2611386"/>
                <a:gd name="connsiteX1685" fmla="*/ 3447579 w 4958557"/>
                <a:gd name="connsiteY1685" fmla="*/ 456495 h 2611386"/>
                <a:gd name="connsiteX1686" fmla="*/ 3457375 w 4958557"/>
                <a:gd name="connsiteY1686" fmla="*/ 453325 h 2611386"/>
                <a:gd name="connsiteX1687" fmla="*/ 3513562 w 4958557"/>
                <a:gd name="connsiteY1687" fmla="*/ 437478 h 2611386"/>
                <a:gd name="connsiteX1688" fmla="*/ 3519037 w 4958557"/>
                <a:gd name="connsiteY1688" fmla="*/ 437190 h 2611386"/>
                <a:gd name="connsiteX1689" fmla="*/ 3547275 w 4958557"/>
                <a:gd name="connsiteY1689" fmla="*/ 418173 h 2611386"/>
                <a:gd name="connsiteX1690" fmla="*/ 3553325 w 4958557"/>
                <a:gd name="connsiteY1690" fmla="*/ 424512 h 2611386"/>
                <a:gd name="connsiteX1691" fmla="*/ 3559088 w 4958557"/>
                <a:gd name="connsiteY1691" fmla="*/ 432580 h 2611386"/>
                <a:gd name="connsiteX1692" fmla="*/ 3561681 w 4958557"/>
                <a:gd name="connsiteY1692" fmla="*/ 433156 h 2611386"/>
                <a:gd name="connsiteX1693" fmla="*/ 3575512 w 4958557"/>
                <a:gd name="connsiteY1693" fmla="*/ 429698 h 2611386"/>
                <a:gd name="connsiteX1694" fmla="*/ 3573207 w 4958557"/>
                <a:gd name="connsiteY1694" fmla="*/ 425952 h 2611386"/>
                <a:gd name="connsiteX1695" fmla="*/ 3574936 w 4958557"/>
                <a:gd name="connsiteY1695" fmla="*/ 419613 h 2611386"/>
                <a:gd name="connsiteX1696" fmla="*/ 3606631 w 4958557"/>
                <a:gd name="connsiteY1696" fmla="*/ 407800 h 2611386"/>
                <a:gd name="connsiteX1697" fmla="*/ 3631987 w 4958557"/>
                <a:gd name="connsiteY1697" fmla="*/ 401173 h 2611386"/>
                <a:gd name="connsiteX1698" fmla="*/ 3642936 w 4958557"/>
                <a:gd name="connsiteY1698" fmla="*/ 397715 h 2611386"/>
                <a:gd name="connsiteX1699" fmla="*/ 3662818 w 4958557"/>
                <a:gd name="connsiteY1699" fmla="*/ 392240 h 2611386"/>
                <a:gd name="connsiteX1700" fmla="*/ 3680106 w 4958557"/>
                <a:gd name="connsiteY1700" fmla="*/ 380427 h 2611386"/>
                <a:gd name="connsiteX1701" fmla="*/ 3686157 w 4958557"/>
                <a:gd name="connsiteY1701" fmla="*/ 377833 h 2611386"/>
                <a:gd name="connsiteX1702" fmla="*/ 3705174 w 4958557"/>
                <a:gd name="connsiteY1702" fmla="*/ 378698 h 2611386"/>
                <a:gd name="connsiteX1703" fmla="*/ 3772598 w 4958557"/>
                <a:gd name="connsiteY1703" fmla="*/ 357664 h 2611386"/>
                <a:gd name="connsiteX1704" fmla="*/ 3799395 w 4958557"/>
                <a:gd name="connsiteY1704" fmla="*/ 338935 h 2611386"/>
                <a:gd name="connsiteX1705" fmla="*/ 3808327 w 4958557"/>
                <a:gd name="connsiteY1705" fmla="*/ 333460 h 2611386"/>
                <a:gd name="connsiteX1706" fmla="*/ 3813513 w 4958557"/>
                <a:gd name="connsiteY1706" fmla="*/ 333748 h 2611386"/>
                <a:gd name="connsiteX1707" fmla="*/ 3810632 w 4958557"/>
                <a:gd name="connsiteY1707" fmla="*/ 339511 h 2611386"/>
                <a:gd name="connsiteX1708" fmla="*/ 3813513 w 4958557"/>
                <a:gd name="connsiteY1708" fmla="*/ 344986 h 2611386"/>
                <a:gd name="connsiteX1709" fmla="*/ 3844056 w 4958557"/>
                <a:gd name="connsiteY1709" fmla="*/ 332884 h 2611386"/>
                <a:gd name="connsiteX1710" fmla="*/ 3860192 w 4958557"/>
                <a:gd name="connsiteY1710" fmla="*/ 329714 h 2611386"/>
                <a:gd name="connsiteX1711" fmla="*/ 3869412 w 4958557"/>
                <a:gd name="connsiteY1711" fmla="*/ 329714 h 2611386"/>
                <a:gd name="connsiteX1712" fmla="*/ 3884395 w 4958557"/>
                <a:gd name="connsiteY1712" fmla="*/ 325681 h 2611386"/>
                <a:gd name="connsiteX1713" fmla="*/ 3896209 w 4958557"/>
                <a:gd name="connsiteY1713" fmla="*/ 321070 h 2611386"/>
                <a:gd name="connsiteX1714" fmla="*/ 3905717 w 4958557"/>
                <a:gd name="connsiteY1714" fmla="*/ 318765 h 2611386"/>
                <a:gd name="connsiteX1715" fmla="*/ 3912633 w 4958557"/>
                <a:gd name="connsiteY1715" fmla="*/ 315596 h 2611386"/>
                <a:gd name="connsiteX1716" fmla="*/ 3944328 w 4958557"/>
                <a:gd name="connsiteY1716" fmla="*/ 305223 h 2611386"/>
                <a:gd name="connsiteX1717" fmla="*/ 3917531 w 4958557"/>
                <a:gd name="connsiteY1717" fmla="*/ 317901 h 2611386"/>
                <a:gd name="connsiteX1718" fmla="*/ 3905717 w 4958557"/>
                <a:gd name="connsiteY1718" fmla="*/ 320494 h 2611386"/>
                <a:gd name="connsiteX1719" fmla="*/ 3899090 w 4958557"/>
                <a:gd name="connsiteY1719" fmla="*/ 323375 h 2611386"/>
                <a:gd name="connsiteX1720" fmla="*/ 3887277 w 4958557"/>
                <a:gd name="connsiteY1720" fmla="*/ 327986 h 2611386"/>
                <a:gd name="connsiteX1721" fmla="*/ 3872293 w 4958557"/>
                <a:gd name="connsiteY1721" fmla="*/ 332020 h 2611386"/>
                <a:gd name="connsiteX1722" fmla="*/ 3873446 w 4958557"/>
                <a:gd name="connsiteY1722" fmla="*/ 336918 h 2611386"/>
                <a:gd name="connsiteX1723" fmla="*/ 3906294 w 4958557"/>
                <a:gd name="connsiteY1723" fmla="*/ 328274 h 2611386"/>
                <a:gd name="connsiteX1724" fmla="*/ 3956718 w 4958557"/>
                <a:gd name="connsiteY1724" fmla="*/ 318477 h 2611386"/>
                <a:gd name="connsiteX1725" fmla="*/ 3963345 w 4958557"/>
                <a:gd name="connsiteY1725" fmla="*/ 316748 h 2611386"/>
                <a:gd name="connsiteX1726" fmla="*/ 4069379 w 4958557"/>
                <a:gd name="connsiteY1726" fmla="*/ 279867 h 2611386"/>
                <a:gd name="connsiteX1727" fmla="*/ 4064193 w 4958557"/>
                <a:gd name="connsiteY1727" fmla="*/ 277273 h 2611386"/>
                <a:gd name="connsiteX1728" fmla="*/ 4058430 w 4958557"/>
                <a:gd name="connsiteY1728" fmla="*/ 278138 h 2611386"/>
                <a:gd name="connsiteX1729" fmla="*/ 3977751 w 4958557"/>
                <a:gd name="connsiteY1729" fmla="*/ 299460 h 2611386"/>
                <a:gd name="connsiteX1730" fmla="*/ 3958734 w 4958557"/>
                <a:gd name="connsiteY1730" fmla="*/ 307816 h 2611386"/>
                <a:gd name="connsiteX1731" fmla="*/ 3953548 w 4958557"/>
                <a:gd name="connsiteY1731" fmla="*/ 306952 h 2611386"/>
                <a:gd name="connsiteX1732" fmla="*/ 3956718 w 4958557"/>
                <a:gd name="connsiteY1732" fmla="*/ 301765 h 2611386"/>
                <a:gd name="connsiteX1733" fmla="*/ 3982650 w 4958557"/>
                <a:gd name="connsiteY1733" fmla="*/ 293121 h 2611386"/>
                <a:gd name="connsiteX1734" fmla="*/ 4000802 w 4958557"/>
                <a:gd name="connsiteY1734" fmla="*/ 288223 h 2611386"/>
                <a:gd name="connsiteX1735" fmla="*/ 4050650 w 4958557"/>
                <a:gd name="connsiteY1735" fmla="*/ 275545 h 2611386"/>
                <a:gd name="connsiteX1736" fmla="*/ 4114041 w 4958557"/>
                <a:gd name="connsiteY1736" fmla="*/ 252494 h 2611386"/>
                <a:gd name="connsiteX1737" fmla="*/ 4237364 w 4958557"/>
                <a:gd name="connsiteY1737" fmla="*/ 211578 h 2611386"/>
                <a:gd name="connsiteX1738" fmla="*/ 4311415 w 4958557"/>
                <a:gd name="connsiteY1738" fmla="*/ 186510 h 2611386"/>
                <a:gd name="connsiteX1739" fmla="*/ 4387483 w 4958557"/>
                <a:gd name="connsiteY1739" fmla="*/ 157985 h 2611386"/>
                <a:gd name="connsiteX1740" fmla="*/ 4450009 w 4958557"/>
                <a:gd name="connsiteY1740" fmla="*/ 139832 h 2611386"/>
                <a:gd name="connsiteX1741" fmla="*/ 4450009 w 4958557"/>
                <a:gd name="connsiteY1741" fmla="*/ 137527 h 2611386"/>
                <a:gd name="connsiteX1742" fmla="*/ 4449721 w 4958557"/>
                <a:gd name="connsiteY1742" fmla="*/ 131476 h 2611386"/>
                <a:gd name="connsiteX1743" fmla="*/ 4477382 w 4958557"/>
                <a:gd name="connsiteY1743" fmla="*/ 121103 h 2611386"/>
                <a:gd name="connsiteX1744" fmla="*/ 4516857 w 4958557"/>
                <a:gd name="connsiteY1744" fmla="*/ 108137 h 2611386"/>
                <a:gd name="connsiteX1745" fmla="*/ 4565552 w 4958557"/>
                <a:gd name="connsiteY1745" fmla="*/ 97476 h 2611386"/>
                <a:gd name="connsiteX1746" fmla="*/ 4575637 w 4958557"/>
                <a:gd name="connsiteY1746" fmla="*/ 101798 h 2611386"/>
                <a:gd name="connsiteX1747" fmla="*/ 4609349 w 4958557"/>
                <a:gd name="connsiteY1747" fmla="*/ 94883 h 2611386"/>
                <a:gd name="connsiteX1748" fmla="*/ 4616552 w 4958557"/>
                <a:gd name="connsiteY1748" fmla="*/ 92289 h 2611386"/>
                <a:gd name="connsiteX1749" fmla="*/ 4616552 w 4958557"/>
                <a:gd name="connsiteY1749" fmla="*/ 97476 h 2611386"/>
                <a:gd name="connsiteX1750" fmla="*/ 4875011 w 4958557"/>
                <a:gd name="connsiteY1750" fmla="*/ 8441 h 2611386"/>
                <a:gd name="connsiteX1751" fmla="*/ 4871842 w 4958557"/>
                <a:gd name="connsiteY1751" fmla="*/ 8153 h 2611386"/>
                <a:gd name="connsiteX1752" fmla="*/ 4887978 w 4958557"/>
                <a:gd name="connsiteY1752" fmla="*/ 85 h 261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Lst>
              <a:rect l="l" t="t" r="r" b="b"/>
              <a:pathLst>
                <a:path w="4958557" h="2611386">
                  <a:moveTo>
                    <a:pt x="654663" y="2401711"/>
                  </a:moveTo>
                  <a:cubicBezTo>
                    <a:pt x="651782" y="2402863"/>
                    <a:pt x="649477" y="2404304"/>
                    <a:pt x="648901" y="2405168"/>
                  </a:cubicBezTo>
                  <a:cubicBezTo>
                    <a:pt x="650341" y="2406033"/>
                    <a:pt x="651494" y="2404880"/>
                    <a:pt x="652646" y="2404880"/>
                  </a:cubicBezTo>
                  <a:cubicBezTo>
                    <a:pt x="654087" y="2405168"/>
                    <a:pt x="655816" y="2404880"/>
                    <a:pt x="656968" y="2404592"/>
                  </a:cubicBezTo>
                  <a:cubicBezTo>
                    <a:pt x="656392" y="2403439"/>
                    <a:pt x="655528" y="2402575"/>
                    <a:pt x="654663" y="2401711"/>
                  </a:cubicBezTo>
                  <a:close/>
                  <a:moveTo>
                    <a:pt x="1578144" y="2184167"/>
                  </a:moveTo>
                  <a:cubicBezTo>
                    <a:pt x="1574110" y="2185031"/>
                    <a:pt x="1570076" y="2185607"/>
                    <a:pt x="1568059" y="2190794"/>
                  </a:cubicBezTo>
                  <a:lnTo>
                    <a:pt x="1572381" y="2191082"/>
                  </a:lnTo>
                  <a:cubicBezTo>
                    <a:pt x="1572093" y="2190506"/>
                    <a:pt x="1571805" y="2190218"/>
                    <a:pt x="1572093" y="2189641"/>
                  </a:cubicBezTo>
                  <a:cubicBezTo>
                    <a:pt x="1572093" y="2189353"/>
                    <a:pt x="1572381" y="2189065"/>
                    <a:pt x="1572669" y="2189065"/>
                  </a:cubicBezTo>
                  <a:cubicBezTo>
                    <a:pt x="1574686" y="2188201"/>
                    <a:pt x="1576127" y="2186184"/>
                    <a:pt x="1578144" y="2184167"/>
                  </a:cubicBezTo>
                  <a:close/>
                  <a:moveTo>
                    <a:pt x="2645404" y="1885369"/>
                  </a:moveTo>
                  <a:cubicBezTo>
                    <a:pt x="2647421" y="1885369"/>
                    <a:pt x="2648285" y="1886810"/>
                    <a:pt x="2648285" y="1888538"/>
                  </a:cubicBezTo>
                  <a:cubicBezTo>
                    <a:pt x="2648285" y="1889403"/>
                    <a:pt x="2647421" y="1890844"/>
                    <a:pt x="2646556" y="1891132"/>
                  </a:cubicBezTo>
                  <a:cubicBezTo>
                    <a:pt x="2645116" y="1891420"/>
                    <a:pt x="2643675" y="1890844"/>
                    <a:pt x="2643387" y="1888827"/>
                  </a:cubicBezTo>
                  <a:cubicBezTo>
                    <a:pt x="2643099" y="1887098"/>
                    <a:pt x="2643675" y="1885945"/>
                    <a:pt x="2645404" y="1885369"/>
                  </a:cubicBezTo>
                  <a:close/>
                  <a:moveTo>
                    <a:pt x="2687472" y="1871826"/>
                  </a:moveTo>
                  <a:cubicBezTo>
                    <a:pt x="2688048" y="1871826"/>
                    <a:pt x="2688913" y="1872979"/>
                    <a:pt x="2689489" y="1873555"/>
                  </a:cubicBezTo>
                  <a:cubicBezTo>
                    <a:pt x="2689201" y="1876436"/>
                    <a:pt x="2687760" y="1877301"/>
                    <a:pt x="2685743" y="1877589"/>
                  </a:cubicBezTo>
                  <a:cubicBezTo>
                    <a:pt x="2684015" y="1877877"/>
                    <a:pt x="2682574" y="1877301"/>
                    <a:pt x="2683438" y="1875284"/>
                  </a:cubicBezTo>
                  <a:cubicBezTo>
                    <a:pt x="2684015" y="1873267"/>
                    <a:pt x="2685167" y="1871826"/>
                    <a:pt x="2687472" y="1871826"/>
                  </a:cubicBezTo>
                  <a:close/>
                  <a:moveTo>
                    <a:pt x="2733285" y="1860877"/>
                  </a:moveTo>
                  <a:cubicBezTo>
                    <a:pt x="2731268" y="1864623"/>
                    <a:pt x="2726946" y="1863759"/>
                    <a:pt x="2724353" y="1865776"/>
                  </a:cubicBezTo>
                  <a:cubicBezTo>
                    <a:pt x="2724353" y="1864911"/>
                    <a:pt x="2724065" y="1864335"/>
                    <a:pt x="2724353" y="1863759"/>
                  </a:cubicBezTo>
                  <a:cubicBezTo>
                    <a:pt x="2726658" y="1860589"/>
                    <a:pt x="2729540" y="1859725"/>
                    <a:pt x="2733285" y="1860877"/>
                  </a:cubicBezTo>
                  <a:close/>
                  <a:moveTo>
                    <a:pt x="296220" y="1811605"/>
                  </a:moveTo>
                  <a:cubicBezTo>
                    <a:pt x="292762" y="1817944"/>
                    <a:pt x="288440" y="1820249"/>
                    <a:pt x="280084" y="1819673"/>
                  </a:cubicBezTo>
                  <a:cubicBezTo>
                    <a:pt x="285270" y="1814198"/>
                    <a:pt x="288440" y="1809588"/>
                    <a:pt x="296220" y="1811605"/>
                  </a:cubicBezTo>
                  <a:close/>
                  <a:moveTo>
                    <a:pt x="2848540" y="1800656"/>
                  </a:moveTo>
                  <a:cubicBezTo>
                    <a:pt x="2852862" y="1802385"/>
                    <a:pt x="2845947" y="1805554"/>
                    <a:pt x="2848252" y="1808724"/>
                  </a:cubicBezTo>
                  <a:cubicBezTo>
                    <a:pt x="2846523" y="1808724"/>
                    <a:pt x="2844795" y="1808724"/>
                    <a:pt x="2843066" y="1808724"/>
                  </a:cubicBezTo>
                  <a:cubicBezTo>
                    <a:pt x="2842778" y="1806131"/>
                    <a:pt x="2837303" y="1805266"/>
                    <a:pt x="2839896" y="1802385"/>
                  </a:cubicBezTo>
                  <a:cubicBezTo>
                    <a:pt x="2841625" y="1800656"/>
                    <a:pt x="2846235" y="1799503"/>
                    <a:pt x="2848540" y="1800656"/>
                  </a:cubicBezTo>
                  <a:close/>
                  <a:moveTo>
                    <a:pt x="330220" y="1800368"/>
                  </a:moveTo>
                  <a:cubicBezTo>
                    <a:pt x="330509" y="1800368"/>
                    <a:pt x="331373" y="1801809"/>
                    <a:pt x="332526" y="1802961"/>
                  </a:cubicBezTo>
                  <a:cubicBezTo>
                    <a:pt x="330797" y="1803826"/>
                    <a:pt x="329356" y="1804690"/>
                    <a:pt x="328204" y="1804690"/>
                  </a:cubicBezTo>
                  <a:cubicBezTo>
                    <a:pt x="326763" y="1804978"/>
                    <a:pt x="326187" y="1803537"/>
                    <a:pt x="326763" y="1802673"/>
                  </a:cubicBezTo>
                  <a:cubicBezTo>
                    <a:pt x="327627" y="1801521"/>
                    <a:pt x="329068" y="1800656"/>
                    <a:pt x="330220" y="1800368"/>
                  </a:cubicBezTo>
                  <a:close/>
                  <a:moveTo>
                    <a:pt x="394223" y="1784305"/>
                  </a:moveTo>
                  <a:cubicBezTo>
                    <a:pt x="395844" y="1784449"/>
                    <a:pt x="397645" y="1785097"/>
                    <a:pt x="399662" y="1785385"/>
                  </a:cubicBezTo>
                  <a:cubicBezTo>
                    <a:pt x="396492" y="1788843"/>
                    <a:pt x="393611" y="1790860"/>
                    <a:pt x="389865" y="1789131"/>
                  </a:cubicBezTo>
                  <a:cubicBezTo>
                    <a:pt x="388136" y="1788555"/>
                    <a:pt x="389289" y="1787114"/>
                    <a:pt x="389865" y="1786250"/>
                  </a:cubicBezTo>
                  <a:cubicBezTo>
                    <a:pt x="391161" y="1784521"/>
                    <a:pt x="392602" y="1784161"/>
                    <a:pt x="394223" y="1784305"/>
                  </a:cubicBezTo>
                  <a:close/>
                  <a:moveTo>
                    <a:pt x="2920287" y="1779910"/>
                  </a:moveTo>
                  <a:cubicBezTo>
                    <a:pt x="2920864" y="1780198"/>
                    <a:pt x="2922016" y="1780486"/>
                    <a:pt x="2922880" y="1781062"/>
                  </a:cubicBezTo>
                  <a:cubicBezTo>
                    <a:pt x="2922016" y="1782215"/>
                    <a:pt x="2921152" y="1783656"/>
                    <a:pt x="2919999" y="1784232"/>
                  </a:cubicBezTo>
                  <a:cubicBezTo>
                    <a:pt x="2919423" y="1784520"/>
                    <a:pt x="2917406" y="1783656"/>
                    <a:pt x="2917406" y="1783079"/>
                  </a:cubicBezTo>
                  <a:cubicBezTo>
                    <a:pt x="2917118" y="1781351"/>
                    <a:pt x="2918270" y="1780486"/>
                    <a:pt x="2920287" y="1779910"/>
                  </a:cubicBezTo>
                  <a:close/>
                  <a:moveTo>
                    <a:pt x="492441" y="1760893"/>
                  </a:moveTo>
                  <a:cubicBezTo>
                    <a:pt x="488984" y="1764062"/>
                    <a:pt x="486679" y="1766367"/>
                    <a:pt x="480916" y="1763198"/>
                  </a:cubicBezTo>
                  <a:cubicBezTo>
                    <a:pt x="484950" y="1760605"/>
                    <a:pt x="487255" y="1758300"/>
                    <a:pt x="492441" y="1760893"/>
                  </a:cubicBezTo>
                  <a:close/>
                  <a:moveTo>
                    <a:pt x="2904151" y="1758012"/>
                  </a:moveTo>
                  <a:cubicBezTo>
                    <a:pt x="2900693" y="1762046"/>
                    <a:pt x="2899253" y="1764928"/>
                    <a:pt x="2895795" y="1764639"/>
                  </a:cubicBezTo>
                  <a:cubicBezTo>
                    <a:pt x="2894066" y="1764351"/>
                    <a:pt x="2893490" y="1762622"/>
                    <a:pt x="2894066" y="1760894"/>
                  </a:cubicBezTo>
                  <a:cubicBezTo>
                    <a:pt x="2895795" y="1757148"/>
                    <a:pt x="2898964" y="1758012"/>
                    <a:pt x="2904151" y="1758012"/>
                  </a:cubicBezTo>
                  <a:close/>
                  <a:moveTo>
                    <a:pt x="2883694" y="1757436"/>
                  </a:moveTo>
                  <a:cubicBezTo>
                    <a:pt x="2878507" y="1766368"/>
                    <a:pt x="2875626" y="1767809"/>
                    <a:pt x="2861507" y="1766656"/>
                  </a:cubicBezTo>
                  <a:cubicBezTo>
                    <a:pt x="2868422" y="1763775"/>
                    <a:pt x="2875338" y="1760894"/>
                    <a:pt x="2883694" y="1757436"/>
                  </a:cubicBezTo>
                  <a:close/>
                  <a:moveTo>
                    <a:pt x="3096771" y="1727974"/>
                  </a:moveTo>
                  <a:cubicBezTo>
                    <a:pt x="3098571" y="1727254"/>
                    <a:pt x="3100373" y="1727326"/>
                    <a:pt x="3102678" y="1730063"/>
                  </a:cubicBezTo>
                  <a:cubicBezTo>
                    <a:pt x="3107000" y="1727470"/>
                    <a:pt x="3111898" y="1726893"/>
                    <a:pt x="3117372" y="1729487"/>
                  </a:cubicBezTo>
                  <a:cubicBezTo>
                    <a:pt x="3112186" y="1730639"/>
                    <a:pt x="3107288" y="1731504"/>
                    <a:pt x="3102101" y="1732368"/>
                  </a:cubicBezTo>
                  <a:cubicBezTo>
                    <a:pt x="3098932" y="1732656"/>
                    <a:pt x="3095474" y="1735250"/>
                    <a:pt x="3090864" y="1730639"/>
                  </a:cubicBezTo>
                  <a:cubicBezTo>
                    <a:pt x="3093169" y="1730207"/>
                    <a:pt x="3094970" y="1728695"/>
                    <a:pt x="3096771" y="1727974"/>
                  </a:cubicBezTo>
                  <a:close/>
                  <a:moveTo>
                    <a:pt x="2998660" y="1724588"/>
                  </a:moveTo>
                  <a:cubicBezTo>
                    <a:pt x="2999236" y="1725452"/>
                    <a:pt x="2999524" y="1726605"/>
                    <a:pt x="2999813" y="1727757"/>
                  </a:cubicBezTo>
                  <a:cubicBezTo>
                    <a:pt x="2994338" y="1733808"/>
                    <a:pt x="2987711" y="1736402"/>
                    <a:pt x="2978203" y="1732368"/>
                  </a:cubicBezTo>
                  <a:cubicBezTo>
                    <a:pt x="2975897" y="1733232"/>
                    <a:pt x="2973880" y="1734096"/>
                    <a:pt x="2971575" y="1734961"/>
                  </a:cubicBezTo>
                  <a:cubicBezTo>
                    <a:pt x="2970423" y="1737842"/>
                    <a:pt x="2969558" y="1741012"/>
                    <a:pt x="2966389" y="1742453"/>
                  </a:cubicBezTo>
                  <a:cubicBezTo>
                    <a:pt x="2963796" y="1751385"/>
                    <a:pt x="2960050" y="1758588"/>
                    <a:pt x="2949389" y="1758876"/>
                  </a:cubicBezTo>
                  <a:cubicBezTo>
                    <a:pt x="2947084" y="1760605"/>
                    <a:pt x="2944490" y="1762046"/>
                    <a:pt x="2942185" y="1763487"/>
                  </a:cubicBezTo>
                  <a:cubicBezTo>
                    <a:pt x="2942761" y="1760893"/>
                    <a:pt x="2942761" y="1758876"/>
                    <a:pt x="2939016" y="1760317"/>
                  </a:cubicBezTo>
                  <a:cubicBezTo>
                    <a:pt x="2936134" y="1761470"/>
                    <a:pt x="2933253" y="1762334"/>
                    <a:pt x="2930372" y="1763198"/>
                  </a:cubicBezTo>
                  <a:cubicBezTo>
                    <a:pt x="2927778" y="1760029"/>
                    <a:pt x="2923744" y="1761758"/>
                    <a:pt x="2920575" y="1760893"/>
                  </a:cubicBezTo>
                  <a:cubicBezTo>
                    <a:pt x="2916541" y="1761181"/>
                    <a:pt x="2912219" y="1762622"/>
                    <a:pt x="2908185" y="1760893"/>
                  </a:cubicBezTo>
                  <a:cubicBezTo>
                    <a:pt x="2916829" y="1752537"/>
                    <a:pt x="2920575" y="1751673"/>
                    <a:pt x="2924033" y="1756283"/>
                  </a:cubicBezTo>
                  <a:cubicBezTo>
                    <a:pt x="2925185" y="1756283"/>
                    <a:pt x="2926626" y="1756283"/>
                    <a:pt x="2927778" y="1756283"/>
                  </a:cubicBezTo>
                  <a:cubicBezTo>
                    <a:pt x="2931812" y="1753690"/>
                    <a:pt x="2934694" y="1749656"/>
                    <a:pt x="2939592" y="1748791"/>
                  </a:cubicBezTo>
                  <a:cubicBezTo>
                    <a:pt x="2944490" y="1739571"/>
                    <a:pt x="2952270" y="1737842"/>
                    <a:pt x="2961490" y="1739283"/>
                  </a:cubicBezTo>
                  <a:cubicBezTo>
                    <a:pt x="2963796" y="1737842"/>
                    <a:pt x="2966389" y="1736113"/>
                    <a:pt x="2968694" y="1734385"/>
                  </a:cubicBezTo>
                  <a:cubicBezTo>
                    <a:pt x="2971863" y="1731791"/>
                    <a:pt x="2975033" y="1730639"/>
                    <a:pt x="2979067" y="1730639"/>
                  </a:cubicBezTo>
                  <a:cubicBezTo>
                    <a:pt x="2985406" y="1728622"/>
                    <a:pt x="2992033" y="1726605"/>
                    <a:pt x="2998660" y="1724588"/>
                  </a:cubicBezTo>
                  <a:close/>
                  <a:moveTo>
                    <a:pt x="3116220" y="1712774"/>
                  </a:moveTo>
                  <a:cubicBezTo>
                    <a:pt x="3117084" y="1713927"/>
                    <a:pt x="3118237" y="1715079"/>
                    <a:pt x="3118237" y="1715944"/>
                  </a:cubicBezTo>
                  <a:cubicBezTo>
                    <a:pt x="3118525" y="1717961"/>
                    <a:pt x="3116796" y="1718537"/>
                    <a:pt x="3115356" y="1717961"/>
                  </a:cubicBezTo>
                  <a:cubicBezTo>
                    <a:pt x="3114203" y="1717672"/>
                    <a:pt x="3113338" y="1716808"/>
                    <a:pt x="3113050" y="1715944"/>
                  </a:cubicBezTo>
                  <a:cubicBezTo>
                    <a:pt x="3112474" y="1713927"/>
                    <a:pt x="3114491" y="1713639"/>
                    <a:pt x="3116220" y="1712774"/>
                  </a:cubicBezTo>
                  <a:close/>
                  <a:moveTo>
                    <a:pt x="3108728" y="1709893"/>
                  </a:moveTo>
                  <a:cubicBezTo>
                    <a:pt x="3101813" y="1718537"/>
                    <a:pt x="3094033" y="1718249"/>
                    <a:pt x="3086830" y="1719113"/>
                  </a:cubicBezTo>
                  <a:cubicBezTo>
                    <a:pt x="3092593" y="1714503"/>
                    <a:pt x="3099220" y="1712198"/>
                    <a:pt x="3108728" y="1709893"/>
                  </a:cubicBezTo>
                  <a:close/>
                  <a:moveTo>
                    <a:pt x="3167221" y="1700096"/>
                  </a:moveTo>
                  <a:cubicBezTo>
                    <a:pt x="3171255" y="1714503"/>
                    <a:pt x="3160305" y="1712486"/>
                    <a:pt x="3155695" y="1716232"/>
                  </a:cubicBezTo>
                  <a:cubicBezTo>
                    <a:pt x="3153102" y="1727181"/>
                    <a:pt x="3143882" y="1728910"/>
                    <a:pt x="3134949" y="1730927"/>
                  </a:cubicBezTo>
                  <a:cubicBezTo>
                    <a:pt x="3132644" y="1731215"/>
                    <a:pt x="3129763" y="1731215"/>
                    <a:pt x="3128898" y="1728621"/>
                  </a:cubicBezTo>
                  <a:cubicBezTo>
                    <a:pt x="3128034" y="1725740"/>
                    <a:pt x="3130627" y="1724588"/>
                    <a:pt x="3132932" y="1724299"/>
                  </a:cubicBezTo>
                  <a:cubicBezTo>
                    <a:pt x="3140424" y="1723723"/>
                    <a:pt x="3145034" y="1717096"/>
                    <a:pt x="3151949" y="1715655"/>
                  </a:cubicBezTo>
                  <a:cubicBezTo>
                    <a:pt x="3155983" y="1710181"/>
                    <a:pt x="3163475" y="1708740"/>
                    <a:pt x="3167221" y="1700096"/>
                  </a:cubicBezTo>
                  <a:close/>
                  <a:moveTo>
                    <a:pt x="3237526" y="1678702"/>
                  </a:moveTo>
                  <a:cubicBezTo>
                    <a:pt x="3239039" y="1677478"/>
                    <a:pt x="3240551" y="1676901"/>
                    <a:pt x="3242136" y="1678774"/>
                  </a:cubicBezTo>
                  <a:cubicBezTo>
                    <a:pt x="3245306" y="1683096"/>
                    <a:pt x="3240407" y="1685690"/>
                    <a:pt x="3236085" y="1686842"/>
                  </a:cubicBezTo>
                  <a:cubicBezTo>
                    <a:pt x="3232627" y="1687130"/>
                    <a:pt x="3229170" y="1687130"/>
                    <a:pt x="3225424" y="1687418"/>
                  </a:cubicBezTo>
                  <a:cubicBezTo>
                    <a:pt x="3227153" y="1683673"/>
                    <a:pt x="3230034" y="1683384"/>
                    <a:pt x="3232916" y="1682520"/>
                  </a:cubicBezTo>
                  <a:cubicBezTo>
                    <a:pt x="3234500" y="1681800"/>
                    <a:pt x="3236013" y="1679927"/>
                    <a:pt x="3237526" y="1678702"/>
                  </a:cubicBezTo>
                  <a:close/>
                  <a:moveTo>
                    <a:pt x="3256831" y="1678198"/>
                  </a:moveTo>
                  <a:cubicBezTo>
                    <a:pt x="3257408" y="1677910"/>
                    <a:pt x="3259137" y="1678486"/>
                    <a:pt x="3258272" y="1680215"/>
                  </a:cubicBezTo>
                  <a:cubicBezTo>
                    <a:pt x="3257408" y="1681944"/>
                    <a:pt x="3255679" y="1682808"/>
                    <a:pt x="3253662" y="1682520"/>
                  </a:cubicBezTo>
                  <a:cubicBezTo>
                    <a:pt x="3253374" y="1682520"/>
                    <a:pt x="3252797" y="1680215"/>
                    <a:pt x="3253085" y="1679927"/>
                  </a:cubicBezTo>
                  <a:cubicBezTo>
                    <a:pt x="3253950" y="1679062"/>
                    <a:pt x="3255391" y="1678486"/>
                    <a:pt x="3256831" y="1678198"/>
                  </a:cubicBezTo>
                  <a:close/>
                  <a:moveTo>
                    <a:pt x="3359409" y="1641316"/>
                  </a:moveTo>
                  <a:cubicBezTo>
                    <a:pt x="3360273" y="1641316"/>
                    <a:pt x="3362002" y="1641892"/>
                    <a:pt x="3362002" y="1642469"/>
                  </a:cubicBezTo>
                  <a:cubicBezTo>
                    <a:pt x="3362866" y="1644486"/>
                    <a:pt x="3360561" y="1644486"/>
                    <a:pt x="3359409" y="1645350"/>
                  </a:cubicBezTo>
                  <a:cubicBezTo>
                    <a:pt x="3358256" y="1645638"/>
                    <a:pt x="3357104" y="1645350"/>
                    <a:pt x="3357392" y="1643909"/>
                  </a:cubicBezTo>
                  <a:cubicBezTo>
                    <a:pt x="3357680" y="1642757"/>
                    <a:pt x="3358544" y="1641604"/>
                    <a:pt x="3359409" y="1641316"/>
                  </a:cubicBezTo>
                  <a:close/>
                  <a:moveTo>
                    <a:pt x="3527104" y="1566689"/>
                  </a:moveTo>
                  <a:cubicBezTo>
                    <a:pt x="3526240" y="1572164"/>
                    <a:pt x="3523070" y="1571875"/>
                    <a:pt x="3518460" y="1573028"/>
                  </a:cubicBezTo>
                  <a:cubicBezTo>
                    <a:pt x="3520765" y="1567265"/>
                    <a:pt x="3523646" y="1567265"/>
                    <a:pt x="3527104" y="1566689"/>
                  </a:cubicBezTo>
                  <a:close/>
                  <a:moveTo>
                    <a:pt x="421560" y="1415417"/>
                  </a:moveTo>
                  <a:cubicBezTo>
                    <a:pt x="416373" y="1423773"/>
                    <a:pt x="406865" y="1422044"/>
                    <a:pt x="399085" y="1424926"/>
                  </a:cubicBezTo>
                  <a:cubicBezTo>
                    <a:pt x="405136" y="1417722"/>
                    <a:pt x="413780" y="1418010"/>
                    <a:pt x="421560" y="1415417"/>
                  </a:cubicBezTo>
                  <a:close/>
                  <a:moveTo>
                    <a:pt x="4146311" y="1398705"/>
                  </a:moveTo>
                  <a:cubicBezTo>
                    <a:pt x="4142853" y="1403027"/>
                    <a:pt x="4138243" y="1403891"/>
                    <a:pt x="4131904" y="1404756"/>
                  </a:cubicBezTo>
                  <a:cubicBezTo>
                    <a:pt x="4136226" y="1398129"/>
                    <a:pt x="4141989" y="1400434"/>
                    <a:pt x="4146311" y="1398705"/>
                  </a:cubicBezTo>
                  <a:close/>
                  <a:moveTo>
                    <a:pt x="4112348" y="1396255"/>
                  </a:moveTo>
                  <a:cubicBezTo>
                    <a:pt x="4115697" y="1394814"/>
                    <a:pt x="4119515" y="1394526"/>
                    <a:pt x="4124413" y="1396975"/>
                  </a:cubicBezTo>
                  <a:cubicBezTo>
                    <a:pt x="4117498" y="1402738"/>
                    <a:pt x="4110583" y="1404755"/>
                    <a:pt x="4102803" y="1404179"/>
                  </a:cubicBezTo>
                  <a:cubicBezTo>
                    <a:pt x="4103091" y="1403603"/>
                    <a:pt x="4103091" y="1403026"/>
                    <a:pt x="4103091" y="1402450"/>
                  </a:cubicBezTo>
                  <a:cubicBezTo>
                    <a:pt x="4106116" y="1400289"/>
                    <a:pt x="4108998" y="1397696"/>
                    <a:pt x="4112348" y="1396255"/>
                  </a:cubicBezTo>
                  <a:close/>
                  <a:moveTo>
                    <a:pt x="660714" y="1343094"/>
                  </a:moveTo>
                  <a:cubicBezTo>
                    <a:pt x="667053" y="1345111"/>
                    <a:pt x="661002" y="1349721"/>
                    <a:pt x="661578" y="1352891"/>
                  </a:cubicBezTo>
                  <a:cubicBezTo>
                    <a:pt x="660137" y="1352026"/>
                    <a:pt x="658985" y="1351450"/>
                    <a:pt x="657544" y="1350586"/>
                  </a:cubicBezTo>
                  <a:cubicBezTo>
                    <a:pt x="657256" y="1346552"/>
                    <a:pt x="655527" y="1345111"/>
                    <a:pt x="651493" y="1347416"/>
                  </a:cubicBezTo>
                  <a:cubicBezTo>
                    <a:pt x="648324" y="1349433"/>
                    <a:pt x="645154" y="1351450"/>
                    <a:pt x="640544" y="1347992"/>
                  </a:cubicBezTo>
                  <a:cubicBezTo>
                    <a:pt x="646307" y="1341942"/>
                    <a:pt x="653510" y="1340789"/>
                    <a:pt x="660714" y="1343094"/>
                  </a:cubicBezTo>
                  <a:close/>
                  <a:moveTo>
                    <a:pt x="638383" y="1336791"/>
                  </a:moveTo>
                  <a:cubicBezTo>
                    <a:pt x="640616" y="1335962"/>
                    <a:pt x="643137" y="1336323"/>
                    <a:pt x="646307" y="1339060"/>
                  </a:cubicBezTo>
                  <a:cubicBezTo>
                    <a:pt x="641408" y="1339924"/>
                    <a:pt x="636798" y="1340789"/>
                    <a:pt x="632188" y="1341653"/>
                  </a:cubicBezTo>
                  <a:cubicBezTo>
                    <a:pt x="634205" y="1339636"/>
                    <a:pt x="636150" y="1337619"/>
                    <a:pt x="638383" y="1336791"/>
                  </a:cubicBezTo>
                  <a:close/>
                  <a:moveTo>
                    <a:pt x="617493" y="1327823"/>
                  </a:moveTo>
                  <a:cubicBezTo>
                    <a:pt x="620375" y="1334738"/>
                    <a:pt x="614612" y="1333586"/>
                    <a:pt x="610578" y="1335891"/>
                  </a:cubicBezTo>
                  <a:cubicBezTo>
                    <a:pt x="611442" y="1330704"/>
                    <a:pt x="614324" y="1328976"/>
                    <a:pt x="617493" y="1327823"/>
                  </a:cubicBezTo>
                  <a:close/>
                  <a:moveTo>
                    <a:pt x="724681" y="1321195"/>
                  </a:moveTo>
                  <a:cubicBezTo>
                    <a:pt x="724969" y="1320907"/>
                    <a:pt x="726698" y="1322060"/>
                    <a:pt x="726986" y="1322924"/>
                  </a:cubicBezTo>
                  <a:cubicBezTo>
                    <a:pt x="727562" y="1325517"/>
                    <a:pt x="726410" y="1328111"/>
                    <a:pt x="724104" y="1328975"/>
                  </a:cubicBezTo>
                  <a:cubicBezTo>
                    <a:pt x="716037" y="1332433"/>
                    <a:pt x="707681" y="1335890"/>
                    <a:pt x="698748" y="1337331"/>
                  </a:cubicBezTo>
                  <a:cubicBezTo>
                    <a:pt x="696155" y="1337907"/>
                    <a:pt x="693562" y="1338195"/>
                    <a:pt x="690969" y="1338195"/>
                  </a:cubicBezTo>
                  <a:cubicBezTo>
                    <a:pt x="692121" y="1337619"/>
                    <a:pt x="692986" y="1337043"/>
                    <a:pt x="694138" y="1336467"/>
                  </a:cubicBezTo>
                  <a:cubicBezTo>
                    <a:pt x="691545" y="1337619"/>
                    <a:pt x="689240" y="1338772"/>
                    <a:pt x="686647" y="1339924"/>
                  </a:cubicBezTo>
                  <a:cubicBezTo>
                    <a:pt x="688664" y="1334161"/>
                    <a:pt x="693274" y="1333297"/>
                    <a:pt x="697308" y="1331568"/>
                  </a:cubicBezTo>
                  <a:cubicBezTo>
                    <a:pt x="698460" y="1329551"/>
                    <a:pt x="698748" y="1326958"/>
                    <a:pt x="701918" y="1327246"/>
                  </a:cubicBezTo>
                  <a:cubicBezTo>
                    <a:pt x="702494" y="1327246"/>
                    <a:pt x="703359" y="1328111"/>
                    <a:pt x="703359" y="1328687"/>
                  </a:cubicBezTo>
                  <a:cubicBezTo>
                    <a:pt x="703359" y="1330127"/>
                    <a:pt x="702782" y="1331280"/>
                    <a:pt x="702206" y="1332144"/>
                  </a:cubicBezTo>
                  <a:cubicBezTo>
                    <a:pt x="709698" y="1328975"/>
                    <a:pt x="717765" y="1326094"/>
                    <a:pt x="724681" y="1321195"/>
                  </a:cubicBezTo>
                  <a:close/>
                  <a:moveTo>
                    <a:pt x="866732" y="1271924"/>
                  </a:moveTo>
                  <a:cubicBezTo>
                    <a:pt x="868749" y="1271924"/>
                    <a:pt x="870478" y="1272500"/>
                    <a:pt x="870766" y="1275094"/>
                  </a:cubicBezTo>
                  <a:cubicBezTo>
                    <a:pt x="869901" y="1277110"/>
                    <a:pt x="868749" y="1278263"/>
                    <a:pt x="866444" y="1278551"/>
                  </a:cubicBezTo>
                  <a:cubicBezTo>
                    <a:pt x="864139" y="1278839"/>
                    <a:pt x="862698" y="1277687"/>
                    <a:pt x="862698" y="1275094"/>
                  </a:cubicBezTo>
                  <a:cubicBezTo>
                    <a:pt x="862698" y="1272788"/>
                    <a:pt x="864427" y="1271924"/>
                    <a:pt x="866732" y="1271924"/>
                  </a:cubicBezTo>
                  <a:close/>
                  <a:moveTo>
                    <a:pt x="948275" y="1244263"/>
                  </a:moveTo>
                  <a:cubicBezTo>
                    <a:pt x="951156" y="1242534"/>
                    <a:pt x="956343" y="1244839"/>
                    <a:pt x="960665" y="1245415"/>
                  </a:cubicBezTo>
                  <a:cubicBezTo>
                    <a:pt x="959224" y="1248873"/>
                    <a:pt x="956631" y="1250314"/>
                    <a:pt x="953461" y="1251178"/>
                  </a:cubicBezTo>
                  <a:cubicBezTo>
                    <a:pt x="934732" y="1256653"/>
                    <a:pt x="915715" y="1262415"/>
                    <a:pt x="896698" y="1267890"/>
                  </a:cubicBezTo>
                  <a:cubicBezTo>
                    <a:pt x="899003" y="1271060"/>
                    <a:pt x="897274" y="1273653"/>
                    <a:pt x="893817" y="1275094"/>
                  </a:cubicBezTo>
                  <a:cubicBezTo>
                    <a:pt x="887766" y="1277399"/>
                    <a:pt x="881715" y="1279992"/>
                    <a:pt x="875664" y="1282297"/>
                  </a:cubicBezTo>
                  <a:cubicBezTo>
                    <a:pt x="877969" y="1277687"/>
                    <a:pt x="881715" y="1274805"/>
                    <a:pt x="884884" y="1271348"/>
                  </a:cubicBezTo>
                  <a:cubicBezTo>
                    <a:pt x="882291" y="1271924"/>
                    <a:pt x="879986" y="1272788"/>
                    <a:pt x="877681" y="1273365"/>
                  </a:cubicBezTo>
                  <a:cubicBezTo>
                    <a:pt x="876817" y="1273653"/>
                    <a:pt x="875664" y="1273077"/>
                    <a:pt x="873359" y="1272788"/>
                  </a:cubicBezTo>
                  <a:cubicBezTo>
                    <a:pt x="880851" y="1265873"/>
                    <a:pt x="889783" y="1263856"/>
                    <a:pt x="898139" y="1261263"/>
                  </a:cubicBezTo>
                  <a:cubicBezTo>
                    <a:pt x="914851" y="1255788"/>
                    <a:pt x="932715" y="1253195"/>
                    <a:pt x="948275" y="1244263"/>
                  </a:cubicBezTo>
                  <a:close/>
                  <a:moveTo>
                    <a:pt x="1019913" y="1221104"/>
                  </a:moveTo>
                  <a:cubicBezTo>
                    <a:pt x="1022038" y="1220708"/>
                    <a:pt x="1023911" y="1221068"/>
                    <a:pt x="1024920" y="1223229"/>
                  </a:cubicBezTo>
                  <a:cubicBezTo>
                    <a:pt x="1026937" y="1227839"/>
                    <a:pt x="1021750" y="1230144"/>
                    <a:pt x="1017140" y="1231296"/>
                  </a:cubicBezTo>
                  <a:cubicBezTo>
                    <a:pt x="998411" y="1236195"/>
                    <a:pt x="980546" y="1245127"/>
                    <a:pt x="960665" y="1245127"/>
                  </a:cubicBezTo>
                  <a:cubicBezTo>
                    <a:pt x="964699" y="1237059"/>
                    <a:pt x="972767" y="1233890"/>
                    <a:pt x="980258" y="1233890"/>
                  </a:cubicBezTo>
                  <a:cubicBezTo>
                    <a:pt x="992648" y="1234178"/>
                    <a:pt x="1002733" y="1228703"/>
                    <a:pt x="1013394" y="1223517"/>
                  </a:cubicBezTo>
                  <a:cubicBezTo>
                    <a:pt x="1015411" y="1222653"/>
                    <a:pt x="1017788" y="1221500"/>
                    <a:pt x="1019913" y="1221104"/>
                  </a:cubicBezTo>
                  <a:close/>
                  <a:moveTo>
                    <a:pt x="1038354" y="1194127"/>
                  </a:moveTo>
                  <a:cubicBezTo>
                    <a:pt x="1040479" y="1193551"/>
                    <a:pt x="1042784" y="1194271"/>
                    <a:pt x="1045377" y="1196144"/>
                  </a:cubicBezTo>
                  <a:cubicBezTo>
                    <a:pt x="1041631" y="1197296"/>
                    <a:pt x="1037886" y="1198449"/>
                    <a:pt x="1032411" y="1199889"/>
                  </a:cubicBezTo>
                  <a:cubicBezTo>
                    <a:pt x="1034284" y="1196576"/>
                    <a:pt x="1036229" y="1194703"/>
                    <a:pt x="1038354" y="1194127"/>
                  </a:cubicBezTo>
                  <a:close/>
                  <a:moveTo>
                    <a:pt x="1040191" y="1182313"/>
                  </a:moveTo>
                  <a:cubicBezTo>
                    <a:pt x="1042784" y="1184906"/>
                    <a:pt x="1039327" y="1185771"/>
                    <a:pt x="1037310" y="1186059"/>
                  </a:cubicBezTo>
                  <a:cubicBezTo>
                    <a:pt x="1036157" y="1186059"/>
                    <a:pt x="1035005" y="1185483"/>
                    <a:pt x="1033852" y="1185194"/>
                  </a:cubicBezTo>
                  <a:cubicBezTo>
                    <a:pt x="1035293" y="1182313"/>
                    <a:pt x="1038174" y="1180296"/>
                    <a:pt x="1040191" y="1182313"/>
                  </a:cubicBezTo>
                  <a:close/>
                  <a:moveTo>
                    <a:pt x="1118672" y="1173562"/>
                  </a:moveTo>
                  <a:cubicBezTo>
                    <a:pt x="1122309" y="1174534"/>
                    <a:pt x="1126199" y="1175687"/>
                    <a:pt x="1130954" y="1174246"/>
                  </a:cubicBezTo>
                  <a:cubicBezTo>
                    <a:pt x="1122598" y="1183754"/>
                    <a:pt x="1113377" y="1179144"/>
                    <a:pt x="1106174" y="1182314"/>
                  </a:cubicBezTo>
                  <a:cubicBezTo>
                    <a:pt x="1104445" y="1183178"/>
                    <a:pt x="1103581" y="1181161"/>
                    <a:pt x="1103869" y="1179144"/>
                  </a:cubicBezTo>
                  <a:cubicBezTo>
                    <a:pt x="1104157" y="1176551"/>
                    <a:pt x="1105886" y="1175110"/>
                    <a:pt x="1107903" y="1173958"/>
                  </a:cubicBezTo>
                  <a:cubicBezTo>
                    <a:pt x="1111648" y="1171797"/>
                    <a:pt x="1115034" y="1172590"/>
                    <a:pt x="1118672" y="1173562"/>
                  </a:cubicBezTo>
                  <a:close/>
                  <a:moveTo>
                    <a:pt x="1142191" y="1167619"/>
                  </a:moveTo>
                  <a:cubicBezTo>
                    <a:pt x="1144496" y="1167331"/>
                    <a:pt x="1145649" y="1168195"/>
                    <a:pt x="1145072" y="1169348"/>
                  </a:cubicBezTo>
                  <a:cubicBezTo>
                    <a:pt x="1144496" y="1170500"/>
                    <a:pt x="1143055" y="1171653"/>
                    <a:pt x="1141615" y="1172229"/>
                  </a:cubicBezTo>
                  <a:cubicBezTo>
                    <a:pt x="1139886" y="1173093"/>
                    <a:pt x="1139022" y="1171653"/>
                    <a:pt x="1139598" y="1170500"/>
                  </a:cubicBezTo>
                  <a:cubicBezTo>
                    <a:pt x="1140174" y="1169348"/>
                    <a:pt x="1141615" y="1168195"/>
                    <a:pt x="1142191" y="1167619"/>
                  </a:cubicBezTo>
                  <a:close/>
                  <a:moveTo>
                    <a:pt x="1089029" y="1167439"/>
                  </a:moveTo>
                  <a:cubicBezTo>
                    <a:pt x="1092775" y="1166611"/>
                    <a:pt x="1096521" y="1166755"/>
                    <a:pt x="1100987" y="1168195"/>
                  </a:cubicBezTo>
                  <a:cubicBezTo>
                    <a:pt x="1093496" y="1171941"/>
                    <a:pt x="1087445" y="1174822"/>
                    <a:pt x="1077072" y="1172517"/>
                  </a:cubicBezTo>
                  <a:cubicBezTo>
                    <a:pt x="1081538" y="1170068"/>
                    <a:pt x="1085284" y="1168268"/>
                    <a:pt x="1089029" y="1167439"/>
                  </a:cubicBezTo>
                  <a:close/>
                  <a:moveTo>
                    <a:pt x="1186600" y="1161820"/>
                  </a:moveTo>
                  <a:cubicBezTo>
                    <a:pt x="1188942" y="1161856"/>
                    <a:pt x="1191463" y="1162576"/>
                    <a:pt x="1193480" y="1161855"/>
                  </a:cubicBezTo>
                  <a:cubicBezTo>
                    <a:pt x="1193480" y="1162432"/>
                    <a:pt x="1193480" y="1163296"/>
                    <a:pt x="1193480" y="1164161"/>
                  </a:cubicBezTo>
                  <a:cubicBezTo>
                    <a:pt x="1189446" y="1164449"/>
                    <a:pt x="1185700" y="1168194"/>
                    <a:pt x="1180802" y="1165889"/>
                  </a:cubicBezTo>
                  <a:cubicBezTo>
                    <a:pt x="1182098" y="1162432"/>
                    <a:pt x="1184259" y="1161784"/>
                    <a:pt x="1186600" y="1161820"/>
                  </a:cubicBezTo>
                  <a:close/>
                  <a:moveTo>
                    <a:pt x="1134988" y="1159263"/>
                  </a:moveTo>
                  <a:cubicBezTo>
                    <a:pt x="1130666" y="1163585"/>
                    <a:pt x="1127208" y="1162432"/>
                    <a:pt x="1122598" y="1161856"/>
                  </a:cubicBezTo>
                  <a:cubicBezTo>
                    <a:pt x="1126920" y="1159263"/>
                    <a:pt x="1129801" y="1157534"/>
                    <a:pt x="1134988" y="1159263"/>
                  </a:cubicBezTo>
                  <a:close/>
                  <a:moveTo>
                    <a:pt x="1230361" y="1119788"/>
                  </a:moveTo>
                  <a:cubicBezTo>
                    <a:pt x="1228056" y="1124974"/>
                    <a:pt x="1224887" y="1128144"/>
                    <a:pt x="1219700" y="1128720"/>
                  </a:cubicBezTo>
                  <a:cubicBezTo>
                    <a:pt x="1217971" y="1125839"/>
                    <a:pt x="1215378" y="1126415"/>
                    <a:pt x="1212785" y="1126415"/>
                  </a:cubicBezTo>
                  <a:cubicBezTo>
                    <a:pt x="1216819" y="1120364"/>
                    <a:pt x="1223158" y="1119500"/>
                    <a:pt x="1230361" y="1119788"/>
                  </a:cubicBezTo>
                  <a:close/>
                  <a:moveTo>
                    <a:pt x="1289430" y="1099906"/>
                  </a:moveTo>
                  <a:cubicBezTo>
                    <a:pt x="1283091" y="1105381"/>
                    <a:pt x="1274735" y="1106533"/>
                    <a:pt x="1266955" y="1108262"/>
                  </a:cubicBezTo>
                  <a:cubicBezTo>
                    <a:pt x="1273294" y="1101635"/>
                    <a:pt x="1281938" y="1102211"/>
                    <a:pt x="1289430" y="1099906"/>
                  </a:cubicBezTo>
                  <a:close/>
                  <a:moveTo>
                    <a:pt x="4643637" y="1074262"/>
                  </a:moveTo>
                  <a:cubicBezTo>
                    <a:pt x="4639315" y="1076279"/>
                    <a:pt x="4635281" y="1078584"/>
                    <a:pt x="4630959" y="1080889"/>
                  </a:cubicBezTo>
                  <a:cubicBezTo>
                    <a:pt x="4636722" y="1081753"/>
                    <a:pt x="4639891" y="1077431"/>
                    <a:pt x="4643637" y="1074262"/>
                  </a:cubicBezTo>
                  <a:close/>
                  <a:moveTo>
                    <a:pt x="4667553" y="1062160"/>
                  </a:moveTo>
                  <a:lnTo>
                    <a:pt x="4657519" y="1066913"/>
                  </a:lnTo>
                  <a:lnTo>
                    <a:pt x="4656315" y="1067346"/>
                  </a:lnTo>
                  <a:cubicBezTo>
                    <a:pt x="4656315" y="1067346"/>
                    <a:pt x="4656315" y="1067346"/>
                    <a:pt x="4656604" y="1067346"/>
                  </a:cubicBezTo>
                  <a:lnTo>
                    <a:pt x="4657519" y="1066913"/>
                  </a:lnTo>
                  <a:lnTo>
                    <a:pt x="4663519" y="1064753"/>
                  </a:lnTo>
                  <a:cubicBezTo>
                    <a:pt x="4665536" y="1064177"/>
                    <a:pt x="4666688" y="1063312"/>
                    <a:pt x="4667553" y="1062160"/>
                  </a:cubicBezTo>
                  <a:close/>
                  <a:moveTo>
                    <a:pt x="1678126" y="983210"/>
                  </a:moveTo>
                  <a:cubicBezTo>
                    <a:pt x="1676686" y="988108"/>
                    <a:pt x="1675245" y="991854"/>
                    <a:pt x="1670347" y="992719"/>
                  </a:cubicBezTo>
                  <a:cubicBezTo>
                    <a:pt x="1669771" y="992719"/>
                    <a:pt x="1668618" y="990990"/>
                    <a:pt x="1668618" y="990413"/>
                  </a:cubicBezTo>
                  <a:cubicBezTo>
                    <a:pt x="1668906" y="984939"/>
                    <a:pt x="1672364" y="983498"/>
                    <a:pt x="1678126" y="983210"/>
                  </a:cubicBezTo>
                  <a:close/>
                  <a:moveTo>
                    <a:pt x="1764568" y="931346"/>
                  </a:moveTo>
                  <a:cubicBezTo>
                    <a:pt x="1762839" y="933939"/>
                    <a:pt x="1760822" y="934803"/>
                    <a:pt x="1758517" y="934515"/>
                  </a:cubicBezTo>
                  <a:cubicBezTo>
                    <a:pt x="1758229" y="934515"/>
                    <a:pt x="1757653" y="933075"/>
                    <a:pt x="1757653" y="932786"/>
                  </a:cubicBezTo>
                  <a:cubicBezTo>
                    <a:pt x="1759094" y="930193"/>
                    <a:pt x="1761399" y="930481"/>
                    <a:pt x="1764568" y="931346"/>
                  </a:cubicBezTo>
                  <a:close/>
                  <a:moveTo>
                    <a:pt x="2152400" y="861040"/>
                  </a:moveTo>
                  <a:cubicBezTo>
                    <a:pt x="2147790" y="868532"/>
                    <a:pt x="2141739" y="867955"/>
                    <a:pt x="2134824" y="869972"/>
                  </a:cubicBezTo>
                  <a:cubicBezTo>
                    <a:pt x="2139722" y="862769"/>
                    <a:pt x="2145197" y="862769"/>
                    <a:pt x="2152400" y="861040"/>
                  </a:cubicBezTo>
                  <a:close/>
                  <a:moveTo>
                    <a:pt x="2153842" y="843464"/>
                  </a:moveTo>
                  <a:cubicBezTo>
                    <a:pt x="2144621" y="854989"/>
                    <a:pt x="2129350" y="850667"/>
                    <a:pt x="2116384" y="858735"/>
                  </a:cubicBezTo>
                  <a:cubicBezTo>
                    <a:pt x="2119553" y="851532"/>
                    <a:pt x="2125028" y="852973"/>
                    <a:pt x="2127909" y="850379"/>
                  </a:cubicBezTo>
                  <a:cubicBezTo>
                    <a:pt x="2131943" y="849515"/>
                    <a:pt x="2136265" y="848939"/>
                    <a:pt x="2139723" y="845769"/>
                  </a:cubicBezTo>
                  <a:cubicBezTo>
                    <a:pt x="2144333" y="845193"/>
                    <a:pt x="2149232" y="844328"/>
                    <a:pt x="2153842" y="843464"/>
                  </a:cubicBezTo>
                  <a:close/>
                  <a:moveTo>
                    <a:pt x="2250944" y="834244"/>
                  </a:moveTo>
                  <a:cubicBezTo>
                    <a:pt x="2244029" y="838854"/>
                    <a:pt x="2236537" y="842600"/>
                    <a:pt x="2225876" y="841159"/>
                  </a:cubicBezTo>
                  <a:cubicBezTo>
                    <a:pt x="2234520" y="835397"/>
                    <a:pt x="2242588" y="834532"/>
                    <a:pt x="2250944" y="834244"/>
                  </a:cubicBezTo>
                  <a:close/>
                  <a:moveTo>
                    <a:pt x="2186978" y="829345"/>
                  </a:moveTo>
                  <a:cubicBezTo>
                    <a:pt x="2187554" y="830786"/>
                    <a:pt x="2188706" y="832226"/>
                    <a:pt x="2188418" y="832515"/>
                  </a:cubicBezTo>
                  <a:cubicBezTo>
                    <a:pt x="2187842" y="833667"/>
                    <a:pt x="2186401" y="835108"/>
                    <a:pt x="2185249" y="835396"/>
                  </a:cubicBezTo>
                  <a:cubicBezTo>
                    <a:pt x="2183232" y="835972"/>
                    <a:pt x="2182656" y="834243"/>
                    <a:pt x="2183232" y="832515"/>
                  </a:cubicBezTo>
                  <a:cubicBezTo>
                    <a:pt x="2183808" y="831362"/>
                    <a:pt x="2185249" y="830786"/>
                    <a:pt x="2186978" y="829345"/>
                  </a:cubicBezTo>
                  <a:close/>
                  <a:moveTo>
                    <a:pt x="2260740" y="827328"/>
                  </a:moveTo>
                  <a:cubicBezTo>
                    <a:pt x="2260740" y="835108"/>
                    <a:pt x="2255842" y="834243"/>
                    <a:pt x="2251520" y="833955"/>
                  </a:cubicBezTo>
                  <a:cubicBezTo>
                    <a:pt x="2252961" y="829921"/>
                    <a:pt x="2256418" y="828769"/>
                    <a:pt x="2260740" y="827328"/>
                  </a:cubicBezTo>
                  <a:close/>
                  <a:moveTo>
                    <a:pt x="2237402" y="819836"/>
                  </a:moveTo>
                  <a:cubicBezTo>
                    <a:pt x="2241435" y="821277"/>
                    <a:pt x="2247486" y="821853"/>
                    <a:pt x="2244605" y="829057"/>
                  </a:cubicBezTo>
                  <a:cubicBezTo>
                    <a:pt x="2239130" y="830785"/>
                    <a:pt x="2233656" y="832514"/>
                    <a:pt x="2228181" y="834243"/>
                  </a:cubicBezTo>
                  <a:cubicBezTo>
                    <a:pt x="2223571" y="836836"/>
                    <a:pt x="2218673" y="838565"/>
                    <a:pt x="2213486" y="838565"/>
                  </a:cubicBezTo>
                  <a:cubicBezTo>
                    <a:pt x="2202537" y="842887"/>
                    <a:pt x="2191876" y="846921"/>
                    <a:pt x="2181215" y="851243"/>
                  </a:cubicBezTo>
                  <a:cubicBezTo>
                    <a:pt x="2178045" y="852684"/>
                    <a:pt x="2174299" y="852396"/>
                    <a:pt x="2172859" y="849802"/>
                  </a:cubicBezTo>
                  <a:cubicBezTo>
                    <a:pt x="2170842" y="846345"/>
                    <a:pt x="2175164" y="844904"/>
                    <a:pt x="2177469" y="843175"/>
                  </a:cubicBezTo>
                  <a:cubicBezTo>
                    <a:pt x="2169401" y="837124"/>
                    <a:pt x="2161910" y="846345"/>
                    <a:pt x="2154418" y="843175"/>
                  </a:cubicBezTo>
                  <a:cubicBezTo>
                    <a:pt x="2160181" y="838853"/>
                    <a:pt x="2167960" y="839429"/>
                    <a:pt x="2174299" y="835107"/>
                  </a:cubicBezTo>
                  <a:cubicBezTo>
                    <a:pt x="2180638" y="830785"/>
                    <a:pt x="2179774" y="839718"/>
                    <a:pt x="2182943" y="841158"/>
                  </a:cubicBezTo>
                  <a:cubicBezTo>
                    <a:pt x="2189859" y="839429"/>
                    <a:pt x="2197062" y="837701"/>
                    <a:pt x="2203977" y="835972"/>
                  </a:cubicBezTo>
                  <a:cubicBezTo>
                    <a:pt x="2211469" y="829345"/>
                    <a:pt x="2199655" y="832802"/>
                    <a:pt x="2201384" y="827904"/>
                  </a:cubicBezTo>
                  <a:cubicBezTo>
                    <a:pt x="2212334" y="823870"/>
                    <a:pt x="2222995" y="814938"/>
                    <a:pt x="2237402" y="819836"/>
                  </a:cubicBezTo>
                  <a:close/>
                  <a:moveTo>
                    <a:pt x="2242480" y="790159"/>
                  </a:moveTo>
                  <a:cubicBezTo>
                    <a:pt x="2243740" y="789438"/>
                    <a:pt x="2245037" y="789438"/>
                    <a:pt x="2246334" y="791887"/>
                  </a:cubicBezTo>
                  <a:cubicBezTo>
                    <a:pt x="2248062" y="795057"/>
                    <a:pt x="2250368" y="798803"/>
                    <a:pt x="2246334" y="802548"/>
                  </a:cubicBezTo>
                  <a:cubicBezTo>
                    <a:pt x="2243740" y="804854"/>
                    <a:pt x="2239706" y="805718"/>
                    <a:pt x="2239706" y="810328"/>
                  </a:cubicBezTo>
                  <a:cubicBezTo>
                    <a:pt x="2238266" y="813210"/>
                    <a:pt x="2235961" y="816091"/>
                    <a:pt x="2232791" y="814362"/>
                  </a:cubicBezTo>
                  <a:cubicBezTo>
                    <a:pt x="2230486" y="813210"/>
                    <a:pt x="2234520" y="812057"/>
                    <a:pt x="2234808" y="810328"/>
                  </a:cubicBezTo>
                  <a:cubicBezTo>
                    <a:pt x="2226164" y="808887"/>
                    <a:pt x="2220113" y="815515"/>
                    <a:pt x="2212621" y="818396"/>
                  </a:cubicBezTo>
                  <a:cubicBezTo>
                    <a:pt x="2210028" y="819260"/>
                    <a:pt x="2208588" y="822430"/>
                    <a:pt x="2205418" y="820701"/>
                  </a:cubicBezTo>
                  <a:cubicBezTo>
                    <a:pt x="2216943" y="811769"/>
                    <a:pt x="2225011" y="798803"/>
                    <a:pt x="2238842" y="792752"/>
                  </a:cubicBezTo>
                  <a:cubicBezTo>
                    <a:pt x="2239995" y="792320"/>
                    <a:pt x="2241219" y="790879"/>
                    <a:pt x="2242480" y="790159"/>
                  </a:cubicBezTo>
                  <a:close/>
                  <a:moveTo>
                    <a:pt x="2288113" y="782667"/>
                  </a:moveTo>
                  <a:cubicBezTo>
                    <a:pt x="2282927" y="789582"/>
                    <a:pt x="2278893" y="792752"/>
                    <a:pt x="2270537" y="786989"/>
                  </a:cubicBezTo>
                  <a:cubicBezTo>
                    <a:pt x="2276876" y="785548"/>
                    <a:pt x="2281486" y="784396"/>
                    <a:pt x="2288113" y="782667"/>
                  </a:cubicBezTo>
                  <a:close/>
                  <a:moveTo>
                    <a:pt x="2337386" y="765955"/>
                  </a:moveTo>
                  <a:cubicBezTo>
                    <a:pt x="2325572" y="776040"/>
                    <a:pt x="2312029" y="781226"/>
                    <a:pt x="2296470" y="781514"/>
                  </a:cubicBezTo>
                  <a:cubicBezTo>
                    <a:pt x="2309436" y="774023"/>
                    <a:pt x="2322402" y="767108"/>
                    <a:pt x="2337386" y="765955"/>
                  </a:cubicBezTo>
                  <a:close/>
                  <a:moveTo>
                    <a:pt x="2362165" y="760192"/>
                  </a:moveTo>
                  <a:cubicBezTo>
                    <a:pt x="2359572" y="765667"/>
                    <a:pt x="2354962" y="765667"/>
                    <a:pt x="2349199" y="766819"/>
                  </a:cubicBezTo>
                  <a:cubicBezTo>
                    <a:pt x="2351504" y="758463"/>
                    <a:pt x="2357843" y="761633"/>
                    <a:pt x="2362165" y="760192"/>
                  </a:cubicBezTo>
                  <a:close/>
                  <a:moveTo>
                    <a:pt x="2407979" y="741752"/>
                  </a:moveTo>
                  <a:cubicBezTo>
                    <a:pt x="2409708" y="740599"/>
                    <a:pt x="2412877" y="740599"/>
                    <a:pt x="2414030" y="743192"/>
                  </a:cubicBezTo>
                  <a:cubicBezTo>
                    <a:pt x="2415183" y="746074"/>
                    <a:pt x="2412877" y="747514"/>
                    <a:pt x="2410572" y="748091"/>
                  </a:cubicBezTo>
                  <a:cubicBezTo>
                    <a:pt x="2397606" y="750972"/>
                    <a:pt x="2386081" y="758175"/>
                    <a:pt x="2372250" y="758175"/>
                  </a:cubicBezTo>
                  <a:cubicBezTo>
                    <a:pt x="2383199" y="750972"/>
                    <a:pt x="2397030" y="749243"/>
                    <a:pt x="2407979" y="741752"/>
                  </a:cubicBezTo>
                  <a:close/>
                  <a:moveTo>
                    <a:pt x="2437080" y="734368"/>
                  </a:moveTo>
                  <a:cubicBezTo>
                    <a:pt x="2438521" y="734548"/>
                    <a:pt x="2439818" y="735268"/>
                    <a:pt x="2440538" y="737429"/>
                  </a:cubicBezTo>
                  <a:cubicBezTo>
                    <a:pt x="2439097" y="741175"/>
                    <a:pt x="2435639" y="742615"/>
                    <a:pt x="2432182" y="742903"/>
                  </a:cubicBezTo>
                  <a:cubicBezTo>
                    <a:pt x="2428724" y="742903"/>
                    <a:pt x="2425843" y="740022"/>
                    <a:pt x="2426131" y="737141"/>
                  </a:cubicBezTo>
                  <a:cubicBezTo>
                    <a:pt x="2426131" y="733395"/>
                    <a:pt x="2430165" y="734548"/>
                    <a:pt x="2432758" y="734548"/>
                  </a:cubicBezTo>
                  <a:cubicBezTo>
                    <a:pt x="2434055" y="734548"/>
                    <a:pt x="2435639" y="734188"/>
                    <a:pt x="2437080" y="734368"/>
                  </a:cubicBezTo>
                  <a:close/>
                  <a:moveTo>
                    <a:pt x="2463446" y="726769"/>
                  </a:moveTo>
                  <a:cubicBezTo>
                    <a:pt x="2468272" y="726121"/>
                    <a:pt x="2473387" y="726193"/>
                    <a:pt x="2475115" y="727345"/>
                  </a:cubicBezTo>
                  <a:cubicBezTo>
                    <a:pt x="2471081" y="734548"/>
                    <a:pt x="2464166" y="731090"/>
                    <a:pt x="2458403" y="731955"/>
                  </a:cubicBezTo>
                  <a:cubicBezTo>
                    <a:pt x="2456386" y="731379"/>
                    <a:pt x="2452929" y="731955"/>
                    <a:pt x="2453505" y="730514"/>
                  </a:cubicBezTo>
                  <a:cubicBezTo>
                    <a:pt x="2454081" y="728785"/>
                    <a:pt x="2458619" y="727417"/>
                    <a:pt x="2463446" y="726769"/>
                  </a:cubicBezTo>
                  <a:close/>
                  <a:moveTo>
                    <a:pt x="2746540" y="646378"/>
                  </a:moveTo>
                  <a:cubicBezTo>
                    <a:pt x="2749422" y="656751"/>
                    <a:pt x="2755472" y="650412"/>
                    <a:pt x="2760659" y="648971"/>
                  </a:cubicBezTo>
                  <a:cubicBezTo>
                    <a:pt x="2762676" y="648395"/>
                    <a:pt x="2765845" y="644937"/>
                    <a:pt x="2767286" y="649548"/>
                  </a:cubicBezTo>
                  <a:cubicBezTo>
                    <a:pt x="2768151" y="652717"/>
                    <a:pt x="2764693" y="653005"/>
                    <a:pt x="2762676" y="653870"/>
                  </a:cubicBezTo>
                  <a:cubicBezTo>
                    <a:pt x="2756337" y="656463"/>
                    <a:pt x="2750574" y="660209"/>
                    <a:pt x="2743947" y="660209"/>
                  </a:cubicBezTo>
                  <a:cubicBezTo>
                    <a:pt x="2747981" y="656175"/>
                    <a:pt x="2745100" y="650700"/>
                    <a:pt x="2746540" y="646378"/>
                  </a:cubicBezTo>
                  <a:close/>
                  <a:moveTo>
                    <a:pt x="2757489" y="636869"/>
                  </a:moveTo>
                  <a:cubicBezTo>
                    <a:pt x="2756048" y="643208"/>
                    <a:pt x="2751150" y="643784"/>
                    <a:pt x="2745675" y="643784"/>
                  </a:cubicBezTo>
                  <a:cubicBezTo>
                    <a:pt x="2743658" y="643208"/>
                    <a:pt x="2743082" y="641479"/>
                    <a:pt x="2743082" y="639750"/>
                  </a:cubicBezTo>
                  <a:cubicBezTo>
                    <a:pt x="2747980" y="638886"/>
                    <a:pt x="2752590" y="637733"/>
                    <a:pt x="2757489" y="636869"/>
                  </a:cubicBezTo>
                  <a:close/>
                  <a:moveTo>
                    <a:pt x="2846236" y="622751"/>
                  </a:moveTo>
                  <a:cubicBezTo>
                    <a:pt x="2838744" y="631107"/>
                    <a:pt x="2830388" y="630819"/>
                    <a:pt x="2824049" y="633988"/>
                  </a:cubicBezTo>
                  <a:cubicBezTo>
                    <a:pt x="2824913" y="638310"/>
                    <a:pt x="2829235" y="644073"/>
                    <a:pt x="2819439" y="642921"/>
                  </a:cubicBezTo>
                  <a:cubicBezTo>
                    <a:pt x="2817710" y="642632"/>
                    <a:pt x="2815981" y="644361"/>
                    <a:pt x="2814252" y="645226"/>
                  </a:cubicBezTo>
                  <a:cubicBezTo>
                    <a:pt x="2807913" y="647819"/>
                    <a:pt x="2801574" y="649836"/>
                    <a:pt x="2798117" y="640904"/>
                  </a:cubicBezTo>
                  <a:cubicBezTo>
                    <a:pt x="2794371" y="641768"/>
                    <a:pt x="2790913" y="643497"/>
                    <a:pt x="2787744" y="646090"/>
                  </a:cubicBezTo>
                  <a:cubicBezTo>
                    <a:pt x="2785439" y="648107"/>
                    <a:pt x="2782557" y="649260"/>
                    <a:pt x="2780828" y="646090"/>
                  </a:cubicBezTo>
                  <a:cubicBezTo>
                    <a:pt x="2779100" y="642632"/>
                    <a:pt x="2782557" y="641768"/>
                    <a:pt x="2785150" y="640904"/>
                  </a:cubicBezTo>
                  <a:cubicBezTo>
                    <a:pt x="2787744" y="640039"/>
                    <a:pt x="2790337" y="639463"/>
                    <a:pt x="2792930" y="638887"/>
                  </a:cubicBezTo>
                  <a:cubicBezTo>
                    <a:pt x="2795523" y="636293"/>
                    <a:pt x="2798981" y="636582"/>
                    <a:pt x="2802151" y="636293"/>
                  </a:cubicBezTo>
                  <a:cubicBezTo>
                    <a:pt x="2815693" y="631395"/>
                    <a:pt x="2829235" y="626209"/>
                    <a:pt x="2846236" y="622751"/>
                  </a:cubicBezTo>
                  <a:close/>
                  <a:moveTo>
                    <a:pt x="2754896" y="618717"/>
                  </a:moveTo>
                  <a:cubicBezTo>
                    <a:pt x="2753167" y="625056"/>
                    <a:pt x="2749709" y="625344"/>
                    <a:pt x="2744811" y="623903"/>
                  </a:cubicBezTo>
                  <a:cubicBezTo>
                    <a:pt x="2746828" y="619005"/>
                    <a:pt x="2750862" y="620158"/>
                    <a:pt x="2754896" y="618717"/>
                  </a:cubicBezTo>
                  <a:close/>
                  <a:moveTo>
                    <a:pt x="2843354" y="598547"/>
                  </a:moveTo>
                  <a:cubicBezTo>
                    <a:pt x="2845947" y="598835"/>
                    <a:pt x="2848540" y="598835"/>
                    <a:pt x="2851998" y="599124"/>
                  </a:cubicBezTo>
                  <a:cubicBezTo>
                    <a:pt x="2848252" y="606039"/>
                    <a:pt x="2842489" y="607768"/>
                    <a:pt x="2836438" y="608344"/>
                  </a:cubicBezTo>
                  <a:cubicBezTo>
                    <a:pt x="2819438" y="619005"/>
                    <a:pt x="2799557" y="623039"/>
                    <a:pt x="2780828" y="629666"/>
                  </a:cubicBezTo>
                  <a:cubicBezTo>
                    <a:pt x="2775930" y="631683"/>
                    <a:pt x="2769879" y="631395"/>
                    <a:pt x="2766997" y="637446"/>
                  </a:cubicBezTo>
                  <a:cubicBezTo>
                    <a:pt x="2763540" y="644361"/>
                    <a:pt x="2760947" y="635141"/>
                    <a:pt x="2757777" y="636581"/>
                  </a:cubicBezTo>
                  <a:cubicBezTo>
                    <a:pt x="2758065" y="631107"/>
                    <a:pt x="2762675" y="631107"/>
                    <a:pt x="2766133" y="630242"/>
                  </a:cubicBezTo>
                  <a:cubicBezTo>
                    <a:pt x="2781692" y="626785"/>
                    <a:pt x="2794082" y="614971"/>
                    <a:pt x="2810794" y="614395"/>
                  </a:cubicBezTo>
                  <a:cubicBezTo>
                    <a:pt x="2817710" y="614107"/>
                    <a:pt x="2814540" y="605751"/>
                    <a:pt x="2820015" y="602869"/>
                  </a:cubicBezTo>
                  <a:cubicBezTo>
                    <a:pt x="2827794" y="599124"/>
                    <a:pt x="2835286" y="597971"/>
                    <a:pt x="2843354" y="598547"/>
                  </a:cubicBezTo>
                  <a:close/>
                  <a:moveTo>
                    <a:pt x="2912220" y="578954"/>
                  </a:moveTo>
                  <a:cubicBezTo>
                    <a:pt x="2905304" y="586157"/>
                    <a:pt x="2896372" y="586157"/>
                    <a:pt x="2888016" y="589327"/>
                  </a:cubicBezTo>
                  <a:cubicBezTo>
                    <a:pt x="2892338" y="582412"/>
                    <a:pt x="2895796" y="580971"/>
                    <a:pt x="2912220" y="578954"/>
                  </a:cubicBezTo>
                  <a:close/>
                  <a:moveTo>
                    <a:pt x="3107000" y="536886"/>
                  </a:moveTo>
                  <a:cubicBezTo>
                    <a:pt x="3108729" y="537174"/>
                    <a:pt x="3110746" y="536598"/>
                    <a:pt x="3111610" y="537462"/>
                  </a:cubicBezTo>
                  <a:cubicBezTo>
                    <a:pt x="3113915" y="539479"/>
                    <a:pt x="3111322" y="541208"/>
                    <a:pt x="3109881" y="541784"/>
                  </a:cubicBezTo>
                  <a:cubicBezTo>
                    <a:pt x="3104407" y="543513"/>
                    <a:pt x="3098644" y="544954"/>
                    <a:pt x="3092881" y="546394"/>
                  </a:cubicBezTo>
                  <a:cubicBezTo>
                    <a:pt x="3087695" y="549276"/>
                    <a:pt x="3081932" y="550716"/>
                    <a:pt x="3076169" y="551005"/>
                  </a:cubicBezTo>
                  <a:cubicBezTo>
                    <a:pt x="3051966" y="553310"/>
                    <a:pt x="3028338" y="559072"/>
                    <a:pt x="3004135" y="562530"/>
                  </a:cubicBezTo>
                  <a:cubicBezTo>
                    <a:pt x="3017965" y="553598"/>
                    <a:pt x="3034101" y="551581"/>
                    <a:pt x="3049372" y="546971"/>
                  </a:cubicBezTo>
                  <a:cubicBezTo>
                    <a:pt x="3055711" y="544954"/>
                    <a:pt x="3062051" y="542649"/>
                    <a:pt x="3068389" y="540920"/>
                  </a:cubicBezTo>
                  <a:cubicBezTo>
                    <a:pt x="3076169" y="538903"/>
                    <a:pt x="3083084" y="539191"/>
                    <a:pt x="3090288" y="541496"/>
                  </a:cubicBezTo>
                  <a:cubicBezTo>
                    <a:pt x="3094610" y="536021"/>
                    <a:pt x="3100949" y="536598"/>
                    <a:pt x="3107000" y="536886"/>
                  </a:cubicBezTo>
                  <a:close/>
                  <a:moveTo>
                    <a:pt x="3299188" y="472055"/>
                  </a:moveTo>
                  <a:cubicBezTo>
                    <a:pt x="3296883" y="478970"/>
                    <a:pt x="3291120" y="476377"/>
                    <a:pt x="3287086" y="477530"/>
                  </a:cubicBezTo>
                  <a:cubicBezTo>
                    <a:pt x="3289679" y="472919"/>
                    <a:pt x="3293713" y="472055"/>
                    <a:pt x="3299188" y="472055"/>
                  </a:cubicBezTo>
                  <a:close/>
                  <a:moveTo>
                    <a:pt x="3335493" y="466004"/>
                  </a:moveTo>
                  <a:cubicBezTo>
                    <a:pt x="3328001" y="475801"/>
                    <a:pt x="3319357" y="471479"/>
                    <a:pt x="3308696" y="473208"/>
                  </a:cubicBezTo>
                  <a:cubicBezTo>
                    <a:pt x="3317916" y="466580"/>
                    <a:pt x="3325120" y="464852"/>
                    <a:pt x="3335493" y="466004"/>
                  </a:cubicBezTo>
                  <a:close/>
                  <a:moveTo>
                    <a:pt x="3404070" y="454371"/>
                  </a:moveTo>
                  <a:cubicBezTo>
                    <a:pt x="3405510" y="453758"/>
                    <a:pt x="3406951" y="453614"/>
                    <a:pt x="3408392" y="455343"/>
                  </a:cubicBezTo>
                  <a:cubicBezTo>
                    <a:pt x="3409256" y="456495"/>
                    <a:pt x="3406663" y="458224"/>
                    <a:pt x="3404646" y="458800"/>
                  </a:cubicBezTo>
                  <a:cubicBezTo>
                    <a:pt x="3401476" y="460529"/>
                    <a:pt x="3397443" y="463122"/>
                    <a:pt x="3394849" y="459088"/>
                  </a:cubicBezTo>
                  <a:cubicBezTo>
                    <a:pt x="3393697" y="457648"/>
                    <a:pt x="3397154" y="455919"/>
                    <a:pt x="3399747" y="456207"/>
                  </a:cubicBezTo>
                  <a:cubicBezTo>
                    <a:pt x="3401188" y="456063"/>
                    <a:pt x="3402629" y="454983"/>
                    <a:pt x="3404070" y="454371"/>
                  </a:cubicBezTo>
                  <a:close/>
                  <a:moveTo>
                    <a:pt x="3372951" y="453902"/>
                  </a:moveTo>
                  <a:cubicBezTo>
                    <a:pt x="3376409" y="452749"/>
                    <a:pt x="3377850" y="454766"/>
                    <a:pt x="3378138" y="457936"/>
                  </a:cubicBezTo>
                  <a:cubicBezTo>
                    <a:pt x="3380443" y="458224"/>
                    <a:pt x="3382748" y="456783"/>
                    <a:pt x="3385053" y="459953"/>
                  </a:cubicBezTo>
                  <a:cubicBezTo>
                    <a:pt x="3380443" y="460817"/>
                    <a:pt x="3381307" y="471478"/>
                    <a:pt x="3373239" y="466003"/>
                  </a:cubicBezTo>
                  <a:cubicBezTo>
                    <a:pt x="3368341" y="465715"/>
                    <a:pt x="3363443" y="465427"/>
                    <a:pt x="3357968" y="465139"/>
                  </a:cubicBezTo>
                  <a:cubicBezTo>
                    <a:pt x="3360849" y="460529"/>
                    <a:pt x="3364883" y="460817"/>
                    <a:pt x="3369205" y="461105"/>
                  </a:cubicBezTo>
                  <a:cubicBezTo>
                    <a:pt x="3369782" y="460817"/>
                    <a:pt x="3370358" y="460529"/>
                    <a:pt x="3370934" y="460241"/>
                  </a:cubicBezTo>
                  <a:cubicBezTo>
                    <a:pt x="3369205" y="457359"/>
                    <a:pt x="3369493" y="455054"/>
                    <a:pt x="3372951" y="453902"/>
                  </a:cubicBezTo>
                  <a:close/>
                  <a:moveTo>
                    <a:pt x="3439511" y="448428"/>
                  </a:moveTo>
                  <a:cubicBezTo>
                    <a:pt x="3436629" y="454479"/>
                    <a:pt x="3431155" y="453614"/>
                    <a:pt x="3423663" y="455631"/>
                  </a:cubicBezTo>
                  <a:cubicBezTo>
                    <a:pt x="3429426" y="448716"/>
                    <a:pt x="3434612" y="449004"/>
                    <a:pt x="3439511" y="448428"/>
                  </a:cubicBezTo>
                  <a:close/>
                  <a:moveTo>
                    <a:pt x="3552173" y="412986"/>
                  </a:moveTo>
                  <a:cubicBezTo>
                    <a:pt x="3554478" y="413275"/>
                    <a:pt x="3554766" y="415003"/>
                    <a:pt x="3553901" y="416444"/>
                  </a:cubicBezTo>
                  <a:cubicBezTo>
                    <a:pt x="3552173" y="419325"/>
                    <a:pt x="3549579" y="418461"/>
                    <a:pt x="3546986" y="417597"/>
                  </a:cubicBezTo>
                  <a:cubicBezTo>
                    <a:pt x="3547562" y="414715"/>
                    <a:pt x="3549003" y="412698"/>
                    <a:pt x="3552173" y="412986"/>
                  </a:cubicBezTo>
                  <a:close/>
                  <a:moveTo>
                    <a:pt x="3591936" y="400597"/>
                  </a:moveTo>
                  <a:cubicBezTo>
                    <a:pt x="3593664" y="400597"/>
                    <a:pt x="3594817" y="401750"/>
                    <a:pt x="3594529" y="404055"/>
                  </a:cubicBezTo>
                  <a:cubicBezTo>
                    <a:pt x="3593952" y="406648"/>
                    <a:pt x="3591647" y="406936"/>
                    <a:pt x="3589342" y="407224"/>
                  </a:cubicBezTo>
                  <a:cubicBezTo>
                    <a:pt x="3587614" y="407224"/>
                    <a:pt x="3586173" y="406072"/>
                    <a:pt x="3586749" y="404343"/>
                  </a:cubicBezTo>
                  <a:cubicBezTo>
                    <a:pt x="3587614" y="402326"/>
                    <a:pt x="3589342" y="400597"/>
                    <a:pt x="3591936" y="400597"/>
                  </a:cubicBezTo>
                  <a:close/>
                  <a:moveTo>
                    <a:pt x="3635732" y="385902"/>
                  </a:moveTo>
                  <a:cubicBezTo>
                    <a:pt x="3636020" y="386766"/>
                    <a:pt x="3636885" y="388207"/>
                    <a:pt x="3636597" y="388495"/>
                  </a:cubicBezTo>
                  <a:cubicBezTo>
                    <a:pt x="3635732" y="389648"/>
                    <a:pt x="3634579" y="390512"/>
                    <a:pt x="3633715" y="391088"/>
                  </a:cubicBezTo>
                  <a:cubicBezTo>
                    <a:pt x="3631698" y="390800"/>
                    <a:pt x="3631410" y="389648"/>
                    <a:pt x="3632275" y="388783"/>
                  </a:cubicBezTo>
                  <a:cubicBezTo>
                    <a:pt x="3633139" y="387919"/>
                    <a:pt x="3634579" y="387055"/>
                    <a:pt x="3635732" y="385902"/>
                  </a:cubicBezTo>
                  <a:close/>
                  <a:moveTo>
                    <a:pt x="3645529" y="375817"/>
                  </a:moveTo>
                  <a:cubicBezTo>
                    <a:pt x="3643512" y="379275"/>
                    <a:pt x="3640919" y="380715"/>
                    <a:pt x="3637173" y="379563"/>
                  </a:cubicBezTo>
                  <a:cubicBezTo>
                    <a:pt x="3634580" y="383597"/>
                    <a:pt x="3630546" y="382732"/>
                    <a:pt x="3626800" y="381868"/>
                  </a:cubicBezTo>
                  <a:cubicBezTo>
                    <a:pt x="3628817" y="376105"/>
                    <a:pt x="3634292" y="380139"/>
                    <a:pt x="3637461" y="377834"/>
                  </a:cubicBezTo>
                  <a:cubicBezTo>
                    <a:pt x="3639478" y="375241"/>
                    <a:pt x="3642071" y="374088"/>
                    <a:pt x="3645529" y="375817"/>
                  </a:cubicBezTo>
                  <a:close/>
                  <a:moveTo>
                    <a:pt x="3624494" y="368325"/>
                  </a:moveTo>
                  <a:cubicBezTo>
                    <a:pt x="3625935" y="368325"/>
                    <a:pt x="3626800" y="369478"/>
                    <a:pt x="3625935" y="370630"/>
                  </a:cubicBezTo>
                  <a:cubicBezTo>
                    <a:pt x="3625359" y="371495"/>
                    <a:pt x="3623918" y="371783"/>
                    <a:pt x="3623342" y="372359"/>
                  </a:cubicBezTo>
                  <a:cubicBezTo>
                    <a:pt x="3621613" y="371783"/>
                    <a:pt x="3620749" y="370918"/>
                    <a:pt x="3621613" y="369766"/>
                  </a:cubicBezTo>
                  <a:cubicBezTo>
                    <a:pt x="3622190" y="368901"/>
                    <a:pt x="3623630" y="368325"/>
                    <a:pt x="3624494" y="368325"/>
                  </a:cubicBezTo>
                  <a:close/>
                  <a:moveTo>
                    <a:pt x="3680969" y="367173"/>
                  </a:moveTo>
                  <a:cubicBezTo>
                    <a:pt x="3682698" y="366885"/>
                    <a:pt x="3683850" y="367461"/>
                    <a:pt x="3684427" y="369190"/>
                  </a:cubicBezTo>
                  <a:cubicBezTo>
                    <a:pt x="3684139" y="371207"/>
                    <a:pt x="3682410" y="371495"/>
                    <a:pt x="3680969" y="371495"/>
                  </a:cubicBezTo>
                  <a:cubicBezTo>
                    <a:pt x="3679240" y="371783"/>
                    <a:pt x="3677800" y="371207"/>
                    <a:pt x="3678376" y="369190"/>
                  </a:cubicBezTo>
                  <a:cubicBezTo>
                    <a:pt x="3678664" y="368325"/>
                    <a:pt x="3679817" y="367461"/>
                    <a:pt x="3680969" y="367173"/>
                  </a:cubicBezTo>
                  <a:close/>
                  <a:moveTo>
                    <a:pt x="3736868" y="357952"/>
                  </a:moveTo>
                  <a:cubicBezTo>
                    <a:pt x="3739750" y="357952"/>
                    <a:pt x="3742343" y="362850"/>
                    <a:pt x="3740038" y="362562"/>
                  </a:cubicBezTo>
                  <a:cubicBezTo>
                    <a:pt x="3733411" y="361986"/>
                    <a:pt x="3727072" y="371206"/>
                    <a:pt x="3720445" y="363138"/>
                  </a:cubicBezTo>
                  <a:cubicBezTo>
                    <a:pt x="3717563" y="363715"/>
                    <a:pt x="3714682" y="364291"/>
                    <a:pt x="3710648" y="365155"/>
                  </a:cubicBezTo>
                  <a:cubicBezTo>
                    <a:pt x="3713529" y="359969"/>
                    <a:pt x="3716699" y="358816"/>
                    <a:pt x="3720733" y="358528"/>
                  </a:cubicBezTo>
                  <a:cubicBezTo>
                    <a:pt x="3726207" y="358240"/>
                    <a:pt x="3731394" y="357952"/>
                    <a:pt x="3736868" y="357952"/>
                  </a:cubicBezTo>
                  <a:close/>
                  <a:moveTo>
                    <a:pt x="3687885" y="347291"/>
                  </a:moveTo>
                  <a:cubicBezTo>
                    <a:pt x="3689038" y="350749"/>
                    <a:pt x="3684716" y="350460"/>
                    <a:pt x="3682410" y="351037"/>
                  </a:cubicBezTo>
                  <a:cubicBezTo>
                    <a:pt x="3680970" y="353342"/>
                    <a:pt x="3678377" y="355071"/>
                    <a:pt x="3676936" y="352189"/>
                  </a:cubicBezTo>
                  <a:cubicBezTo>
                    <a:pt x="3676072" y="349596"/>
                    <a:pt x="3679817" y="349020"/>
                    <a:pt x="3682122" y="348732"/>
                  </a:cubicBezTo>
                  <a:cubicBezTo>
                    <a:pt x="3683851" y="347291"/>
                    <a:pt x="3687021" y="344986"/>
                    <a:pt x="3687885" y="347291"/>
                  </a:cubicBezTo>
                  <a:close/>
                  <a:moveTo>
                    <a:pt x="3766258" y="343834"/>
                  </a:moveTo>
                  <a:cubicBezTo>
                    <a:pt x="3763953" y="348732"/>
                    <a:pt x="3760496" y="349597"/>
                    <a:pt x="3755597" y="351614"/>
                  </a:cubicBezTo>
                  <a:cubicBezTo>
                    <a:pt x="3757614" y="344987"/>
                    <a:pt x="3760784" y="343834"/>
                    <a:pt x="3766258" y="343834"/>
                  </a:cubicBezTo>
                  <a:close/>
                  <a:moveTo>
                    <a:pt x="3772885" y="324528"/>
                  </a:moveTo>
                  <a:cubicBezTo>
                    <a:pt x="3771156" y="328850"/>
                    <a:pt x="3768275" y="329138"/>
                    <a:pt x="3765682" y="329714"/>
                  </a:cubicBezTo>
                  <a:cubicBezTo>
                    <a:pt x="3755597" y="332884"/>
                    <a:pt x="3745800" y="335765"/>
                    <a:pt x="3736004" y="338935"/>
                  </a:cubicBezTo>
                  <a:cubicBezTo>
                    <a:pt x="3735427" y="337782"/>
                    <a:pt x="3735139" y="336918"/>
                    <a:pt x="3734851" y="335765"/>
                  </a:cubicBezTo>
                  <a:cubicBezTo>
                    <a:pt x="3743495" y="331155"/>
                    <a:pt x="3752715" y="328850"/>
                    <a:pt x="3762512" y="327121"/>
                  </a:cubicBezTo>
                  <a:cubicBezTo>
                    <a:pt x="3765105" y="323952"/>
                    <a:pt x="3768851" y="325392"/>
                    <a:pt x="3772885" y="324528"/>
                  </a:cubicBezTo>
                  <a:close/>
                  <a:moveTo>
                    <a:pt x="3858174" y="316749"/>
                  </a:moveTo>
                  <a:cubicBezTo>
                    <a:pt x="3854717" y="320783"/>
                    <a:pt x="3852411" y="324241"/>
                    <a:pt x="3846937" y="321359"/>
                  </a:cubicBezTo>
                  <a:cubicBezTo>
                    <a:pt x="3849530" y="317037"/>
                    <a:pt x="3852988" y="317037"/>
                    <a:pt x="3858174" y="316749"/>
                  </a:cubicBezTo>
                  <a:close/>
                  <a:moveTo>
                    <a:pt x="3795721" y="314948"/>
                  </a:moveTo>
                  <a:cubicBezTo>
                    <a:pt x="3797161" y="314444"/>
                    <a:pt x="3798674" y="314732"/>
                    <a:pt x="3800259" y="316461"/>
                  </a:cubicBezTo>
                  <a:cubicBezTo>
                    <a:pt x="3802276" y="318766"/>
                    <a:pt x="3800259" y="320495"/>
                    <a:pt x="3797377" y="321071"/>
                  </a:cubicBezTo>
                  <a:cubicBezTo>
                    <a:pt x="3791903" y="322224"/>
                    <a:pt x="3786428" y="323376"/>
                    <a:pt x="3779801" y="324817"/>
                  </a:cubicBezTo>
                  <a:cubicBezTo>
                    <a:pt x="3782970" y="318766"/>
                    <a:pt x="3788157" y="320495"/>
                    <a:pt x="3791615" y="318190"/>
                  </a:cubicBezTo>
                  <a:cubicBezTo>
                    <a:pt x="3792912" y="316749"/>
                    <a:pt x="3794280" y="315452"/>
                    <a:pt x="3795721" y="314948"/>
                  </a:cubicBezTo>
                  <a:close/>
                  <a:moveTo>
                    <a:pt x="3856157" y="300325"/>
                  </a:moveTo>
                  <a:cubicBezTo>
                    <a:pt x="3859038" y="300325"/>
                    <a:pt x="3863649" y="300037"/>
                    <a:pt x="3862496" y="304935"/>
                  </a:cubicBezTo>
                  <a:cubicBezTo>
                    <a:pt x="3861632" y="308969"/>
                    <a:pt x="3856445" y="311274"/>
                    <a:pt x="3854428" y="309546"/>
                  </a:cubicBezTo>
                  <a:cubicBezTo>
                    <a:pt x="3846360" y="302918"/>
                    <a:pt x="3840598" y="307529"/>
                    <a:pt x="3834547" y="311851"/>
                  </a:cubicBezTo>
                  <a:cubicBezTo>
                    <a:pt x="3830801" y="314732"/>
                    <a:pt x="3827343" y="313003"/>
                    <a:pt x="3820428" y="311563"/>
                  </a:cubicBezTo>
                  <a:cubicBezTo>
                    <a:pt x="3832530" y="302054"/>
                    <a:pt x="3844055" y="300613"/>
                    <a:pt x="3856157" y="300325"/>
                  </a:cubicBezTo>
                  <a:close/>
                  <a:moveTo>
                    <a:pt x="3913496" y="299461"/>
                  </a:moveTo>
                  <a:cubicBezTo>
                    <a:pt x="3914360" y="299173"/>
                    <a:pt x="3916665" y="299749"/>
                    <a:pt x="3917818" y="300614"/>
                  </a:cubicBezTo>
                  <a:cubicBezTo>
                    <a:pt x="3918971" y="301766"/>
                    <a:pt x="3918394" y="304071"/>
                    <a:pt x="3916954" y="304647"/>
                  </a:cubicBezTo>
                  <a:cubicBezTo>
                    <a:pt x="3910615" y="307241"/>
                    <a:pt x="3905716" y="313580"/>
                    <a:pt x="3897072" y="313003"/>
                  </a:cubicBezTo>
                  <a:cubicBezTo>
                    <a:pt x="3900530" y="304936"/>
                    <a:pt x="3907733" y="302919"/>
                    <a:pt x="3913496" y="299461"/>
                  </a:cubicBezTo>
                  <a:close/>
                  <a:moveTo>
                    <a:pt x="3801411" y="284766"/>
                  </a:moveTo>
                  <a:cubicBezTo>
                    <a:pt x="3802275" y="284766"/>
                    <a:pt x="3803427" y="285342"/>
                    <a:pt x="3805156" y="285630"/>
                  </a:cubicBezTo>
                  <a:cubicBezTo>
                    <a:pt x="3803427" y="287071"/>
                    <a:pt x="3802563" y="288224"/>
                    <a:pt x="3801122" y="289088"/>
                  </a:cubicBezTo>
                  <a:cubicBezTo>
                    <a:pt x="3799394" y="289952"/>
                    <a:pt x="3797953" y="289376"/>
                    <a:pt x="3797953" y="287359"/>
                  </a:cubicBezTo>
                  <a:cubicBezTo>
                    <a:pt x="3797953" y="285342"/>
                    <a:pt x="3799682" y="284766"/>
                    <a:pt x="3801411" y="284766"/>
                  </a:cubicBezTo>
                  <a:close/>
                  <a:moveTo>
                    <a:pt x="3986395" y="275545"/>
                  </a:moveTo>
                  <a:cubicBezTo>
                    <a:pt x="3986971" y="275545"/>
                    <a:pt x="3988124" y="277274"/>
                    <a:pt x="3987835" y="278138"/>
                  </a:cubicBezTo>
                  <a:cubicBezTo>
                    <a:pt x="3986683" y="283037"/>
                    <a:pt x="3982073" y="282460"/>
                    <a:pt x="3978615" y="283325"/>
                  </a:cubicBezTo>
                  <a:cubicBezTo>
                    <a:pt x="3973429" y="285918"/>
                    <a:pt x="3968818" y="289376"/>
                    <a:pt x="3961615" y="287359"/>
                  </a:cubicBezTo>
                  <a:cubicBezTo>
                    <a:pt x="3964784" y="281596"/>
                    <a:pt x="3970836" y="282460"/>
                    <a:pt x="3975158" y="280732"/>
                  </a:cubicBezTo>
                  <a:cubicBezTo>
                    <a:pt x="3975734" y="280155"/>
                    <a:pt x="3976310" y="279867"/>
                    <a:pt x="3976886" y="279291"/>
                  </a:cubicBezTo>
                  <a:cubicBezTo>
                    <a:pt x="3979480" y="276698"/>
                    <a:pt x="3982073" y="274681"/>
                    <a:pt x="3986395" y="275545"/>
                  </a:cubicBezTo>
                  <a:close/>
                  <a:moveTo>
                    <a:pt x="4044311" y="258545"/>
                  </a:moveTo>
                  <a:cubicBezTo>
                    <a:pt x="4044599" y="259409"/>
                    <a:pt x="4045176" y="260562"/>
                    <a:pt x="4045464" y="261715"/>
                  </a:cubicBezTo>
                  <a:cubicBezTo>
                    <a:pt x="4035667" y="269494"/>
                    <a:pt x="4023565" y="271799"/>
                    <a:pt x="4011176" y="273240"/>
                  </a:cubicBezTo>
                  <a:cubicBezTo>
                    <a:pt x="4010599" y="272087"/>
                    <a:pt x="4010311" y="270935"/>
                    <a:pt x="4010311" y="270070"/>
                  </a:cubicBezTo>
                  <a:cubicBezTo>
                    <a:pt x="4021548" y="266325"/>
                    <a:pt x="4033074" y="262291"/>
                    <a:pt x="4044311" y="258545"/>
                  </a:cubicBezTo>
                  <a:close/>
                  <a:moveTo>
                    <a:pt x="4112887" y="240105"/>
                  </a:moveTo>
                  <a:cubicBezTo>
                    <a:pt x="4114040" y="239528"/>
                    <a:pt x="4116057" y="239528"/>
                    <a:pt x="4116057" y="241545"/>
                  </a:cubicBezTo>
                  <a:cubicBezTo>
                    <a:pt x="4115769" y="242698"/>
                    <a:pt x="4114328" y="243562"/>
                    <a:pt x="4113175" y="245003"/>
                  </a:cubicBezTo>
                  <a:cubicBezTo>
                    <a:pt x="4111735" y="244138"/>
                    <a:pt x="4110871" y="243850"/>
                    <a:pt x="4110006" y="243274"/>
                  </a:cubicBezTo>
                  <a:cubicBezTo>
                    <a:pt x="4111159" y="242121"/>
                    <a:pt x="4111735" y="240681"/>
                    <a:pt x="4112887" y="240105"/>
                  </a:cubicBezTo>
                  <a:close/>
                  <a:moveTo>
                    <a:pt x="4032786" y="221087"/>
                  </a:moveTo>
                  <a:cubicBezTo>
                    <a:pt x="4034803" y="220799"/>
                    <a:pt x="4036243" y="221951"/>
                    <a:pt x="4037108" y="223968"/>
                  </a:cubicBezTo>
                  <a:cubicBezTo>
                    <a:pt x="4036531" y="227138"/>
                    <a:pt x="4034226" y="228290"/>
                    <a:pt x="4031633" y="229155"/>
                  </a:cubicBezTo>
                  <a:cubicBezTo>
                    <a:pt x="4029328" y="230019"/>
                    <a:pt x="4027311" y="229155"/>
                    <a:pt x="4027023" y="226850"/>
                  </a:cubicBezTo>
                  <a:cubicBezTo>
                    <a:pt x="4026735" y="223104"/>
                    <a:pt x="4029616" y="221663"/>
                    <a:pt x="4032786" y="221087"/>
                  </a:cubicBezTo>
                  <a:close/>
                  <a:moveTo>
                    <a:pt x="4146600" y="215613"/>
                  </a:moveTo>
                  <a:cubicBezTo>
                    <a:pt x="4145448" y="219359"/>
                    <a:pt x="4143719" y="222240"/>
                    <a:pt x="4141702" y="221664"/>
                  </a:cubicBezTo>
                  <a:cubicBezTo>
                    <a:pt x="4137091" y="220511"/>
                    <a:pt x="4140837" y="218494"/>
                    <a:pt x="4142278" y="217342"/>
                  </a:cubicBezTo>
                  <a:cubicBezTo>
                    <a:pt x="4142854" y="216766"/>
                    <a:pt x="4144295" y="216477"/>
                    <a:pt x="4146600" y="215613"/>
                  </a:cubicBezTo>
                  <a:close/>
                  <a:moveTo>
                    <a:pt x="4121532" y="210138"/>
                  </a:moveTo>
                  <a:cubicBezTo>
                    <a:pt x="4126142" y="212443"/>
                    <a:pt x="4122108" y="216189"/>
                    <a:pt x="4121532" y="219359"/>
                  </a:cubicBezTo>
                  <a:cubicBezTo>
                    <a:pt x="4119803" y="227426"/>
                    <a:pt x="4114329" y="230884"/>
                    <a:pt x="4107125" y="233189"/>
                  </a:cubicBezTo>
                  <a:cubicBezTo>
                    <a:pt x="4087820" y="238952"/>
                    <a:pt x="4068803" y="246155"/>
                    <a:pt x="4049210" y="250766"/>
                  </a:cubicBezTo>
                  <a:cubicBezTo>
                    <a:pt x="4032497" y="254799"/>
                    <a:pt x="4015498" y="259986"/>
                    <a:pt x="3998786" y="262867"/>
                  </a:cubicBezTo>
                  <a:cubicBezTo>
                    <a:pt x="3961616" y="268918"/>
                    <a:pt x="3928480" y="286783"/>
                    <a:pt x="3891887" y="293698"/>
                  </a:cubicBezTo>
                  <a:cubicBezTo>
                    <a:pt x="3888717" y="294274"/>
                    <a:pt x="3885836" y="295139"/>
                    <a:pt x="3882666" y="293410"/>
                  </a:cubicBezTo>
                  <a:cubicBezTo>
                    <a:pt x="3893039" y="290240"/>
                    <a:pt x="3901107" y="283325"/>
                    <a:pt x="3912344" y="281020"/>
                  </a:cubicBezTo>
                  <a:cubicBezTo>
                    <a:pt x="3925310" y="278139"/>
                    <a:pt x="3938853" y="274105"/>
                    <a:pt x="3950955" y="267766"/>
                  </a:cubicBezTo>
                  <a:cubicBezTo>
                    <a:pt x="3967667" y="259121"/>
                    <a:pt x="3984091" y="252206"/>
                    <a:pt x="4003396" y="253071"/>
                  </a:cubicBezTo>
                  <a:cubicBezTo>
                    <a:pt x="4007718" y="253359"/>
                    <a:pt x="4011464" y="250766"/>
                    <a:pt x="4015209" y="248460"/>
                  </a:cubicBezTo>
                  <a:cubicBezTo>
                    <a:pt x="4027023" y="241257"/>
                    <a:pt x="4038549" y="232325"/>
                    <a:pt x="4054108" y="237511"/>
                  </a:cubicBezTo>
                  <a:cubicBezTo>
                    <a:pt x="4056413" y="238376"/>
                    <a:pt x="4060159" y="236647"/>
                    <a:pt x="4063040" y="235206"/>
                  </a:cubicBezTo>
                  <a:cubicBezTo>
                    <a:pt x="4078888" y="227138"/>
                    <a:pt x="4098193" y="225409"/>
                    <a:pt x="4110871" y="211291"/>
                  </a:cubicBezTo>
                  <a:cubicBezTo>
                    <a:pt x="4114040" y="207545"/>
                    <a:pt x="4118363" y="208409"/>
                    <a:pt x="4121532" y="210138"/>
                  </a:cubicBezTo>
                  <a:close/>
                  <a:moveTo>
                    <a:pt x="4164464" y="202646"/>
                  </a:moveTo>
                  <a:cubicBezTo>
                    <a:pt x="4167922" y="202934"/>
                    <a:pt x="4170515" y="204663"/>
                    <a:pt x="4171667" y="208121"/>
                  </a:cubicBezTo>
                  <a:cubicBezTo>
                    <a:pt x="4169939" y="211866"/>
                    <a:pt x="4166193" y="212443"/>
                    <a:pt x="4163023" y="213019"/>
                  </a:cubicBezTo>
                  <a:cubicBezTo>
                    <a:pt x="4159566" y="213595"/>
                    <a:pt x="4159854" y="210426"/>
                    <a:pt x="4159854" y="207832"/>
                  </a:cubicBezTo>
                  <a:cubicBezTo>
                    <a:pt x="4159854" y="204951"/>
                    <a:pt x="4161006" y="202358"/>
                    <a:pt x="4164464" y="202646"/>
                  </a:cubicBezTo>
                  <a:close/>
                  <a:moveTo>
                    <a:pt x="4214312" y="191985"/>
                  </a:moveTo>
                  <a:cubicBezTo>
                    <a:pt x="4203651" y="202646"/>
                    <a:pt x="4192702" y="205239"/>
                    <a:pt x="4180888" y="205527"/>
                  </a:cubicBezTo>
                  <a:cubicBezTo>
                    <a:pt x="4191837" y="202070"/>
                    <a:pt x="4199617" y="191697"/>
                    <a:pt x="4214312" y="191985"/>
                  </a:cubicBezTo>
                  <a:close/>
                  <a:moveTo>
                    <a:pt x="4103667" y="189392"/>
                  </a:moveTo>
                  <a:cubicBezTo>
                    <a:pt x="4104820" y="190545"/>
                    <a:pt x="4106261" y="191121"/>
                    <a:pt x="4106261" y="191697"/>
                  </a:cubicBezTo>
                  <a:cubicBezTo>
                    <a:pt x="4106261" y="194002"/>
                    <a:pt x="4104820" y="195443"/>
                    <a:pt x="4102803" y="195731"/>
                  </a:cubicBezTo>
                  <a:cubicBezTo>
                    <a:pt x="4101074" y="196019"/>
                    <a:pt x="4099057" y="194867"/>
                    <a:pt x="4099633" y="193426"/>
                  </a:cubicBezTo>
                  <a:cubicBezTo>
                    <a:pt x="4100210" y="191697"/>
                    <a:pt x="4102227" y="190833"/>
                    <a:pt x="4103667" y="189392"/>
                  </a:cubicBezTo>
                  <a:close/>
                  <a:moveTo>
                    <a:pt x="4231311" y="182765"/>
                  </a:moveTo>
                  <a:cubicBezTo>
                    <a:pt x="4229871" y="187663"/>
                    <a:pt x="4228430" y="191409"/>
                    <a:pt x="4223532" y="192274"/>
                  </a:cubicBezTo>
                  <a:cubicBezTo>
                    <a:pt x="4222956" y="192274"/>
                    <a:pt x="4221803" y="190545"/>
                    <a:pt x="4221803" y="189968"/>
                  </a:cubicBezTo>
                  <a:cubicBezTo>
                    <a:pt x="4222091" y="184494"/>
                    <a:pt x="4225549" y="183053"/>
                    <a:pt x="4231311" y="182765"/>
                  </a:cubicBezTo>
                  <a:close/>
                  <a:moveTo>
                    <a:pt x="4324813" y="148693"/>
                  </a:moveTo>
                  <a:cubicBezTo>
                    <a:pt x="4325965" y="147757"/>
                    <a:pt x="4327262" y="147757"/>
                    <a:pt x="4328991" y="150206"/>
                  </a:cubicBezTo>
                  <a:cubicBezTo>
                    <a:pt x="4331872" y="154528"/>
                    <a:pt x="4329567" y="158273"/>
                    <a:pt x="4324093" y="159714"/>
                  </a:cubicBezTo>
                  <a:cubicBezTo>
                    <a:pt x="4322652" y="160002"/>
                    <a:pt x="4321499" y="161155"/>
                    <a:pt x="4320059" y="161731"/>
                  </a:cubicBezTo>
                  <a:cubicBezTo>
                    <a:pt x="4321499" y="163172"/>
                    <a:pt x="4323228" y="164324"/>
                    <a:pt x="4324669" y="165765"/>
                  </a:cubicBezTo>
                  <a:cubicBezTo>
                    <a:pt x="4326109" y="166629"/>
                    <a:pt x="4327838" y="167782"/>
                    <a:pt x="4329279" y="168646"/>
                  </a:cubicBezTo>
                  <a:cubicBezTo>
                    <a:pt x="4330143" y="166341"/>
                    <a:pt x="4332160" y="166341"/>
                    <a:pt x="4333889" y="165765"/>
                  </a:cubicBezTo>
                  <a:cubicBezTo>
                    <a:pt x="4335618" y="165189"/>
                    <a:pt x="4337347" y="164036"/>
                    <a:pt x="4339076" y="164036"/>
                  </a:cubicBezTo>
                  <a:cubicBezTo>
                    <a:pt x="4341093" y="163748"/>
                    <a:pt x="4344550" y="162884"/>
                    <a:pt x="4344838" y="165477"/>
                  </a:cubicBezTo>
                  <a:cubicBezTo>
                    <a:pt x="4345126" y="169511"/>
                    <a:pt x="4341381" y="168358"/>
                    <a:pt x="4338788" y="168646"/>
                  </a:cubicBezTo>
                  <a:cubicBezTo>
                    <a:pt x="4335906" y="169511"/>
                    <a:pt x="4332737" y="171816"/>
                    <a:pt x="4329279" y="170663"/>
                  </a:cubicBezTo>
                  <a:cubicBezTo>
                    <a:pt x="4309686" y="174697"/>
                    <a:pt x="4290957" y="181324"/>
                    <a:pt x="4271940" y="187375"/>
                  </a:cubicBezTo>
                  <a:cubicBezTo>
                    <a:pt x="4254363" y="192850"/>
                    <a:pt x="4237651" y="200053"/>
                    <a:pt x="4220363" y="206392"/>
                  </a:cubicBezTo>
                  <a:cubicBezTo>
                    <a:pt x="4211143" y="209850"/>
                    <a:pt x="4202498" y="216189"/>
                    <a:pt x="4192126" y="216477"/>
                  </a:cubicBezTo>
                  <a:cubicBezTo>
                    <a:pt x="4191261" y="216765"/>
                    <a:pt x="4190685" y="216765"/>
                    <a:pt x="4190397" y="216765"/>
                  </a:cubicBezTo>
                  <a:cubicBezTo>
                    <a:pt x="4183481" y="218782"/>
                    <a:pt x="4178295" y="225986"/>
                    <a:pt x="4169939" y="223104"/>
                  </a:cubicBezTo>
                  <a:cubicBezTo>
                    <a:pt x="4165617" y="221087"/>
                    <a:pt x="4162159" y="223393"/>
                    <a:pt x="4158702" y="225121"/>
                  </a:cubicBezTo>
                  <a:cubicBezTo>
                    <a:pt x="4156108" y="226274"/>
                    <a:pt x="4152651" y="228291"/>
                    <a:pt x="4151786" y="225986"/>
                  </a:cubicBezTo>
                  <a:cubicBezTo>
                    <a:pt x="4150346" y="222240"/>
                    <a:pt x="4153804" y="220511"/>
                    <a:pt x="4157261" y="219935"/>
                  </a:cubicBezTo>
                  <a:cubicBezTo>
                    <a:pt x="4158990" y="219647"/>
                    <a:pt x="4161007" y="219359"/>
                    <a:pt x="4163024" y="219070"/>
                  </a:cubicBezTo>
                  <a:cubicBezTo>
                    <a:pt x="4171092" y="214172"/>
                    <a:pt x="4180312" y="214748"/>
                    <a:pt x="4189244" y="214748"/>
                  </a:cubicBezTo>
                  <a:cubicBezTo>
                    <a:pt x="4204804" y="206392"/>
                    <a:pt x="4220075" y="198036"/>
                    <a:pt x="4236787" y="191986"/>
                  </a:cubicBezTo>
                  <a:cubicBezTo>
                    <a:pt x="4237363" y="191697"/>
                    <a:pt x="4237651" y="191697"/>
                    <a:pt x="4237940" y="191409"/>
                  </a:cubicBezTo>
                  <a:cubicBezTo>
                    <a:pt x="4243126" y="186223"/>
                    <a:pt x="4248889" y="183341"/>
                    <a:pt x="4256957" y="184782"/>
                  </a:cubicBezTo>
                  <a:cubicBezTo>
                    <a:pt x="4260414" y="185358"/>
                    <a:pt x="4266753" y="184206"/>
                    <a:pt x="4266177" y="175850"/>
                  </a:cubicBezTo>
                  <a:cubicBezTo>
                    <a:pt x="4265889" y="168935"/>
                    <a:pt x="4288076" y="161155"/>
                    <a:pt x="4295279" y="165765"/>
                  </a:cubicBezTo>
                  <a:cubicBezTo>
                    <a:pt x="4300754" y="169511"/>
                    <a:pt x="4304787" y="167782"/>
                    <a:pt x="4309686" y="166053"/>
                  </a:cubicBezTo>
                  <a:cubicBezTo>
                    <a:pt x="4304787" y="158273"/>
                    <a:pt x="4307093" y="154528"/>
                    <a:pt x="4316025" y="154240"/>
                  </a:cubicBezTo>
                  <a:cubicBezTo>
                    <a:pt x="4318042" y="154240"/>
                    <a:pt x="4320347" y="153951"/>
                    <a:pt x="4321499" y="152799"/>
                  </a:cubicBezTo>
                  <a:cubicBezTo>
                    <a:pt x="4322652" y="151503"/>
                    <a:pt x="4323661" y="149630"/>
                    <a:pt x="4324813" y="148693"/>
                  </a:cubicBezTo>
                  <a:close/>
                  <a:moveTo>
                    <a:pt x="4317753" y="130900"/>
                  </a:moveTo>
                  <a:cubicBezTo>
                    <a:pt x="4316024" y="133493"/>
                    <a:pt x="4314007" y="134357"/>
                    <a:pt x="4311702" y="134069"/>
                  </a:cubicBezTo>
                  <a:cubicBezTo>
                    <a:pt x="4311414" y="134069"/>
                    <a:pt x="4310838" y="132629"/>
                    <a:pt x="4310838" y="132340"/>
                  </a:cubicBezTo>
                  <a:cubicBezTo>
                    <a:pt x="4312279" y="129747"/>
                    <a:pt x="4314584" y="130035"/>
                    <a:pt x="4317753" y="130900"/>
                  </a:cubicBezTo>
                  <a:close/>
                  <a:moveTo>
                    <a:pt x="4382295" y="130036"/>
                  </a:moveTo>
                  <a:cubicBezTo>
                    <a:pt x="4385753" y="131476"/>
                    <a:pt x="4392668" y="127730"/>
                    <a:pt x="4392092" y="133493"/>
                  </a:cubicBezTo>
                  <a:cubicBezTo>
                    <a:pt x="4391228" y="139544"/>
                    <a:pt x="4384889" y="134358"/>
                    <a:pt x="4381143" y="134934"/>
                  </a:cubicBezTo>
                  <a:cubicBezTo>
                    <a:pt x="4376245" y="140985"/>
                    <a:pt x="4368753" y="138680"/>
                    <a:pt x="4362414" y="140408"/>
                  </a:cubicBezTo>
                  <a:cubicBezTo>
                    <a:pt x="4357804" y="143290"/>
                    <a:pt x="4353194" y="146459"/>
                    <a:pt x="4348583" y="149053"/>
                  </a:cubicBezTo>
                  <a:cubicBezTo>
                    <a:pt x="4347143" y="149917"/>
                    <a:pt x="4344549" y="151070"/>
                    <a:pt x="4343685" y="148476"/>
                  </a:cubicBezTo>
                  <a:cubicBezTo>
                    <a:pt x="4343109" y="146747"/>
                    <a:pt x="4343685" y="143578"/>
                    <a:pt x="4344549" y="143002"/>
                  </a:cubicBezTo>
                  <a:cubicBezTo>
                    <a:pt x="4350024" y="140120"/>
                    <a:pt x="4354634" y="133493"/>
                    <a:pt x="4362414" y="137239"/>
                  </a:cubicBezTo>
                  <a:cubicBezTo>
                    <a:pt x="4368753" y="137527"/>
                    <a:pt x="4371634" y="128595"/>
                    <a:pt x="4378838" y="130612"/>
                  </a:cubicBezTo>
                  <a:cubicBezTo>
                    <a:pt x="4379990" y="130324"/>
                    <a:pt x="4381431" y="129747"/>
                    <a:pt x="4382295" y="130036"/>
                  </a:cubicBezTo>
                  <a:close/>
                  <a:moveTo>
                    <a:pt x="4679654" y="54760"/>
                  </a:moveTo>
                  <a:cubicBezTo>
                    <a:pt x="4681382" y="54184"/>
                    <a:pt x="4683399" y="54400"/>
                    <a:pt x="4686280" y="55985"/>
                  </a:cubicBezTo>
                  <a:cubicBezTo>
                    <a:pt x="4682247" y="58578"/>
                    <a:pt x="4679942" y="61171"/>
                    <a:pt x="4674755" y="58290"/>
                  </a:cubicBezTo>
                  <a:cubicBezTo>
                    <a:pt x="4676484" y="56705"/>
                    <a:pt x="4677925" y="55336"/>
                    <a:pt x="4679654" y="54760"/>
                  </a:cubicBezTo>
                  <a:close/>
                  <a:moveTo>
                    <a:pt x="4777332" y="30340"/>
                  </a:moveTo>
                  <a:cubicBezTo>
                    <a:pt x="4779061" y="30917"/>
                    <a:pt x="4777909" y="32357"/>
                    <a:pt x="4777332" y="33222"/>
                  </a:cubicBezTo>
                  <a:cubicBezTo>
                    <a:pt x="4774739" y="36679"/>
                    <a:pt x="4771570" y="34374"/>
                    <a:pt x="4767536" y="34086"/>
                  </a:cubicBezTo>
                  <a:cubicBezTo>
                    <a:pt x="4770705" y="30628"/>
                    <a:pt x="4773587" y="28611"/>
                    <a:pt x="4777332" y="30340"/>
                  </a:cubicBezTo>
                  <a:close/>
                  <a:moveTo>
                    <a:pt x="4838993" y="14492"/>
                  </a:moveTo>
                  <a:cubicBezTo>
                    <a:pt x="4840434" y="14204"/>
                    <a:pt x="4841010" y="15645"/>
                    <a:pt x="4840434" y="16509"/>
                  </a:cubicBezTo>
                  <a:cubicBezTo>
                    <a:pt x="4839570" y="17662"/>
                    <a:pt x="4838129" y="18526"/>
                    <a:pt x="4836976" y="18815"/>
                  </a:cubicBezTo>
                  <a:cubicBezTo>
                    <a:pt x="4836688" y="19103"/>
                    <a:pt x="4835824" y="17662"/>
                    <a:pt x="4834383" y="16221"/>
                  </a:cubicBezTo>
                  <a:cubicBezTo>
                    <a:pt x="4836400" y="15645"/>
                    <a:pt x="4837552" y="14781"/>
                    <a:pt x="4838993" y="14492"/>
                  </a:cubicBezTo>
                  <a:close/>
                  <a:moveTo>
                    <a:pt x="4887978" y="85"/>
                  </a:moveTo>
                  <a:cubicBezTo>
                    <a:pt x="4885673" y="2390"/>
                    <a:pt x="4883656" y="4696"/>
                    <a:pt x="4881639" y="6136"/>
                  </a:cubicBezTo>
                  <a:lnTo>
                    <a:pt x="4893164" y="2102"/>
                  </a:lnTo>
                  <a:cubicBezTo>
                    <a:pt x="4887690" y="4984"/>
                    <a:pt x="4883079" y="8729"/>
                    <a:pt x="4878757" y="12763"/>
                  </a:cubicBezTo>
                  <a:cubicBezTo>
                    <a:pt x="4866367" y="24865"/>
                    <a:pt x="4851384" y="32933"/>
                    <a:pt x="4836689" y="41289"/>
                  </a:cubicBezTo>
                  <a:cubicBezTo>
                    <a:pt x="4829774" y="45323"/>
                    <a:pt x="4826893" y="52526"/>
                    <a:pt x="4821994" y="58001"/>
                  </a:cubicBezTo>
                  <a:cubicBezTo>
                    <a:pt x="4818537" y="61747"/>
                    <a:pt x="4815367" y="64628"/>
                    <a:pt x="4811045" y="66357"/>
                  </a:cubicBezTo>
                  <a:cubicBezTo>
                    <a:pt x="4810469" y="67221"/>
                    <a:pt x="4809892" y="68374"/>
                    <a:pt x="4809316" y="69238"/>
                  </a:cubicBezTo>
                  <a:cubicBezTo>
                    <a:pt x="4799808" y="77306"/>
                    <a:pt x="4793757" y="89984"/>
                    <a:pt x="4778197" y="89408"/>
                  </a:cubicBezTo>
                  <a:cubicBezTo>
                    <a:pt x="4775028" y="89408"/>
                    <a:pt x="4771858" y="93442"/>
                    <a:pt x="4768689" y="95459"/>
                  </a:cubicBezTo>
                  <a:cubicBezTo>
                    <a:pt x="4767248" y="96323"/>
                    <a:pt x="4765807" y="96899"/>
                    <a:pt x="4764367" y="97476"/>
                  </a:cubicBezTo>
                  <a:cubicBezTo>
                    <a:pt x="4765519" y="100933"/>
                    <a:pt x="4768113" y="104391"/>
                    <a:pt x="4762350" y="106408"/>
                  </a:cubicBezTo>
                  <a:cubicBezTo>
                    <a:pt x="4757163" y="108425"/>
                    <a:pt x="4751977" y="111018"/>
                    <a:pt x="4746790" y="113323"/>
                  </a:cubicBezTo>
                  <a:cubicBezTo>
                    <a:pt x="4745926" y="121391"/>
                    <a:pt x="4741892" y="128018"/>
                    <a:pt x="4734112" y="130035"/>
                  </a:cubicBezTo>
                  <a:cubicBezTo>
                    <a:pt x="4717977" y="134069"/>
                    <a:pt x="4709909" y="147900"/>
                    <a:pt x="4698671" y="157696"/>
                  </a:cubicBezTo>
                  <a:cubicBezTo>
                    <a:pt x="4692909" y="162595"/>
                    <a:pt x="4685705" y="165764"/>
                    <a:pt x="4680231" y="170951"/>
                  </a:cubicBezTo>
                  <a:cubicBezTo>
                    <a:pt x="4676485" y="174408"/>
                    <a:pt x="4670722" y="177866"/>
                    <a:pt x="4676485" y="183053"/>
                  </a:cubicBezTo>
                  <a:cubicBezTo>
                    <a:pt x="4680807" y="187086"/>
                    <a:pt x="4683977" y="184493"/>
                    <a:pt x="4688587" y="179883"/>
                  </a:cubicBezTo>
                  <a:cubicBezTo>
                    <a:pt x="4695790" y="172391"/>
                    <a:pt x="4704722" y="160290"/>
                    <a:pt x="4711638" y="160002"/>
                  </a:cubicBezTo>
                  <a:cubicBezTo>
                    <a:pt x="4723739" y="159137"/>
                    <a:pt x="4726333" y="149629"/>
                    <a:pt x="4733248" y="146747"/>
                  </a:cubicBezTo>
                  <a:cubicBezTo>
                    <a:pt x="4750824" y="139256"/>
                    <a:pt x="4761485" y="123696"/>
                    <a:pt x="4777621" y="114764"/>
                  </a:cubicBezTo>
                  <a:cubicBezTo>
                    <a:pt x="4799808" y="102662"/>
                    <a:pt x="4819977" y="86815"/>
                    <a:pt x="4841011" y="72696"/>
                  </a:cubicBezTo>
                  <a:cubicBezTo>
                    <a:pt x="4834096" y="62899"/>
                    <a:pt x="4842740" y="63476"/>
                    <a:pt x="4847926" y="60018"/>
                  </a:cubicBezTo>
                  <a:cubicBezTo>
                    <a:pt x="4849944" y="66645"/>
                    <a:pt x="4845045" y="68374"/>
                    <a:pt x="4843604" y="71543"/>
                  </a:cubicBezTo>
                  <a:cubicBezTo>
                    <a:pt x="4856859" y="68662"/>
                    <a:pt x="4866367" y="59442"/>
                    <a:pt x="4875011" y="49933"/>
                  </a:cubicBezTo>
                  <a:cubicBezTo>
                    <a:pt x="4878757" y="45899"/>
                    <a:pt x="4880774" y="40136"/>
                    <a:pt x="4887401" y="41289"/>
                  </a:cubicBezTo>
                  <a:cubicBezTo>
                    <a:pt x="4890283" y="41577"/>
                    <a:pt x="4893452" y="36967"/>
                    <a:pt x="4895469" y="41289"/>
                  </a:cubicBezTo>
                  <a:cubicBezTo>
                    <a:pt x="4896910" y="44458"/>
                    <a:pt x="4894028" y="46187"/>
                    <a:pt x="4892012" y="48204"/>
                  </a:cubicBezTo>
                  <a:cubicBezTo>
                    <a:pt x="4890571" y="49357"/>
                    <a:pt x="4888842" y="51086"/>
                    <a:pt x="4891147" y="52814"/>
                  </a:cubicBezTo>
                  <a:cubicBezTo>
                    <a:pt x="4893452" y="54543"/>
                    <a:pt x="4895758" y="53967"/>
                    <a:pt x="4896910" y="51374"/>
                  </a:cubicBezTo>
                  <a:cubicBezTo>
                    <a:pt x="4898927" y="46764"/>
                    <a:pt x="4902384" y="43018"/>
                    <a:pt x="4901808" y="37255"/>
                  </a:cubicBezTo>
                  <a:cubicBezTo>
                    <a:pt x="4901232" y="32069"/>
                    <a:pt x="4902673" y="26306"/>
                    <a:pt x="4910452" y="26882"/>
                  </a:cubicBezTo>
                  <a:cubicBezTo>
                    <a:pt x="4915063" y="24865"/>
                    <a:pt x="4919097" y="23424"/>
                    <a:pt x="4917944" y="31204"/>
                  </a:cubicBezTo>
                  <a:cubicBezTo>
                    <a:pt x="4923131" y="35814"/>
                    <a:pt x="4922554" y="38408"/>
                    <a:pt x="4915639" y="39848"/>
                  </a:cubicBezTo>
                  <a:cubicBezTo>
                    <a:pt x="4920249" y="43018"/>
                    <a:pt x="4915063" y="49645"/>
                    <a:pt x="4919961" y="52526"/>
                  </a:cubicBezTo>
                  <a:cubicBezTo>
                    <a:pt x="4926588" y="53679"/>
                    <a:pt x="4932639" y="54543"/>
                    <a:pt x="4924571" y="62611"/>
                  </a:cubicBezTo>
                  <a:cubicBezTo>
                    <a:pt x="4921401" y="65781"/>
                    <a:pt x="4919673" y="70391"/>
                    <a:pt x="4917368" y="74425"/>
                  </a:cubicBezTo>
                  <a:cubicBezTo>
                    <a:pt x="4922266" y="78747"/>
                    <a:pt x="4921401" y="86238"/>
                    <a:pt x="4925435" y="91137"/>
                  </a:cubicBezTo>
                  <a:cubicBezTo>
                    <a:pt x="4931486" y="92866"/>
                    <a:pt x="4937826" y="92866"/>
                    <a:pt x="4931775" y="102662"/>
                  </a:cubicBezTo>
                  <a:cubicBezTo>
                    <a:pt x="4929181" y="106696"/>
                    <a:pt x="4932351" y="114188"/>
                    <a:pt x="4932639" y="120239"/>
                  </a:cubicBezTo>
                  <a:cubicBezTo>
                    <a:pt x="4932927" y="122832"/>
                    <a:pt x="4934944" y="125425"/>
                    <a:pt x="4931775" y="128018"/>
                  </a:cubicBezTo>
                  <a:cubicBezTo>
                    <a:pt x="4930334" y="129171"/>
                    <a:pt x="4926012" y="132340"/>
                    <a:pt x="4929758" y="135798"/>
                  </a:cubicBezTo>
                  <a:cubicBezTo>
                    <a:pt x="4932351" y="138391"/>
                    <a:pt x="4934656" y="135222"/>
                    <a:pt x="4937249" y="135510"/>
                  </a:cubicBezTo>
                  <a:cubicBezTo>
                    <a:pt x="4941283" y="135798"/>
                    <a:pt x="4943876" y="127730"/>
                    <a:pt x="4948486" y="133781"/>
                  </a:cubicBezTo>
                  <a:cubicBezTo>
                    <a:pt x="4952520" y="139256"/>
                    <a:pt x="4953385" y="145307"/>
                    <a:pt x="4949639" y="151646"/>
                  </a:cubicBezTo>
                  <a:cubicBezTo>
                    <a:pt x="4947046" y="155391"/>
                    <a:pt x="4945029" y="159425"/>
                    <a:pt x="4942724" y="163459"/>
                  </a:cubicBezTo>
                  <a:cubicBezTo>
                    <a:pt x="4943588" y="166629"/>
                    <a:pt x="4945893" y="167205"/>
                    <a:pt x="4948775" y="166341"/>
                  </a:cubicBezTo>
                  <a:cubicBezTo>
                    <a:pt x="4951944" y="165764"/>
                    <a:pt x="4955690" y="160866"/>
                    <a:pt x="4958283" y="165764"/>
                  </a:cubicBezTo>
                  <a:cubicBezTo>
                    <a:pt x="4959724" y="168358"/>
                    <a:pt x="4955114" y="168934"/>
                    <a:pt x="4953385" y="167493"/>
                  </a:cubicBezTo>
                  <a:cubicBezTo>
                    <a:pt x="4953097" y="169798"/>
                    <a:pt x="4957419" y="171527"/>
                    <a:pt x="4954537" y="174697"/>
                  </a:cubicBezTo>
                  <a:cubicBezTo>
                    <a:pt x="4946470" y="183341"/>
                    <a:pt x="4938402" y="192273"/>
                    <a:pt x="4930622" y="201205"/>
                  </a:cubicBezTo>
                  <a:cubicBezTo>
                    <a:pt x="4927164" y="204951"/>
                    <a:pt x="4917656" y="208697"/>
                    <a:pt x="4929469" y="214460"/>
                  </a:cubicBezTo>
                  <a:cubicBezTo>
                    <a:pt x="4931198" y="215324"/>
                    <a:pt x="4933792" y="220222"/>
                    <a:pt x="4929758" y="223392"/>
                  </a:cubicBezTo>
                  <a:cubicBezTo>
                    <a:pt x="4919673" y="230883"/>
                    <a:pt x="4915351" y="242697"/>
                    <a:pt x="4909300" y="252782"/>
                  </a:cubicBezTo>
                  <a:cubicBezTo>
                    <a:pt x="4904978" y="259985"/>
                    <a:pt x="4896046" y="259985"/>
                    <a:pt x="4891724" y="266324"/>
                  </a:cubicBezTo>
                  <a:cubicBezTo>
                    <a:pt x="4892012" y="267189"/>
                    <a:pt x="4892300" y="267765"/>
                    <a:pt x="4892588" y="268629"/>
                  </a:cubicBezTo>
                  <a:cubicBezTo>
                    <a:pt x="4898350" y="268341"/>
                    <a:pt x="4906418" y="265172"/>
                    <a:pt x="4909300" y="270358"/>
                  </a:cubicBezTo>
                  <a:cubicBezTo>
                    <a:pt x="4911605" y="274392"/>
                    <a:pt x="4902096" y="274392"/>
                    <a:pt x="4898927" y="278426"/>
                  </a:cubicBezTo>
                  <a:cubicBezTo>
                    <a:pt x="4896910" y="281019"/>
                    <a:pt x="4897486" y="283324"/>
                    <a:pt x="4896334" y="285341"/>
                  </a:cubicBezTo>
                  <a:cubicBezTo>
                    <a:pt x="4898350" y="289375"/>
                    <a:pt x="4896334" y="293409"/>
                    <a:pt x="4898927" y="298308"/>
                  </a:cubicBezTo>
                  <a:cubicBezTo>
                    <a:pt x="4902961" y="305799"/>
                    <a:pt x="4892876" y="301765"/>
                    <a:pt x="4890283" y="304935"/>
                  </a:cubicBezTo>
                  <a:cubicBezTo>
                    <a:pt x="4891147" y="308680"/>
                    <a:pt x="4885096" y="307528"/>
                    <a:pt x="4886249" y="310409"/>
                  </a:cubicBezTo>
                  <a:cubicBezTo>
                    <a:pt x="4887690" y="314155"/>
                    <a:pt x="4890283" y="313291"/>
                    <a:pt x="4893452" y="311562"/>
                  </a:cubicBezTo>
                  <a:cubicBezTo>
                    <a:pt x="4896046" y="310121"/>
                    <a:pt x="4894893" y="314155"/>
                    <a:pt x="4896046" y="315308"/>
                  </a:cubicBezTo>
                  <a:cubicBezTo>
                    <a:pt x="4899791" y="314155"/>
                    <a:pt x="4903537" y="312714"/>
                    <a:pt x="4906707" y="316460"/>
                  </a:cubicBezTo>
                  <a:cubicBezTo>
                    <a:pt x="4909588" y="315596"/>
                    <a:pt x="4913046" y="315884"/>
                    <a:pt x="4910452" y="319630"/>
                  </a:cubicBezTo>
                  <a:cubicBezTo>
                    <a:pt x="4906418" y="325392"/>
                    <a:pt x="4902961" y="332308"/>
                    <a:pt x="4894893" y="333748"/>
                  </a:cubicBezTo>
                  <a:cubicBezTo>
                    <a:pt x="4889130" y="334901"/>
                    <a:pt x="4887401" y="339511"/>
                    <a:pt x="4888266" y="343833"/>
                  </a:cubicBezTo>
                  <a:cubicBezTo>
                    <a:pt x="4889130" y="349308"/>
                    <a:pt x="4893740" y="346138"/>
                    <a:pt x="4896622" y="345274"/>
                  </a:cubicBezTo>
                  <a:cubicBezTo>
                    <a:pt x="4901232" y="343833"/>
                    <a:pt x="4904690" y="347003"/>
                    <a:pt x="4909300" y="346715"/>
                  </a:cubicBezTo>
                  <a:cubicBezTo>
                    <a:pt x="4904402" y="351901"/>
                    <a:pt x="4898639" y="355647"/>
                    <a:pt x="4897486" y="362850"/>
                  </a:cubicBezTo>
                  <a:cubicBezTo>
                    <a:pt x="4898062" y="366884"/>
                    <a:pt x="4892300" y="366308"/>
                    <a:pt x="4892300" y="369766"/>
                  </a:cubicBezTo>
                  <a:cubicBezTo>
                    <a:pt x="4896910" y="373799"/>
                    <a:pt x="4893740" y="376105"/>
                    <a:pt x="4890571" y="378986"/>
                  </a:cubicBezTo>
                  <a:cubicBezTo>
                    <a:pt x="4887690" y="381867"/>
                    <a:pt x="4884808" y="386189"/>
                    <a:pt x="4887113" y="389647"/>
                  </a:cubicBezTo>
                  <a:cubicBezTo>
                    <a:pt x="4890283" y="394545"/>
                    <a:pt x="4892588" y="387918"/>
                    <a:pt x="4895469" y="387630"/>
                  </a:cubicBezTo>
                  <a:cubicBezTo>
                    <a:pt x="4898639" y="387630"/>
                    <a:pt x="4902384" y="384461"/>
                    <a:pt x="4904978" y="388783"/>
                  </a:cubicBezTo>
                  <a:cubicBezTo>
                    <a:pt x="4905266" y="389071"/>
                    <a:pt x="4905266" y="389647"/>
                    <a:pt x="4904978" y="389935"/>
                  </a:cubicBezTo>
                  <a:cubicBezTo>
                    <a:pt x="4904690" y="390223"/>
                    <a:pt x="4904402" y="390511"/>
                    <a:pt x="4904113" y="390800"/>
                  </a:cubicBezTo>
                  <a:cubicBezTo>
                    <a:pt x="4906995" y="397427"/>
                    <a:pt x="4909876" y="404054"/>
                    <a:pt x="4900080" y="407512"/>
                  </a:cubicBezTo>
                  <a:cubicBezTo>
                    <a:pt x="4895758" y="412698"/>
                    <a:pt x="4887690" y="408088"/>
                    <a:pt x="4883079" y="413851"/>
                  </a:cubicBezTo>
                  <a:cubicBezTo>
                    <a:pt x="4881062" y="416156"/>
                    <a:pt x="4879333" y="418461"/>
                    <a:pt x="4878181" y="421054"/>
                  </a:cubicBezTo>
                  <a:cubicBezTo>
                    <a:pt x="4878757" y="423647"/>
                    <a:pt x="4879333" y="426241"/>
                    <a:pt x="4879333" y="428546"/>
                  </a:cubicBezTo>
                  <a:cubicBezTo>
                    <a:pt x="4880198" y="428834"/>
                    <a:pt x="4880774" y="428834"/>
                    <a:pt x="4881062" y="427681"/>
                  </a:cubicBezTo>
                  <a:cubicBezTo>
                    <a:pt x="4883367" y="417885"/>
                    <a:pt x="4892588" y="419901"/>
                    <a:pt x="4898062" y="415868"/>
                  </a:cubicBezTo>
                  <a:cubicBezTo>
                    <a:pt x="4902673" y="412122"/>
                    <a:pt x="4907571" y="409240"/>
                    <a:pt x="4912757" y="406071"/>
                  </a:cubicBezTo>
                  <a:cubicBezTo>
                    <a:pt x="4915927" y="404342"/>
                    <a:pt x="4919097" y="403190"/>
                    <a:pt x="4918520" y="408952"/>
                  </a:cubicBezTo>
                  <a:cubicBezTo>
                    <a:pt x="4916503" y="412986"/>
                    <a:pt x="4914486" y="416732"/>
                    <a:pt x="4912469" y="420766"/>
                  </a:cubicBezTo>
                  <a:cubicBezTo>
                    <a:pt x="4904690" y="431427"/>
                    <a:pt x="4892876" y="437190"/>
                    <a:pt x="4882215" y="443817"/>
                  </a:cubicBezTo>
                  <a:cubicBezTo>
                    <a:pt x="4882791" y="443529"/>
                    <a:pt x="4883367" y="443529"/>
                    <a:pt x="4883944" y="443529"/>
                  </a:cubicBezTo>
                  <a:cubicBezTo>
                    <a:pt x="4887978" y="443817"/>
                    <a:pt x="4890571" y="435749"/>
                    <a:pt x="4895181" y="441800"/>
                  </a:cubicBezTo>
                  <a:cubicBezTo>
                    <a:pt x="4899215" y="447275"/>
                    <a:pt x="4900080" y="453325"/>
                    <a:pt x="4896334" y="459664"/>
                  </a:cubicBezTo>
                  <a:cubicBezTo>
                    <a:pt x="4893740" y="463410"/>
                    <a:pt x="4891724" y="467444"/>
                    <a:pt x="4889418" y="471478"/>
                  </a:cubicBezTo>
                  <a:cubicBezTo>
                    <a:pt x="4890283" y="474648"/>
                    <a:pt x="4892588" y="475224"/>
                    <a:pt x="4895469" y="474359"/>
                  </a:cubicBezTo>
                  <a:cubicBezTo>
                    <a:pt x="4898639" y="473783"/>
                    <a:pt x="4902384" y="468885"/>
                    <a:pt x="4904978" y="473783"/>
                  </a:cubicBezTo>
                  <a:cubicBezTo>
                    <a:pt x="4906418" y="476376"/>
                    <a:pt x="4901808" y="476953"/>
                    <a:pt x="4899503" y="477817"/>
                  </a:cubicBezTo>
                  <a:cubicBezTo>
                    <a:pt x="4899215" y="480122"/>
                    <a:pt x="4903537" y="481851"/>
                    <a:pt x="4900656" y="485021"/>
                  </a:cubicBezTo>
                  <a:cubicBezTo>
                    <a:pt x="4892588" y="493665"/>
                    <a:pt x="4884520" y="502597"/>
                    <a:pt x="4876740" y="511529"/>
                  </a:cubicBezTo>
                  <a:cubicBezTo>
                    <a:pt x="4873283" y="515275"/>
                    <a:pt x="4863774" y="519021"/>
                    <a:pt x="4875588" y="524784"/>
                  </a:cubicBezTo>
                  <a:cubicBezTo>
                    <a:pt x="4877317" y="525648"/>
                    <a:pt x="4879910" y="530546"/>
                    <a:pt x="4875876" y="533716"/>
                  </a:cubicBezTo>
                  <a:cubicBezTo>
                    <a:pt x="4865791" y="541207"/>
                    <a:pt x="4861469" y="553021"/>
                    <a:pt x="4855418" y="563106"/>
                  </a:cubicBezTo>
                  <a:cubicBezTo>
                    <a:pt x="4851096" y="570309"/>
                    <a:pt x="4842164" y="570309"/>
                    <a:pt x="4837842" y="576648"/>
                  </a:cubicBezTo>
                  <a:cubicBezTo>
                    <a:pt x="4838130" y="577513"/>
                    <a:pt x="4838418" y="578089"/>
                    <a:pt x="4838706" y="578953"/>
                  </a:cubicBezTo>
                  <a:cubicBezTo>
                    <a:pt x="4844469" y="578665"/>
                    <a:pt x="4852537" y="575496"/>
                    <a:pt x="4855418" y="580682"/>
                  </a:cubicBezTo>
                  <a:cubicBezTo>
                    <a:pt x="4857723" y="584716"/>
                    <a:pt x="4848215" y="584716"/>
                    <a:pt x="4845045" y="588750"/>
                  </a:cubicBezTo>
                  <a:cubicBezTo>
                    <a:pt x="4843028" y="591343"/>
                    <a:pt x="4843604" y="593648"/>
                    <a:pt x="4842452" y="595665"/>
                  </a:cubicBezTo>
                  <a:cubicBezTo>
                    <a:pt x="4844469" y="599699"/>
                    <a:pt x="4842452" y="603733"/>
                    <a:pt x="4845045" y="608631"/>
                  </a:cubicBezTo>
                  <a:cubicBezTo>
                    <a:pt x="4849079" y="616123"/>
                    <a:pt x="4838994" y="612089"/>
                    <a:pt x="4836401" y="615259"/>
                  </a:cubicBezTo>
                  <a:cubicBezTo>
                    <a:pt x="4837265" y="619004"/>
                    <a:pt x="4831215" y="617852"/>
                    <a:pt x="4832367" y="620733"/>
                  </a:cubicBezTo>
                  <a:cubicBezTo>
                    <a:pt x="4833808" y="624479"/>
                    <a:pt x="4836401" y="623615"/>
                    <a:pt x="4839571" y="621886"/>
                  </a:cubicBezTo>
                  <a:cubicBezTo>
                    <a:pt x="4842164" y="620445"/>
                    <a:pt x="4841011" y="624479"/>
                    <a:pt x="4842164" y="625632"/>
                  </a:cubicBezTo>
                  <a:cubicBezTo>
                    <a:pt x="4845910" y="624479"/>
                    <a:pt x="4849656" y="623038"/>
                    <a:pt x="4852825" y="626784"/>
                  </a:cubicBezTo>
                  <a:cubicBezTo>
                    <a:pt x="4855706" y="625920"/>
                    <a:pt x="4859164" y="626208"/>
                    <a:pt x="4856571" y="629954"/>
                  </a:cubicBezTo>
                  <a:cubicBezTo>
                    <a:pt x="4852537" y="635716"/>
                    <a:pt x="4849079" y="642632"/>
                    <a:pt x="4841011" y="644072"/>
                  </a:cubicBezTo>
                  <a:cubicBezTo>
                    <a:pt x="4835249" y="645225"/>
                    <a:pt x="4833520" y="649835"/>
                    <a:pt x="4834384" y="654157"/>
                  </a:cubicBezTo>
                  <a:cubicBezTo>
                    <a:pt x="4835249" y="659632"/>
                    <a:pt x="4839859" y="656462"/>
                    <a:pt x="4842740" y="655598"/>
                  </a:cubicBezTo>
                  <a:cubicBezTo>
                    <a:pt x="4847350" y="654157"/>
                    <a:pt x="4850808" y="657327"/>
                    <a:pt x="4855418" y="657039"/>
                  </a:cubicBezTo>
                  <a:cubicBezTo>
                    <a:pt x="4850520" y="662225"/>
                    <a:pt x="4844757" y="665971"/>
                    <a:pt x="4843604" y="673174"/>
                  </a:cubicBezTo>
                  <a:cubicBezTo>
                    <a:pt x="4844181" y="677208"/>
                    <a:pt x="4838418" y="676632"/>
                    <a:pt x="4838418" y="680090"/>
                  </a:cubicBezTo>
                  <a:cubicBezTo>
                    <a:pt x="4843028" y="684124"/>
                    <a:pt x="4839859" y="686429"/>
                    <a:pt x="4836689" y="689310"/>
                  </a:cubicBezTo>
                  <a:cubicBezTo>
                    <a:pt x="4833808" y="692191"/>
                    <a:pt x="4830927" y="696513"/>
                    <a:pt x="4833232" y="699971"/>
                  </a:cubicBezTo>
                  <a:cubicBezTo>
                    <a:pt x="4836401" y="704869"/>
                    <a:pt x="4838706" y="698242"/>
                    <a:pt x="4841588" y="697954"/>
                  </a:cubicBezTo>
                  <a:cubicBezTo>
                    <a:pt x="4844757" y="697954"/>
                    <a:pt x="4848503" y="694785"/>
                    <a:pt x="4851096" y="699107"/>
                  </a:cubicBezTo>
                  <a:cubicBezTo>
                    <a:pt x="4851384" y="699395"/>
                    <a:pt x="4851384" y="699971"/>
                    <a:pt x="4851096" y="700259"/>
                  </a:cubicBezTo>
                  <a:cubicBezTo>
                    <a:pt x="4850808" y="700547"/>
                    <a:pt x="4850520" y="700835"/>
                    <a:pt x="4850232" y="701124"/>
                  </a:cubicBezTo>
                  <a:cubicBezTo>
                    <a:pt x="4853113" y="707751"/>
                    <a:pt x="4855994" y="714378"/>
                    <a:pt x="4846198" y="717836"/>
                  </a:cubicBezTo>
                  <a:cubicBezTo>
                    <a:pt x="4845045" y="718988"/>
                    <a:pt x="4843893" y="719853"/>
                    <a:pt x="4842740" y="720141"/>
                  </a:cubicBezTo>
                  <a:cubicBezTo>
                    <a:pt x="4843316" y="722158"/>
                    <a:pt x="4841876" y="723310"/>
                    <a:pt x="4838130" y="723310"/>
                  </a:cubicBezTo>
                  <a:cubicBezTo>
                    <a:pt x="4839859" y="725039"/>
                    <a:pt x="4838994" y="726768"/>
                    <a:pt x="4838706" y="728785"/>
                  </a:cubicBezTo>
                  <a:cubicBezTo>
                    <a:pt x="4840435" y="728208"/>
                    <a:pt x="4842452" y="727632"/>
                    <a:pt x="4843893" y="726480"/>
                  </a:cubicBezTo>
                  <a:cubicBezTo>
                    <a:pt x="4848503" y="722734"/>
                    <a:pt x="4853401" y="719853"/>
                    <a:pt x="4858588" y="716683"/>
                  </a:cubicBezTo>
                  <a:cubicBezTo>
                    <a:pt x="4861757" y="714954"/>
                    <a:pt x="4864927" y="713802"/>
                    <a:pt x="4864350" y="719564"/>
                  </a:cubicBezTo>
                  <a:cubicBezTo>
                    <a:pt x="4862333" y="723598"/>
                    <a:pt x="4860316" y="727344"/>
                    <a:pt x="4858300" y="731378"/>
                  </a:cubicBezTo>
                  <a:cubicBezTo>
                    <a:pt x="4852248" y="739734"/>
                    <a:pt x="4843604" y="744921"/>
                    <a:pt x="4835249" y="750107"/>
                  </a:cubicBezTo>
                  <a:cubicBezTo>
                    <a:pt x="4837265" y="753853"/>
                    <a:pt x="4836113" y="758463"/>
                    <a:pt x="4838130" y="762209"/>
                  </a:cubicBezTo>
                  <a:cubicBezTo>
                    <a:pt x="4842452" y="764226"/>
                    <a:pt x="4847062" y="765090"/>
                    <a:pt x="4841299" y="771429"/>
                  </a:cubicBezTo>
                  <a:cubicBezTo>
                    <a:pt x="4838994" y="774022"/>
                    <a:pt x="4840147" y="780073"/>
                    <a:pt x="4839571" y="784395"/>
                  </a:cubicBezTo>
                  <a:cubicBezTo>
                    <a:pt x="4839282" y="786124"/>
                    <a:pt x="4840723" y="788429"/>
                    <a:pt x="4837842" y="789870"/>
                  </a:cubicBezTo>
                  <a:cubicBezTo>
                    <a:pt x="4836689" y="790446"/>
                    <a:pt x="4832943" y="792175"/>
                    <a:pt x="4835249" y="795345"/>
                  </a:cubicBezTo>
                  <a:cubicBezTo>
                    <a:pt x="4836689" y="797650"/>
                    <a:pt x="4838994" y="795633"/>
                    <a:pt x="4840723" y="796209"/>
                  </a:cubicBezTo>
                  <a:cubicBezTo>
                    <a:pt x="4843604" y="797073"/>
                    <a:pt x="4846486" y="791599"/>
                    <a:pt x="4849079" y="796497"/>
                  </a:cubicBezTo>
                  <a:cubicBezTo>
                    <a:pt x="4851384" y="801107"/>
                    <a:pt x="4851096" y="805717"/>
                    <a:pt x="4847638" y="809751"/>
                  </a:cubicBezTo>
                  <a:cubicBezTo>
                    <a:pt x="4845333" y="812345"/>
                    <a:pt x="4843316" y="814938"/>
                    <a:pt x="4841011" y="817531"/>
                  </a:cubicBezTo>
                  <a:cubicBezTo>
                    <a:pt x="4841299" y="820124"/>
                    <a:pt x="4842740" y="820989"/>
                    <a:pt x="4845045" y="820701"/>
                  </a:cubicBezTo>
                  <a:cubicBezTo>
                    <a:pt x="4847350" y="820701"/>
                    <a:pt x="4850808" y="817531"/>
                    <a:pt x="4851960" y="821565"/>
                  </a:cubicBezTo>
                  <a:cubicBezTo>
                    <a:pt x="4852537" y="823582"/>
                    <a:pt x="4849367" y="823582"/>
                    <a:pt x="4847350" y="823870"/>
                  </a:cubicBezTo>
                  <a:cubicBezTo>
                    <a:pt x="4846774" y="825599"/>
                    <a:pt x="4849656" y="827328"/>
                    <a:pt x="4847062" y="829345"/>
                  </a:cubicBezTo>
                  <a:cubicBezTo>
                    <a:pt x="4839859" y="834531"/>
                    <a:pt x="4832943" y="840006"/>
                    <a:pt x="4826028" y="845480"/>
                  </a:cubicBezTo>
                  <a:cubicBezTo>
                    <a:pt x="4823147" y="847785"/>
                    <a:pt x="4815655" y="849226"/>
                    <a:pt x="4823435" y="854989"/>
                  </a:cubicBezTo>
                  <a:cubicBezTo>
                    <a:pt x="4824587" y="855853"/>
                    <a:pt x="4826028" y="859887"/>
                    <a:pt x="4822571" y="861616"/>
                  </a:cubicBezTo>
                  <a:cubicBezTo>
                    <a:pt x="4814215" y="865650"/>
                    <a:pt x="4809316" y="873718"/>
                    <a:pt x="4803554" y="880345"/>
                  </a:cubicBezTo>
                  <a:cubicBezTo>
                    <a:pt x="4799232" y="885243"/>
                    <a:pt x="4792892" y="884091"/>
                    <a:pt x="4788858" y="888125"/>
                  </a:cubicBezTo>
                  <a:cubicBezTo>
                    <a:pt x="4788858" y="888701"/>
                    <a:pt x="4789147" y="889277"/>
                    <a:pt x="4789147" y="889854"/>
                  </a:cubicBezTo>
                  <a:cubicBezTo>
                    <a:pt x="4793757" y="890430"/>
                    <a:pt x="4799808" y="889277"/>
                    <a:pt x="4801248" y="893311"/>
                  </a:cubicBezTo>
                  <a:cubicBezTo>
                    <a:pt x="4802401" y="896481"/>
                    <a:pt x="4795486" y="895328"/>
                    <a:pt x="4792604" y="897921"/>
                  </a:cubicBezTo>
                  <a:cubicBezTo>
                    <a:pt x="4790875" y="899362"/>
                    <a:pt x="4790875" y="901091"/>
                    <a:pt x="4789723" y="902532"/>
                  </a:cubicBezTo>
                  <a:cubicBezTo>
                    <a:pt x="4790587" y="905701"/>
                    <a:pt x="4788282" y="908294"/>
                    <a:pt x="4789723" y="912328"/>
                  </a:cubicBezTo>
                  <a:cubicBezTo>
                    <a:pt x="4791740" y="918379"/>
                    <a:pt x="4784825" y="914057"/>
                    <a:pt x="4782519" y="916074"/>
                  </a:cubicBezTo>
                  <a:cubicBezTo>
                    <a:pt x="4782807" y="918955"/>
                    <a:pt x="4778197" y="917227"/>
                    <a:pt x="4778773" y="919532"/>
                  </a:cubicBezTo>
                  <a:cubicBezTo>
                    <a:pt x="4779350" y="922413"/>
                    <a:pt x="4781367" y="922125"/>
                    <a:pt x="4783960" y="921261"/>
                  </a:cubicBezTo>
                  <a:cubicBezTo>
                    <a:pt x="4785977" y="920684"/>
                    <a:pt x="4784825" y="923278"/>
                    <a:pt x="4785401" y="924430"/>
                  </a:cubicBezTo>
                  <a:cubicBezTo>
                    <a:pt x="4788282" y="924142"/>
                    <a:pt x="4791164" y="923566"/>
                    <a:pt x="4793180" y="926735"/>
                  </a:cubicBezTo>
                  <a:cubicBezTo>
                    <a:pt x="4795486" y="926447"/>
                    <a:pt x="4798079" y="927023"/>
                    <a:pt x="4795486" y="929616"/>
                  </a:cubicBezTo>
                  <a:cubicBezTo>
                    <a:pt x="4791740" y="933362"/>
                    <a:pt x="4788282" y="937973"/>
                    <a:pt x="4782231" y="937973"/>
                  </a:cubicBezTo>
                  <a:cubicBezTo>
                    <a:pt x="4777621" y="937684"/>
                    <a:pt x="4775892" y="940854"/>
                    <a:pt x="4775892" y="944312"/>
                  </a:cubicBezTo>
                  <a:cubicBezTo>
                    <a:pt x="4775892" y="948345"/>
                    <a:pt x="4779926" y="946617"/>
                    <a:pt x="4781943" y="946329"/>
                  </a:cubicBezTo>
                  <a:cubicBezTo>
                    <a:pt x="4785401" y="946040"/>
                    <a:pt x="4787418" y="948922"/>
                    <a:pt x="4790875" y="949210"/>
                  </a:cubicBezTo>
                  <a:cubicBezTo>
                    <a:pt x="4786553" y="952379"/>
                    <a:pt x="4781655" y="954396"/>
                    <a:pt x="4779926" y="959583"/>
                  </a:cubicBezTo>
                  <a:cubicBezTo>
                    <a:pt x="4779638" y="962752"/>
                    <a:pt x="4775604" y="961312"/>
                    <a:pt x="4775028" y="963905"/>
                  </a:cubicBezTo>
                  <a:cubicBezTo>
                    <a:pt x="4777621" y="967651"/>
                    <a:pt x="4775028" y="968803"/>
                    <a:pt x="4772435" y="970532"/>
                  </a:cubicBezTo>
                  <a:cubicBezTo>
                    <a:pt x="4770129" y="971973"/>
                    <a:pt x="4767536" y="974854"/>
                    <a:pt x="4768689" y="977735"/>
                  </a:cubicBezTo>
                  <a:cubicBezTo>
                    <a:pt x="4770129" y="981769"/>
                    <a:pt x="4772723" y="977159"/>
                    <a:pt x="4775028" y="977447"/>
                  </a:cubicBezTo>
                  <a:cubicBezTo>
                    <a:pt x="4777333" y="977735"/>
                    <a:pt x="4780503" y="976007"/>
                    <a:pt x="4781943" y="979464"/>
                  </a:cubicBezTo>
                  <a:cubicBezTo>
                    <a:pt x="4781943" y="979752"/>
                    <a:pt x="4781943" y="980041"/>
                    <a:pt x="4781655" y="980329"/>
                  </a:cubicBezTo>
                  <a:cubicBezTo>
                    <a:pt x="4781367" y="980617"/>
                    <a:pt x="4781079" y="980617"/>
                    <a:pt x="4780791" y="980905"/>
                  </a:cubicBezTo>
                  <a:cubicBezTo>
                    <a:pt x="4781943" y="986091"/>
                    <a:pt x="4783384" y="991278"/>
                    <a:pt x="4775604" y="992430"/>
                  </a:cubicBezTo>
                  <a:cubicBezTo>
                    <a:pt x="4771858" y="995600"/>
                    <a:pt x="4766672" y="990990"/>
                    <a:pt x="4762350" y="994736"/>
                  </a:cubicBezTo>
                  <a:cubicBezTo>
                    <a:pt x="4759756" y="996753"/>
                    <a:pt x="4757452" y="998769"/>
                    <a:pt x="4756299" y="1001939"/>
                  </a:cubicBezTo>
                  <a:cubicBezTo>
                    <a:pt x="4755722" y="1003092"/>
                    <a:pt x="4758028" y="1006549"/>
                    <a:pt x="4758892" y="1004532"/>
                  </a:cubicBezTo>
                  <a:cubicBezTo>
                    <a:pt x="4761774" y="997617"/>
                    <a:pt x="4768113" y="1000498"/>
                    <a:pt x="4772723" y="998193"/>
                  </a:cubicBezTo>
                  <a:cubicBezTo>
                    <a:pt x="4776469" y="996176"/>
                    <a:pt x="4780791" y="994447"/>
                    <a:pt x="4784825" y="993007"/>
                  </a:cubicBezTo>
                  <a:cubicBezTo>
                    <a:pt x="4787130" y="992142"/>
                    <a:pt x="4789723" y="991566"/>
                    <a:pt x="4788570" y="995888"/>
                  </a:cubicBezTo>
                  <a:cubicBezTo>
                    <a:pt x="4786553" y="998481"/>
                    <a:pt x="4784536" y="1001075"/>
                    <a:pt x="4782519" y="1003668"/>
                  </a:cubicBezTo>
                  <a:cubicBezTo>
                    <a:pt x="4774163" y="1011736"/>
                    <a:pt x="4762350" y="1014041"/>
                    <a:pt x="4752265" y="1018651"/>
                  </a:cubicBezTo>
                  <a:cubicBezTo>
                    <a:pt x="4749384" y="1020092"/>
                    <a:pt x="4746502" y="1021532"/>
                    <a:pt x="4743621" y="1022973"/>
                  </a:cubicBezTo>
                  <a:cubicBezTo>
                    <a:pt x="4743333" y="1023549"/>
                    <a:pt x="4742756" y="1024126"/>
                    <a:pt x="4742468" y="1024702"/>
                  </a:cubicBezTo>
                  <a:cubicBezTo>
                    <a:pt x="4742468" y="1028160"/>
                    <a:pt x="4741028" y="1030465"/>
                    <a:pt x="4739299" y="1032193"/>
                  </a:cubicBezTo>
                  <a:cubicBezTo>
                    <a:pt x="4740451" y="1031905"/>
                    <a:pt x="4741316" y="1031329"/>
                    <a:pt x="4742180" y="1031041"/>
                  </a:cubicBezTo>
                  <a:cubicBezTo>
                    <a:pt x="4743909" y="1028448"/>
                    <a:pt x="4746502" y="1028448"/>
                    <a:pt x="4749384" y="1028736"/>
                  </a:cubicBezTo>
                  <a:cubicBezTo>
                    <a:pt x="4748519" y="1031329"/>
                    <a:pt x="4746502" y="1031905"/>
                    <a:pt x="4744197" y="1032482"/>
                  </a:cubicBezTo>
                  <a:cubicBezTo>
                    <a:pt x="4740163" y="1034499"/>
                    <a:pt x="4736417" y="1036227"/>
                    <a:pt x="4730943" y="1038821"/>
                  </a:cubicBezTo>
                  <a:cubicBezTo>
                    <a:pt x="4731519" y="1038244"/>
                    <a:pt x="4731807" y="1037668"/>
                    <a:pt x="4732383" y="1037092"/>
                  </a:cubicBezTo>
                  <a:cubicBezTo>
                    <a:pt x="4732383" y="1037092"/>
                    <a:pt x="4732095" y="1037092"/>
                    <a:pt x="4732095" y="1037092"/>
                  </a:cubicBezTo>
                  <a:cubicBezTo>
                    <a:pt x="4724604" y="1044007"/>
                    <a:pt x="4715383" y="1048041"/>
                    <a:pt x="4706163" y="1052075"/>
                  </a:cubicBezTo>
                  <a:cubicBezTo>
                    <a:pt x="4702994" y="1055821"/>
                    <a:pt x="4696943" y="1053516"/>
                    <a:pt x="4694061" y="1058126"/>
                  </a:cubicBezTo>
                  <a:cubicBezTo>
                    <a:pt x="4692909" y="1059855"/>
                    <a:pt x="4690892" y="1060431"/>
                    <a:pt x="4689739" y="1058414"/>
                  </a:cubicBezTo>
                  <a:cubicBezTo>
                    <a:pt x="4688587" y="1056109"/>
                    <a:pt x="4690027" y="1054380"/>
                    <a:pt x="4692332" y="1054092"/>
                  </a:cubicBezTo>
                  <a:cubicBezTo>
                    <a:pt x="4694638" y="1053804"/>
                    <a:pt x="4696943" y="1053228"/>
                    <a:pt x="4698383" y="1051211"/>
                  </a:cubicBezTo>
                  <a:cubicBezTo>
                    <a:pt x="4698095" y="1049482"/>
                    <a:pt x="4697807" y="1048329"/>
                    <a:pt x="4697807" y="1046888"/>
                  </a:cubicBezTo>
                  <a:cubicBezTo>
                    <a:pt x="4695790" y="1047753"/>
                    <a:pt x="4693773" y="1048905"/>
                    <a:pt x="4691756" y="1049770"/>
                  </a:cubicBezTo>
                  <a:cubicBezTo>
                    <a:pt x="4689739" y="1050922"/>
                    <a:pt x="4687722" y="1051787"/>
                    <a:pt x="4685417" y="1052651"/>
                  </a:cubicBezTo>
                  <a:cubicBezTo>
                    <a:pt x="4685993" y="1052651"/>
                    <a:pt x="4686281" y="1052939"/>
                    <a:pt x="4686570" y="1053228"/>
                  </a:cubicBezTo>
                  <a:cubicBezTo>
                    <a:pt x="4681383" y="1069363"/>
                    <a:pt x="4665536" y="1069939"/>
                    <a:pt x="4653722" y="1075990"/>
                  </a:cubicBezTo>
                  <a:cubicBezTo>
                    <a:pt x="4645654" y="1080312"/>
                    <a:pt x="4638163" y="1084923"/>
                    <a:pt x="4630671" y="1089821"/>
                  </a:cubicBezTo>
                  <a:cubicBezTo>
                    <a:pt x="4629519" y="1090685"/>
                    <a:pt x="4628942" y="1092702"/>
                    <a:pt x="4628078" y="1094143"/>
                  </a:cubicBezTo>
                  <a:cubicBezTo>
                    <a:pt x="4626637" y="1095007"/>
                    <a:pt x="4625773" y="1094143"/>
                    <a:pt x="4624908" y="1092990"/>
                  </a:cubicBezTo>
                  <a:cubicBezTo>
                    <a:pt x="4624620" y="1092414"/>
                    <a:pt x="4624044" y="1092126"/>
                    <a:pt x="4623756" y="1091550"/>
                  </a:cubicBezTo>
                  <a:cubicBezTo>
                    <a:pt x="4622027" y="1092990"/>
                    <a:pt x="4620298" y="1094143"/>
                    <a:pt x="4618569" y="1095296"/>
                  </a:cubicBezTo>
                  <a:cubicBezTo>
                    <a:pt x="4617417" y="1096448"/>
                    <a:pt x="4615976" y="1098465"/>
                    <a:pt x="4614824" y="1096448"/>
                  </a:cubicBezTo>
                  <a:cubicBezTo>
                    <a:pt x="4613671" y="1094143"/>
                    <a:pt x="4616264" y="1093567"/>
                    <a:pt x="4617993" y="1092990"/>
                  </a:cubicBezTo>
                  <a:cubicBezTo>
                    <a:pt x="4619722" y="1092126"/>
                    <a:pt x="4621451" y="1090973"/>
                    <a:pt x="4623179" y="1090109"/>
                  </a:cubicBezTo>
                  <a:cubicBezTo>
                    <a:pt x="4621451" y="1085787"/>
                    <a:pt x="4626061" y="1083194"/>
                    <a:pt x="4628366" y="1080024"/>
                  </a:cubicBezTo>
                  <a:cubicBezTo>
                    <a:pt x="4616264" y="1086363"/>
                    <a:pt x="4604162" y="1092414"/>
                    <a:pt x="4591484" y="1097601"/>
                  </a:cubicBezTo>
                  <a:cubicBezTo>
                    <a:pt x="4591196" y="1097601"/>
                    <a:pt x="4590908" y="1097889"/>
                    <a:pt x="4590620" y="1097889"/>
                  </a:cubicBezTo>
                  <a:cubicBezTo>
                    <a:pt x="4592061" y="1099618"/>
                    <a:pt x="4596383" y="1100194"/>
                    <a:pt x="4593501" y="1103363"/>
                  </a:cubicBezTo>
                  <a:cubicBezTo>
                    <a:pt x="4590620" y="1106533"/>
                    <a:pt x="4586586" y="1107974"/>
                    <a:pt x="4582264" y="1106533"/>
                  </a:cubicBezTo>
                  <a:cubicBezTo>
                    <a:pt x="4581688" y="1106245"/>
                    <a:pt x="4581111" y="1106245"/>
                    <a:pt x="4580535" y="1106245"/>
                  </a:cubicBezTo>
                  <a:cubicBezTo>
                    <a:pt x="4579094" y="1107109"/>
                    <a:pt x="4577942" y="1107974"/>
                    <a:pt x="4576789" y="1108550"/>
                  </a:cubicBezTo>
                  <a:cubicBezTo>
                    <a:pt x="4575637" y="1109414"/>
                    <a:pt x="4574196" y="1110567"/>
                    <a:pt x="4573044" y="1110855"/>
                  </a:cubicBezTo>
                  <a:cubicBezTo>
                    <a:pt x="4575060" y="1110279"/>
                    <a:pt x="4576789" y="1109702"/>
                    <a:pt x="4578806" y="1109414"/>
                  </a:cubicBezTo>
                  <a:cubicBezTo>
                    <a:pt x="4578230" y="1109991"/>
                    <a:pt x="4577366" y="1110567"/>
                    <a:pt x="4576789" y="1111143"/>
                  </a:cubicBezTo>
                  <a:cubicBezTo>
                    <a:pt x="4578518" y="1109991"/>
                    <a:pt x="4580247" y="1108838"/>
                    <a:pt x="4581976" y="1107685"/>
                  </a:cubicBezTo>
                  <a:cubicBezTo>
                    <a:pt x="4581111" y="1112008"/>
                    <a:pt x="4577654" y="1113160"/>
                    <a:pt x="4575060" y="1114889"/>
                  </a:cubicBezTo>
                  <a:cubicBezTo>
                    <a:pt x="4574484" y="1116618"/>
                    <a:pt x="4574484" y="1118635"/>
                    <a:pt x="4572179" y="1118635"/>
                  </a:cubicBezTo>
                  <a:cubicBezTo>
                    <a:pt x="4571891" y="1118635"/>
                    <a:pt x="4571027" y="1118058"/>
                    <a:pt x="4571027" y="1117770"/>
                  </a:cubicBezTo>
                  <a:cubicBezTo>
                    <a:pt x="4571027" y="1116906"/>
                    <a:pt x="4571315" y="1116041"/>
                    <a:pt x="4571603" y="1115177"/>
                  </a:cubicBezTo>
                  <a:cubicBezTo>
                    <a:pt x="4566416" y="1118635"/>
                    <a:pt x="4560942" y="1121516"/>
                    <a:pt x="4556332" y="1125838"/>
                  </a:cubicBezTo>
                  <a:cubicBezTo>
                    <a:pt x="4556044" y="1126126"/>
                    <a:pt x="4554603" y="1125550"/>
                    <a:pt x="4554315" y="1124974"/>
                  </a:cubicBezTo>
                  <a:cubicBezTo>
                    <a:pt x="4553450" y="1123245"/>
                    <a:pt x="4554315" y="1121228"/>
                    <a:pt x="4555755" y="1120364"/>
                  </a:cubicBezTo>
                  <a:cubicBezTo>
                    <a:pt x="4561230" y="1116906"/>
                    <a:pt x="4566993" y="1113448"/>
                    <a:pt x="4573332" y="1111431"/>
                  </a:cubicBezTo>
                  <a:cubicBezTo>
                    <a:pt x="4572467" y="1111719"/>
                    <a:pt x="4571603" y="1111431"/>
                    <a:pt x="4570450" y="1110279"/>
                  </a:cubicBezTo>
                  <a:cubicBezTo>
                    <a:pt x="4570162" y="1109702"/>
                    <a:pt x="4569874" y="1109414"/>
                    <a:pt x="4569586" y="1108838"/>
                  </a:cubicBezTo>
                  <a:cubicBezTo>
                    <a:pt x="4568145" y="1109702"/>
                    <a:pt x="4566416" y="1110567"/>
                    <a:pt x="4564688" y="1111431"/>
                  </a:cubicBezTo>
                  <a:cubicBezTo>
                    <a:pt x="4556620" y="1117770"/>
                    <a:pt x="4549416" y="1125550"/>
                    <a:pt x="4538755" y="1126126"/>
                  </a:cubicBezTo>
                  <a:cubicBezTo>
                    <a:pt x="4530975" y="1132465"/>
                    <a:pt x="4523772" y="1139381"/>
                    <a:pt x="4516280" y="1146008"/>
                  </a:cubicBezTo>
                  <a:lnTo>
                    <a:pt x="4505331" y="1151770"/>
                  </a:lnTo>
                  <a:cubicBezTo>
                    <a:pt x="4505619" y="1152347"/>
                    <a:pt x="4505619" y="1152923"/>
                    <a:pt x="4505619" y="1153499"/>
                  </a:cubicBezTo>
                  <a:cubicBezTo>
                    <a:pt x="4505331" y="1156381"/>
                    <a:pt x="4502450" y="1154940"/>
                    <a:pt x="4500721" y="1155228"/>
                  </a:cubicBezTo>
                  <a:cubicBezTo>
                    <a:pt x="4500145" y="1155516"/>
                    <a:pt x="4499280" y="1155516"/>
                    <a:pt x="4498704" y="1155516"/>
                  </a:cubicBezTo>
                  <a:lnTo>
                    <a:pt x="4491501" y="1159262"/>
                  </a:lnTo>
                  <a:cubicBezTo>
                    <a:pt x="4491501" y="1159550"/>
                    <a:pt x="4491789" y="1159550"/>
                    <a:pt x="4491789" y="1159838"/>
                  </a:cubicBezTo>
                  <a:cubicBezTo>
                    <a:pt x="4493229" y="1162432"/>
                    <a:pt x="4490925" y="1164160"/>
                    <a:pt x="4489772" y="1166177"/>
                  </a:cubicBezTo>
                  <a:cubicBezTo>
                    <a:pt x="4486314" y="1169923"/>
                    <a:pt x="4481416" y="1172228"/>
                    <a:pt x="4476806" y="1174533"/>
                  </a:cubicBezTo>
                  <a:cubicBezTo>
                    <a:pt x="4472772" y="1176550"/>
                    <a:pt x="4470178" y="1175974"/>
                    <a:pt x="4469026" y="1171364"/>
                  </a:cubicBezTo>
                  <a:cubicBezTo>
                    <a:pt x="4469026" y="1170788"/>
                    <a:pt x="4469026" y="1170211"/>
                    <a:pt x="4469026" y="1169635"/>
                  </a:cubicBezTo>
                  <a:cubicBezTo>
                    <a:pt x="4467585" y="1167906"/>
                    <a:pt x="4466144" y="1166177"/>
                    <a:pt x="4464416" y="1164737"/>
                  </a:cubicBezTo>
                  <a:cubicBezTo>
                    <a:pt x="4459517" y="1167618"/>
                    <a:pt x="4454619" y="1170499"/>
                    <a:pt x="4450297" y="1173957"/>
                  </a:cubicBezTo>
                  <a:cubicBezTo>
                    <a:pt x="4451161" y="1176550"/>
                    <a:pt x="4451738" y="1178855"/>
                    <a:pt x="4452602" y="1181449"/>
                  </a:cubicBezTo>
                  <a:cubicBezTo>
                    <a:pt x="4457789" y="1181449"/>
                    <a:pt x="4462687" y="1181161"/>
                    <a:pt x="4466721" y="1177703"/>
                  </a:cubicBezTo>
                  <a:cubicBezTo>
                    <a:pt x="4469602" y="1175110"/>
                    <a:pt x="4471619" y="1176262"/>
                    <a:pt x="4474789" y="1177703"/>
                  </a:cubicBezTo>
                  <a:cubicBezTo>
                    <a:pt x="4483145" y="1181449"/>
                    <a:pt x="4484585" y="1184906"/>
                    <a:pt x="4476229" y="1190381"/>
                  </a:cubicBezTo>
                  <a:cubicBezTo>
                    <a:pt x="4477094" y="1191245"/>
                    <a:pt x="4477958" y="1191822"/>
                    <a:pt x="4478823" y="1192686"/>
                  </a:cubicBezTo>
                  <a:cubicBezTo>
                    <a:pt x="4480263" y="1193550"/>
                    <a:pt x="4483721" y="1192110"/>
                    <a:pt x="4482857" y="1195279"/>
                  </a:cubicBezTo>
                  <a:cubicBezTo>
                    <a:pt x="4482280" y="1197872"/>
                    <a:pt x="4479399" y="1197872"/>
                    <a:pt x="4477094" y="1198161"/>
                  </a:cubicBezTo>
                  <a:cubicBezTo>
                    <a:pt x="4476806" y="1199601"/>
                    <a:pt x="4476229" y="1200466"/>
                    <a:pt x="4474500" y="1200466"/>
                  </a:cubicBezTo>
                  <a:cubicBezTo>
                    <a:pt x="4456636" y="1216601"/>
                    <a:pt x="4434161" y="1224381"/>
                    <a:pt x="4412551" y="1233313"/>
                  </a:cubicBezTo>
                  <a:cubicBezTo>
                    <a:pt x="4409670" y="1237635"/>
                    <a:pt x="4405924" y="1241093"/>
                    <a:pt x="4400737" y="1243110"/>
                  </a:cubicBezTo>
                  <a:cubicBezTo>
                    <a:pt x="4398432" y="1246568"/>
                    <a:pt x="4394110" y="1245415"/>
                    <a:pt x="4391229" y="1247144"/>
                  </a:cubicBezTo>
                  <a:cubicBezTo>
                    <a:pt x="4388924" y="1247432"/>
                    <a:pt x="4386619" y="1248008"/>
                    <a:pt x="4384314" y="1248296"/>
                  </a:cubicBezTo>
                  <a:cubicBezTo>
                    <a:pt x="4379992" y="1253195"/>
                    <a:pt x="4374517" y="1254924"/>
                    <a:pt x="4368178" y="1256364"/>
                  </a:cubicBezTo>
                  <a:cubicBezTo>
                    <a:pt x="4361263" y="1257805"/>
                    <a:pt x="4354923" y="1260975"/>
                    <a:pt x="4348297" y="1263568"/>
                  </a:cubicBezTo>
                  <a:cubicBezTo>
                    <a:pt x="4343974" y="1262992"/>
                    <a:pt x="4343686" y="1270771"/>
                    <a:pt x="4338500" y="1268466"/>
                  </a:cubicBezTo>
                  <a:cubicBezTo>
                    <a:pt x="4337059" y="1266161"/>
                    <a:pt x="4330432" y="1264432"/>
                    <a:pt x="4338212" y="1261551"/>
                  </a:cubicBezTo>
                  <a:cubicBezTo>
                    <a:pt x="4339076" y="1260686"/>
                    <a:pt x="4339940" y="1260110"/>
                    <a:pt x="4340805" y="1259246"/>
                  </a:cubicBezTo>
                  <a:cubicBezTo>
                    <a:pt x="4339364" y="1251178"/>
                    <a:pt x="4344839" y="1255788"/>
                    <a:pt x="4347720" y="1255500"/>
                  </a:cubicBezTo>
                  <a:cubicBezTo>
                    <a:pt x="4348008" y="1255500"/>
                    <a:pt x="4348297" y="1255500"/>
                    <a:pt x="4348585" y="1255212"/>
                  </a:cubicBezTo>
                  <a:cubicBezTo>
                    <a:pt x="4354347" y="1253195"/>
                    <a:pt x="4360398" y="1251466"/>
                    <a:pt x="4366449" y="1249449"/>
                  </a:cubicBezTo>
                  <a:cubicBezTo>
                    <a:pt x="4360110" y="1251754"/>
                    <a:pt x="4357517" y="1238788"/>
                    <a:pt x="4350601" y="1245127"/>
                  </a:cubicBezTo>
                  <a:cubicBezTo>
                    <a:pt x="4339364" y="1249737"/>
                    <a:pt x="4327839" y="1254059"/>
                    <a:pt x="4316889" y="1259246"/>
                  </a:cubicBezTo>
                  <a:cubicBezTo>
                    <a:pt x="4305364" y="1264720"/>
                    <a:pt x="4293550" y="1273076"/>
                    <a:pt x="4282025" y="1275670"/>
                  </a:cubicBezTo>
                  <a:cubicBezTo>
                    <a:pt x="4271076" y="1277975"/>
                    <a:pt x="4265601" y="1283449"/>
                    <a:pt x="4259550" y="1290365"/>
                  </a:cubicBezTo>
                  <a:cubicBezTo>
                    <a:pt x="4260991" y="1290941"/>
                    <a:pt x="4262143" y="1291805"/>
                    <a:pt x="4263296" y="1292382"/>
                  </a:cubicBezTo>
                  <a:cubicBezTo>
                    <a:pt x="4265601" y="1291805"/>
                    <a:pt x="4267618" y="1290941"/>
                    <a:pt x="4269923" y="1290941"/>
                  </a:cubicBezTo>
                  <a:cubicBezTo>
                    <a:pt x="4272804" y="1290941"/>
                    <a:pt x="4276550" y="1290941"/>
                    <a:pt x="4275686" y="1294687"/>
                  </a:cubicBezTo>
                  <a:cubicBezTo>
                    <a:pt x="4275110" y="1296992"/>
                    <a:pt x="4276262" y="1301314"/>
                    <a:pt x="4272228" y="1301314"/>
                  </a:cubicBezTo>
                  <a:cubicBezTo>
                    <a:pt x="4254940" y="1300449"/>
                    <a:pt x="4240245" y="1312551"/>
                    <a:pt x="4222668" y="1309958"/>
                  </a:cubicBezTo>
                  <a:cubicBezTo>
                    <a:pt x="4221804" y="1312263"/>
                    <a:pt x="4220363" y="1312839"/>
                    <a:pt x="4218058" y="1311975"/>
                  </a:cubicBezTo>
                  <a:cubicBezTo>
                    <a:pt x="4209414" y="1319755"/>
                    <a:pt x="4197889" y="1322060"/>
                    <a:pt x="4187228" y="1326382"/>
                  </a:cubicBezTo>
                  <a:cubicBezTo>
                    <a:pt x="4187228" y="1327246"/>
                    <a:pt x="4187228" y="1328111"/>
                    <a:pt x="4187228" y="1328975"/>
                  </a:cubicBezTo>
                  <a:cubicBezTo>
                    <a:pt x="4197889" y="1328687"/>
                    <a:pt x="4207685" y="1325805"/>
                    <a:pt x="4217770" y="1323500"/>
                  </a:cubicBezTo>
                  <a:cubicBezTo>
                    <a:pt x="4222380" y="1319755"/>
                    <a:pt x="4228720" y="1320331"/>
                    <a:pt x="4234194" y="1318314"/>
                  </a:cubicBezTo>
                  <a:cubicBezTo>
                    <a:pt x="4231024" y="1324365"/>
                    <a:pt x="4226990" y="1328975"/>
                    <a:pt x="4220363" y="1330992"/>
                  </a:cubicBezTo>
                  <a:cubicBezTo>
                    <a:pt x="4205669" y="1334738"/>
                    <a:pt x="4219211" y="1341941"/>
                    <a:pt x="4218058" y="1347416"/>
                  </a:cubicBezTo>
                  <a:cubicBezTo>
                    <a:pt x="4220075" y="1347992"/>
                    <a:pt x="4223245" y="1348568"/>
                    <a:pt x="4221804" y="1351738"/>
                  </a:cubicBezTo>
                  <a:cubicBezTo>
                    <a:pt x="4220652" y="1354331"/>
                    <a:pt x="4217770" y="1352602"/>
                    <a:pt x="4215465" y="1352314"/>
                  </a:cubicBezTo>
                  <a:cubicBezTo>
                    <a:pt x="4186075" y="1343958"/>
                    <a:pt x="4160719" y="1355772"/>
                    <a:pt x="4136227" y="1369026"/>
                  </a:cubicBezTo>
                  <a:cubicBezTo>
                    <a:pt x="4129024" y="1372772"/>
                    <a:pt x="4121244" y="1374501"/>
                    <a:pt x="4114329" y="1377094"/>
                  </a:cubicBezTo>
                  <a:cubicBezTo>
                    <a:pt x="4096752" y="1383721"/>
                    <a:pt x="4079752" y="1393230"/>
                    <a:pt x="4061600" y="1398128"/>
                  </a:cubicBezTo>
                  <a:cubicBezTo>
                    <a:pt x="4044600" y="1402738"/>
                    <a:pt x="4027599" y="1406772"/>
                    <a:pt x="4010599" y="1410806"/>
                  </a:cubicBezTo>
                  <a:cubicBezTo>
                    <a:pt x="3994464" y="1414552"/>
                    <a:pt x="3979192" y="1420603"/>
                    <a:pt x="3965362" y="1429247"/>
                  </a:cubicBezTo>
                  <a:cubicBezTo>
                    <a:pt x="3959023" y="1433281"/>
                    <a:pt x="3955853" y="1424925"/>
                    <a:pt x="3951531" y="1428382"/>
                  </a:cubicBezTo>
                  <a:cubicBezTo>
                    <a:pt x="3943175" y="1435298"/>
                    <a:pt x="3928480" y="1432128"/>
                    <a:pt x="3925023" y="1446247"/>
                  </a:cubicBezTo>
                  <a:cubicBezTo>
                    <a:pt x="3924446" y="1448264"/>
                    <a:pt x="3920412" y="1448840"/>
                    <a:pt x="3918972" y="1446823"/>
                  </a:cubicBezTo>
                  <a:cubicBezTo>
                    <a:pt x="3914073" y="1440484"/>
                    <a:pt x="3911480" y="1444518"/>
                    <a:pt x="3906870" y="1447399"/>
                  </a:cubicBezTo>
                  <a:cubicBezTo>
                    <a:pt x="3899954" y="1452010"/>
                    <a:pt x="3893327" y="1462094"/>
                    <a:pt x="3882378" y="1453162"/>
                  </a:cubicBezTo>
                  <a:cubicBezTo>
                    <a:pt x="3880649" y="1451721"/>
                    <a:pt x="3874599" y="1452874"/>
                    <a:pt x="3872581" y="1454891"/>
                  </a:cubicBezTo>
                  <a:cubicBezTo>
                    <a:pt x="3864226" y="1463535"/>
                    <a:pt x="3853852" y="1466705"/>
                    <a:pt x="3842327" y="1467281"/>
                  </a:cubicBezTo>
                  <a:cubicBezTo>
                    <a:pt x="3842327" y="1467569"/>
                    <a:pt x="3842327" y="1468145"/>
                    <a:pt x="3842327" y="1468433"/>
                  </a:cubicBezTo>
                  <a:cubicBezTo>
                    <a:pt x="3848666" y="1469298"/>
                    <a:pt x="3845497" y="1476501"/>
                    <a:pt x="3849530" y="1479095"/>
                  </a:cubicBezTo>
                  <a:cubicBezTo>
                    <a:pt x="3873446" y="1472179"/>
                    <a:pt x="3895344" y="1460366"/>
                    <a:pt x="3920412" y="1455755"/>
                  </a:cubicBezTo>
                  <a:cubicBezTo>
                    <a:pt x="3942887" y="1451721"/>
                    <a:pt x="3964497" y="1442789"/>
                    <a:pt x="3986396" y="1435874"/>
                  </a:cubicBezTo>
                  <a:cubicBezTo>
                    <a:pt x="3992447" y="1433857"/>
                    <a:pt x="3998786" y="1432993"/>
                    <a:pt x="4002532" y="1426942"/>
                  </a:cubicBezTo>
                  <a:cubicBezTo>
                    <a:pt x="4003972" y="1424637"/>
                    <a:pt x="4006565" y="1423484"/>
                    <a:pt x="4009735" y="1424637"/>
                  </a:cubicBezTo>
                  <a:cubicBezTo>
                    <a:pt x="4016074" y="1427230"/>
                    <a:pt x="4022125" y="1426365"/>
                    <a:pt x="4027023" y="1421467"/>
                  </a:cubicBezTo>
                  <a:cubicBezTo>
                    <a:pt x="4031057" y="1417433"/>
                    <a:pt x="4035091" y="1422908"/>
                    <a:pt x="4039125" y="1421755"/>
                  </a:cubicBezTo>
                  <a:cubicBezTo>
                    <a:pt x="4041718" y="1420603"/>
                    <a:pt x="4044023" y="1420026"/>
                    <a:pt x="4044023" y="1424060"/>
                  </a:cubicBezTo>
                  <a:cubicBezTo>
                    <a:pt x="4041718" y="1426653"/>
                    <a:pt x="4037972" y="1427518"/>
                    <a:pt x="4037108" y="1431552"/>
                  </a:cubicBezTo>
                  <a:cubicBezTo>
                    <a:pt x="4039989" y="1436162"/>
                    <a:pt x="4045464" y="1431840"/>
                    <a:pt x="4050362" y="1436162"/>
                  </a:cubicBezTo>
                  <a:cubicBezTo>
                    <a:pt x="4027887" y="1441637"/>
                    <a:pt x="4008870" y="1453162"/>
                    <a:pt x="3986684" y="1457484"/>
                  </a:cubicBezTo>
                  <a:cubicBezTo>
                    <a:pt x="3970836" y="1460366"/>
                    <a:pt x="3954412" y="1455467"/>
                    <a:pt x="3939429" y="1462671"/>
                  </a:cubicBezTo>
                  <a:cubicBezTo>
                    <a:pt x="3939141" y="1464976"/>
                    <a:pt x="3939141" y="1467569"/>
                    <a:pt x="3938853" y="1470162"/>
                  </a:cubicBezTo>
                  <a:cubicBezTo>
                    <a:pt x="3932226" y="1475349"/>
                    <a:pt x="3925599" y="1479671"/>
                    <a:pt x="3916378" y="1476213"/>
                  </a:cubicBezTo>
                  <a:cubicBezTo>
                    <a:pt x="3914073" y="1475349"/>
                    <a:pt x="3910904" y="1476501"/>
                    <a:pt x="3908310" y="1477078"/>
                  </a:cubicBezTo>
                  <a:cubicBezTo>
                    <a:pt x="3883243" y="1483705"/>
                    <a:pt x="3856158" y="1483993"/>
                    <a:pt x="3833683" y="1499264"/>
                  </a:cubicBezTo>
                  <a:cubicBezTo>
                    <a:pt x="3832531" y="1500129"/>
                    <a:pt x="3830801" y="1500993"/>
                    <a:pt x="3829361" y="1500993"/>
                  </a:cubicBezTo>
                  <a:cubicBezTo>
                    <a:pt x="3810632" y="1500417"/>
                    <a:pt x="3796513" y="1512807"/>
                    <a:pt x="3779513" y="1516840"/>
                  </a:cubicBezTo>
                  <a:cubicBezTo>
                    <a:pt x="3760208" y="1521451"/>
                    <a:pt x="3742055" y="1529807"/>
                    <a:pt x="3722174" y="1533264"/>
                  </a:cubicBezTo>
                  <a:cubicBezTo>
                    <a:pt x="3709784" y="1535569"/>
                    <a:pt x="3697682" y="1541332"/>
                    <a:pt x="3685580" y="1545366"/>
                  </a:cubicBezTo>
                  <a:cubicBezTo>
                    <a:pt x="3684140" y="1546231"/>
                    <a:pt x="3682699" y="1546231"/>
                    <a:pt x="3681258" y="1546231"/>
                  </a:cubicBezTo>
                  <a:cubicBezTo>
                    <a:pt x="3674919" y="1547671"/>
                    <a:pt x="3668580" y="1548824"/>
                    <a:pt x="3662241" y="1550265"/>
                  </a:cubicBezTo>
                  <a:cubicBezTo>
                    <a:pt x="3648987" y="1555163"/>
                    <a:pt x="3636021" y="1560349"/>
                    <a:pt x="3621614" y="1561502"/>
                  </a:cubicBezTo>
                  <a:cubicBezTo>
                    <a:pt x="3608071" y="1559485"/>
                    <a:pt x="3596546" y="1568417"/>
                    <a:pt x="3583292" y="1568705"/>
                  </a:cubicBezTo>
                  <a:cubicBezTo>
                    <a:pt x="3579258" y="1570434"/>
                    <a:pt x="3575512" y="1571875"/>
                    <a:pt x="3571478" y="1573604"/>
                  </a:cubicBezTo>
                  <a:cubicBezTo>
                    <a:pt x="3554478" y="1579078"/>
                    <a:pt x="3537766" y="1585417"/>
                    <a:pt x="3519613" y="1587434"/>
                  </a:cubicBezTo>
                  <a:cubicBezTo>
                    <a:pt x="3533732" y="1579078"/>
                    <a:pt x="3547851" y="1571298"/>
                    <a:pt x="3564563" y="1568993"/>
                  </a:cubicBezTo>
                  <a:cubicBezTo>
                    <a:pt x="3571766" y="1567265"/>
                    <a:pt x="3578393" y="1563519"/>
                    <a:pt x="3585885" y="1563807"/>
                  </a:cubicBezTo>
                  <a:cubicBezTo>
                    <a:pt x="3595105" y="1555739"/>
                    <a:pt x="3607783" y="1560061"/>
                    <a:pt x="3617868" y="1554875"/>
                  </a:cubicBezTo>
                  <a:cubicBezTo>
                    <a:pt x="3625648" y="1551129"/>
                    <a:pt x="3633427" y="1545366"/>
                    <a:pt x="3643224" y="1547671"/>
                  </a:cubicBezTo>
                  <a:cubicBezTo>
                    <a:pt x="3644953" y="1547671"/>
                    <a:pt x="3646394" y="1547959"/>
                    <a:pt x="3648123" y="1547959"/>
                  </a:cubicBezTo>
                  <a:cubicBezTo>
                    <a:pt x="3655614" y="1539027"/>
                    <a:pt x="3666852" y="1543349"/>
                    <a:pt x="3676072" y="1539891"/>
                  </a:cubicBezTo>
                  <a:cubicBezTo>
                    <a:pt x="3683851" y="1531824"/>
                    <a:pt x="3695089" y="1532400"/>
                    <a:pt x="3704597" y="1528078"/>
                  </a:cubicBezTo>
                  <a:cubicBezTo>
                    <a:pt x="3704886" y="1526349"/>
                    <a:pt x="3704886" y="1523468"/>
                    <a:pt x="3705750" y="1523180"/>
                  </a:cubicBezTo>
                  <a:cubicBezTo>
                    <a:pt x="3707479" y="1522315"/>
                    <a:pt x="3708631" y="1524620"/>
                    <a:pt x="3709496" y="1526061"/>
                  </a:cubicBezTo>
                  <a:cubicBezTo>
                    <a:pt x="3718716" y="1524620"/>
                    <a:pt x="3728513" y="1526349"/>
                    <a:pt x="3736005" y="1519146"/>
                  </a:cubicBezTo>
                  <a:cubicBezTo>
                    <a:pt x="3733699" y="1510790"/>
                    <a:pt x="3741479" y="1512230"/>
                    <a:pt x="3745225" y="1509925"/>
                  </a:cubicBezTo>
                  <a:cubicBezTo>
                    <a:pt x="3749835" y="1507044"/>
                    <a:pt x="3754445" y="1504163"/>
                    <a:pt x="3759056" y="1501281"/>
                  </a:cubicBezTo>
                  <a:cubicBezTo>
                    <a:pt x="3756750" y="1498688"/>
                    <a:pt x="3749547" y="1498688"/>
                    <a:pt x="3754733" y="1492637"/>
                  </a:cubicBezTo>
                  <a:cubicBezTo>
                    <a:pt x="3746377" y="1495518"/>
                    <a:pt x="3742920" y="1505891"/>
                    <a:pt x="3731971" y="1506180"/>
                  </a:cubicBezTo>
                  <a:cubicBezTo>
                    <a:pt x="3727072" y="1506468"/>
                    <a:pt x="3721886" y="1511942"/>
                    <a:pt x="3715835" y="1507908"/>
                  </a:cubicBezTo>
                  <a:cubicBezTo>
                    <a:pt x="3714970" y="1507332"/>
                    <a:pt x="3713242" y="1507332"/>
                    <a:pt x="3712377" y="1507908"/>
                  </a:cubicBezTo>
                  <a:cubicBezTo>
                    <a:pt x="3687309" y="1524908"/>
                    <a:pt x="3655902" y="1523756"/>
                    <a:pt x="3630258" y="1538451"/>
                  </a:cubicBezTo>
                  <a:cubicBezTo>
                    <a:pt x="3622190" y="1543349"/>
                    <a:pt x="3612682" y="1537010"/>
                    <a:pt x="3603749" y="1538739"/>
                  </a:cubicBezTo>
                  <a:cubicBezTo>
                    <a:pt x="3601156" y="1539315"/>
                    <a:pt x="3598275" y="1537875"/>
                    <a:pt x="3597122" y="1541332"/>
                  </a:cubicBezTo>
                  <a:cubicBezTo>
                    <a:pt x="3594817" y="1547671"/>
                    <a:pt x="3590207" y="1545654"/>
                    <a:pt x="3585020" y="1546231"/>
                  </a:cubicBezTo>
                  <a:cubicBezTo>
                    <a:pt x="3575512" y="1547095"/>
                    <a:pt x="3566292" y="1551417"/>
                    <a:pt x="3557071" y="1554298"/>
                  </a:cubicBezTo>
                  <a:cubicBezTo>
                    <a:pt x="3547275" y="1557180"/>
                    <a:pt x="3535461" y="1560349"/>
                    <a:pt x="3528257" y="1554010"/>
                  </a:cubicBezTo>
                  <a:cubicBezTo>
                    <a:pt x="3520478" y="1547095"/>
                    <a:pt x="3518461" y="1549976"/>
                    <a:pt x="3514427" y="1555451"/>
                  </a:cubicBezTo>
                  <a:lnTo>
                    <a:pt x="3514427" y="1555739"/>
                  </a:lnTo>
                  <a:cubicBezTo>
                    <a:pt x="3515579" y="1557756"/>
                    <a:pt x="3520478" y="1555451"/>
                    <a:pt x="3519613" y="1559773"/>
                  </a:cubicBezTo>
                  <a:cubicBezTo>
                    <a:pt x="3518461" y="1564959"/>
                    <a:pt x="3514715" y="1566976"/>
                    <a:pt x="3509528" y="1566400"/>
                  </a:cubicBezTo>
                  <a:cubicBezTo>
                    <a:pt x="3510105" y="1578790"/>
                    <a:pt x="3499443" y="1577349"/>
                    <a:pt x="3492240" y="1580231"/>
                  </a:cubicBezTo>
                  <a:cubicBezTo>
                    <a:pt x="3489359" y="1581671"/>
                    <a:pt x="3486189" y="1583400"/>
                    <a:pt x="3483308" y="1585129"/>
                  </a:cubicBezTo>
                  <a:cubicBezTo>
                    <a:pt x="3485901" y="1588587"/>
                    <a:pt x="3489647" y="1587146"/>
                    <a:pt x="3492817" y="1587434"/>
                  </a:cubicBezTo>
                  <a:cubicBezTo>
                    <a:pt x="3494257" y="1585993"/>
                    <a:pt x="3495698" y="1584553"/>
                    <a:pt x="3497139" y="1583400"/>
                  </a:cubicBezTo>
                  <a:cubicBezTo>
                    <a:pt x="3501749" y="1580231"/>
                    <a:pt x="3506647" y="1580231"/>
                    <a:pt x="3511545" y="1582824"/>
                  </a:cubicBezTo>
                  <a:cubicBezTo>
                    <a:pt x="3513562" y="1583977"/>
                    <a:pt x="3514715" y="1585705"/>
                    <a:pt x="3513850" y="1587722"/>
                  </a:cubicBezTo>
                  <a:cubicBezTo>
                    <a:pt x="3511834" y="1592044"/>
                    <a:pt x="3507800" y="1593485"/>
                    <a:pt x="3503477" y="1594349"/>
                  </a:cubicBezTo>
                  <a:cubicBezTo>
                    <a:pt x="3466308" y="1601553"/>
                    <a:pt x="3430579" y="1613366"/>
                    <a:pt x="3394850" y="1624316"/>
                  </a:cubicBezTo>
                  <a:cubicBezTo>
                    <a:pt x="3381596" y="1628350"/>
                    <a:pt x="3368053" y="1630079"/>
                    <a:pt x="3355087" y="1636129"/>
                  </a:cubicBezTo>
                  <a:cubicBezTo>
                    <a:pt x="3346731" y="1640163"/>
                    <a:pt x="3336358" y="1640451"/>
                    <a:pt x="3327138" y="1644774"/>
                  </a:cubicBezTo>
                  <a:cubicBezTo>
                    <a:pt x="3324256" y="1646214"/>
                    <a:pt x="3315900" y="1639299"/>
                    <a:pt x="3309849" y="1644774"/>
                  </a:cubicBezTo>
                  <a:cubicBezTo>
                    <a:pt x="3301493" y="1651401"/>
                    <a:pt x="3289680" y="1647367"/>
                    <a:pt x="3281324" y="1653994"/>
                  </a:cubicBezTo>
                  <a:cubicBezTo>
                    <a:pt x="3280747" y="1653994"/>
                    <a:pt x="3279883" y="1653994"/>
                    <a:pt x="3279307" y="1654282"/>
                  </a:cubicBezTo>
                  <a:cubicBezTo>
                    <a:pt x="3281324" y="1656299"/>
                    <a:pt x="3285358" y="1658604"/>
                    <a:pt x="3279307" y="1660909"/>
                  </a:cubicBezTo>
                  <a:cubicBezTo>
                    <a:pt x="3277578" y="1665519"/>
                    <a:pt x="3272968" y="1664655"/>
                    <a:pt x="3269798" y="1666096"/>
                  </a:cubicBezTo>
                  <a:cubicBezTo>
                    <a:pt x="3265764" y="1668977"/>
                    <a:pt x="3261730" y="1671859"/>
                    <a:pt x="3253374" y="1672435"/>
                  </a:cubicBezTo>
                  <a:cubicBezTo>
                    <a:pt x="3259425" y="1667825"/>
                    <a:pt x="3263171" y="1664943"/>
                    <a:pt x="3266917" y="1662350"/>
                  </a:cubicBezTo>
                  <a:cubicBezTo>
                    <a:pt x="3266917" y="1661197"/>
                    <a:pt x="3267205" y="1660045"/>
                    <a:pt x="3267205" y="1658892"/>
                  </a:cubicBezTo>
                  <a:cubicBezTo>
                    <a:pt x="3258561" y="1656875"/>
                    <a:pt x="3250493" y="1664079"/>
                    <a:pt x="3241849" y="1660621"/>
                  </a:cubicBezTo>
                  <a:cubicBezTo>
                    <a:pt x="3239832" y="1661485"/>
                    <a:pt x="3238103" y="1662350"/>
                    <a:pt x="3236086" y="1663214"/>
                  </a:cubicBezTo>
                  <a:cubicBezTo>
                    <a:pt x="3229171" y="1663791"/>
                    <a:pt x="3226289" y="1671570"/>
                    <a:pt x="3219086" y="1672435"/>
                  </a:cubicBezTo>
                  <a:cubicBezTo>
                    <a:pt x="3217069" y="1668689"/>
                    <a:pt x="3221967" y="1666672"/>
                    <a:pt x="3221679" y="1663502"/>
                  </a:cubicBezTo>
                  <a:cubicBezTo>
                    <a:pt x="3220239" y="1663502"/>
                    <a:pt x="3218798" y="1663502"/>
                    <a:pt x="3217357" y="1663502"/>
                  </a:cubicBezTo>
                  <a:cubicBezTo>
                    <a:pt x="3213323" y="1667248"/>
                    <a:pt x="3208713" y="1660621"/>
                    <a:pt x="3204391" y="1664367"/>
                  </a:cubicBezTo>
                  <a:cubicBezTo>
                    <a:pt x="3200357" y="1667825"/>
                    <a:pt x="3195170" y="1664367"/>
                    <a:pt x="3190848" y="1665519"/>
                  </a:cubicBezTo>
                  <a:cubicBezTo>
                    <a:pt x="3185374" y="1667248"/>
                    <a:pt x="3192289" y="1672147"/>
                    <a:pt x="3188832" y="1676469"/>
                  </a:cubicBezTo>
                  <a:cubicBezTo>
                    <a:pt x="3183069" y="1683672"/>
                    <a:pt x="3174713" y="1685401"/>
                    <a:pt x="3167797" y="1686553"/>
                  </a:cubicBezTo>
                  <a:cubicBezTo>
                    <a:pt x="3155119" y="1688859"/>
                    <a:pt x="3143882" y="1696638"/>
                    <a:pt x="3130340" y="1694910"/>
                  </a:cubicBezTo>
                  <a:cubicBezTo>
                    <a:pt x="3129187" y="1694621"/>
                    <a:pt x="3126594" y="1696638"/>
                    <a:pt x="3126018" y="1698079"/>
                  </a:cubicBezTo>
                  <a:cubicBezTo>
                    <a:pt x="3121984" y="1708740"/>
                    <a:pt x="3113051" y="1706723"/>
                    <a:pt x="3105560" y="1705282"/>
                  </a:cubicBezTo>
                  <a:cubicBezTo>
                    <a:pt x="3089136" y="1701825"/>
                    <a:pt x="3074153" y="1706435"/>
                    <a:pt x="3059170" y="1711909"/>
                  </a:cubicBezTo>
                  <a:cubicBezTo>
                    <a:pt x="3053983" y="1713926"/>
                    <a:pt x="3053983" y="1721418"/>
                    <a:pt x="3047932" y="1724299"/>
                  </a:cubicBezTo>
                  <a:cubicBezTo>
                    <a:pt x="3045627" y="1725164"/>
                    <a:pt x="3049661" y="1728333"/>
                    <a:pt x="3052542" y="1727757"/>
                  </a:cubicBezTo>
                  <a:cubicBezTo>
                    <a:pt x="3056576" y="1726893"/>
                    <a:pt x="3060899" y="1725164"/>
                    <a:pt x="3064933" y="1724011"/>
                  </a:cubicBezTo>
                  <a:cubicBezTo>
                    <a:pt x="3067526" y="1723147"/>
                    <a:pt x="3070407" y="1721130"/>
                    <a:pt x="3072424" y="1724299"/>
                  </a:cubicBezTo>
                  <a:cubicBezTo>
                    <a:pt x="3074153" y="1727469"/>
                    <a:pt x="3070983" y="1729486"/>
                    <a:pt x="3069543" y="1732079"/>
                  </a:cubicBezTo>
                  <a:cubicBezTo>
                    <a:pt x="3066085" y="1739571"/>
                    <a:pt x="3058305" y="1738994"/>
                    <a:pt x="3053407" y="1739283"/>
                  </a:cubicBezTo>
                  <a:cubicBezTo>
                    <a:pt x="3035831" y="1740147"/>
                    <a:pt x="3020559" y="1747927"/>
                    <a:pt x="3003847" y="1751672"/>
                  </a:cubicBezTo>
                  <a:cubicBezTo>
                    <a:pt x="3002407" y="1751961"/>
                    <a:pt x="3000678" y="1751384"/>
                    <a:pt x="2999237" y="1751096"/>
                  </a:cubicBezTo>
                  <a:cubicBezTo>
                    <a:pt x="2994627" y="1747350"/>
                    <a:pt x="2988576" y="1750232"/>
                    <a:pt x="2982525" y="1748503"/>
                  </a:cubicBezTo>
                  <a:cubicBezTo>
                    <a:pt x="2986559" y="1745334"/>
                    <a:pt x="2990593" y="1745045"/>
                    <a:pt x="2994627" y="1744469"/>
                  </a:cubicBezTo>
                  <a:cubicBezTo>
                    <a:pt x="3012780" y="1744469"/>
                    <a:pt x="3026898" y="1735249"/>
                    <a:pt x="3041305" y="1724588"/>
                  </a:cubicBezTo>
                  <a:cubicBezTo>
                    <a:pt x="3034678" y="1720554"/>
                    <a:pt x="3028627" y="1723147"/>
                    <a:pt x="3023153" y="1722859"/>
                  </a:cubicBezTo>
                  <a:cubicBezTo>
                    <a:pt x="3018831" y="1725452"/>
                    <a:pt x="3014797" y="1727469"/>
                    <a:pt x="3009034" y="1725452"/>
                  </a:cubicBezTo>
                  <a:cubicBezTo>
                    <a:pt x="3011339" y="1721418"/>
                    <a:pt x="3015373" y="1722571"/>
                    <a:pt x="3017966" y="1720554"/>
                  </a:cubicBezTo>
                  <a:cubicBezTo>
                    <a:pt x="3021712" y="1715943"/>
                    <a:pt x="3028915" y="1715655"/>
                    <a:pt x="3033814" y="1706147"/>
                  </a:cubicBezTo>
                  <a:cubicBezTo>
                    <a:pt x="2972729" y="1723435"/>
                    <a:pt x="2914525" y="1739859"/>
                    <a:pt x="2856321" y="1756283"/>
                  </a:cubicBezTo>
                  <a:cubicBezTo>
                    <a:pt x="2855745" y="1758300"/>
                    <a:pt x="2857185" y="1761469"/>
                    <a:pt x="2854592" y="1762334"/>
                  </a:cubicBezTo>
                  <a:cubicBezTo>
                    <a:pt x="2851423" y="1763486"/>
                    <a:pt x="2853728" y="1758588"/>
                    <a:pt x="2851135" y="1758300"/>
                  </a:cubicBezTo>
                  <a:cubicBezTo>
                    <a:pt x="2841050" y="1759452"/>
                    <a:pt x="2832117" y="1764351"/>
                    <a:pt x="2822897" y="1768096"/>
                  </a:cubicBezTo>
                  <a:cubicBezTo>
                    <a:pt x="2822609" y="1768961"/>
                    <a:pt x="2822609" y="1769825"/>
                    <a:pt x="2822321" y="1770690"/>
                  </a:cubicBezTo>
                  <a:cubicBezTo>
                    <a:pt x="2822609" y="1771266"/>
                    <a:pt x="2822609" y="1771842"/>
                    <a:pt x="2822609" y="1772707"/>
                  </a:cubicBezTo>
                  <a:cubicBezTo>
                    <a:pt x="2825779" y="1772418"/>
                    <a:pt x="2828948" y="1772418"/>
                    <a:pt x="2832117" y="1772130"/>
                  </a:cubicBezTo>
                  <a:cubicBezTo>
                    <a:pt x="2838168" y="1768673"/>
                    <a:pt x="2845084" y="1770690"/>
                    <a:pt x="2852575" y="1767520"/>
                  </a:cubicBezTo>
                  <a:cubicBezTo>
                    <a:pt x="2847677" y="1780486"/>
                    <a:pt x="2838745" y="1773283"/>
                    <a:pt x="2832117" y="1775012"/>
                  </a:cubicBezTo>
                  <a:cubicBezTo>
                    <a:pt x="2829812" y="1775588"/>
                    <a:pt x="2827219" y="1776452"/>
                    <a:pt x="2824914" y="1777317"/>
                  </a:cubicBezTo>
                  <a:cubicBezTo>
                    <a:pt x="2829236" y="1790283"/>
                    <a:pt x="2814253" y="1791147"/>
                    <a:pt x="2810795" y="1799215"/>
                  </a:cubicBezTo>
                  <a:cubicBezTo>
                    <a:pt x="2811660" y="1799791"/>
                    <a:pt x="2811948" y="1800368"/>
                    <a:pt x="2812524" y="1800656"/>
                  </a:cubicBezTo>
                  <a:cubicBezTo>
                    <a:pt x="2817134" y="1802385"/>
                    <a:pt x="2824914" y="1797774"/>
                    <a:pt x="2826067" y="1801520"/>
                  </a:cubicBezTo>
                  <a:cubicBezTo>
                    <a:pt x="2828084" y="1808147"/>
                    <a:pt x="2817711" y="1805554"/>
                    <a:pt x="2815982" y="1809876"/>
                  </a:cubicBezTo>
                  <a:cubicBezTo>
                    <a:pt x="2814253" y="1814198"/>
                    <a:pt x="2808490" y="1813046"/>
                    <a:pt x="2807914" y="1817656"/>
                  </a:cubicBezTo>
                  <a:cubicBezTo>
                    <a:pt x="2810219" y="1820825"/>
                    <a:pt x="2813100" y="1816503"/>
                    <a:pt x="2815405" y="1817944"/>
                  </a:cubicBezTo>
                  <a:cubicBezTo>
                    <a:pt x="2815405" y="1818809"/>
                    <a:pt x="2815117" y="1819385"/>
                    <a:pt x="2815117" y="1820249"/>
                  </a:cubicBezTo>
                  <a:cubicBezTo>
                    <a:pt x="2812524" y="1823995"/>
                    <a:pt x="2808778" y="1822266"/>
                    <a:pt x="2805321" y="1822266"/>
                  </a:cubicBezTo>
                  <a:cubicBezTo>
                    <a:pt x="2774202" y="1830622"/>
                    <a:pt x="2744524" y="1842436"/>
                    <a:pt x="2714846" y="1854538"/>
                  </a:cubicBezTo>
                  <a:cubicBezTo>
                    <a:pt x="2692371" y="1863758"/>
                    <a:pt x="2669896" y="1872978"/>
                    <a:pt x="2644252" y="1874131"/>
                  </a:cubicBezTo>
                  <a:cubicBezTo>
                    <a:pt x="2626675" y="1874707"/>
                    <a:pt x="2608235" y="1880758"/>
                    <a:pt x="2591523" y="1888250"/>
                  </a:cubicBezTo>
                  <a:cubicBezTo>
                    <a:pt x="2582591" y="1891995"/>
                    <a:pt x="2573658" y="1896317"/>
                    <a:pt x="2564726" y="1900351"/>
                  </a:cubicBezTo>
                  <a:cubicBezTo>
                    <a:pt x="2562709" y="1901504"/>
                    <a:pt x="2558963" y="1902368"/>
                    <a:pt x="2562709" y="1905826"/>
                  </a:cubicBezTo>
                  <a:cubicBezTo>
                    <a:pt x="2565590" y="1906690"/>
                    <a:pt x="2566743" y="1910724"/>
                    <a:pt x="2570489" y="1910436"/>
                  </a:cubicBezTo>
                  <a:cubicBezTo>
                    <a:pt x="2573082" y="1911301"/>
                    <a:pt x="2577404" y="1907555"/>
                    <a:pt x="2578268" y="1911877"/>
                  </a:cubicBezTo>
                  <a:cubicBezTo>
                    <a:pt x="2578845" y="1915335"/>
                    <a:pt x="2574811" y="1917640"/>
                    <a:pt x="2571641" y="1919080"/>
                  </a:cubicBezTo>
                  <a:cubicBezTo>
                    <a:pt x="2563574" y="1922826"/>
                    <a:pt x="2553777" y="1920233"/>
                    <a:pt x="2546573" y="1926860"/>
                  </a:cubicBezTo>
                  <a:cubicBezTo>
                    <a:pt x="2546861" y="1928301"/>
                    <a:pt x="2546861" y="1929741"/>
                    <a:pt x="2547150" y="1931182"/>
                  </a:cubicBezTo>
                  <a:cubicBezTo>
                    <a:pt x="2542828" y="1940402"/>
                    <a:pt x="2533031" y="1936657"/>
                    <a:pt x="2526116" y="1939826"/>
                  </a:cubicBezTo>
                  <a:cubicBezTo>
                    <a:pt x="2524387" y="1940114"/>
                    <a:pt x="2522658" y="1940691"/>
                    <a:pt x="2520929" y="1940979"/>
                  </a:cubicBezTo>
                  <a:cubicBezTo>
                    <a:pt x="2514014" y="1941267"/>
                    <a:pt x="2508251" y="1942419"/>
                    <a:pt x="2506234" y="1950199"/>
                  </a:cubicBezTo>
                  <a:cubicBezTo>
                    <a:pt x="2505658" y="1952792"/>
                    <a:pt x="2504217" y="1956250"/>
                    <a:pt x="2500759" y="1953945"/>
                  </a:cubicBezTo>
                  <a:cubicBezTo>
                    <a:pt x="2497590" y="1951928"/>
                    <a:pt x="2496149" y="1948470"/>
                    <a:pt x="2499319" y="1944724"/>
                  </a:cubicBezTo>
                  <a:cubicBezTo>
                    <a:pt x="2503353" y="1939826"/>
                    <a:pt x="2508251" y="1938097"/>
                    <a:pt x="2514014" y="1938674"/>
                  </a:cubicBezTo>
                  <a:cubicBezTo>
                    <a:pt x="2515166" y="1932623"/>
                    <a:pt x="2518336" y="1928013"/>
                    <a:pt x="2523234" y="1924267"/>
                  </a:cubicBezTo>
                  <a:cubicBezTo>
                    <a:pt x="2522658" y="1923402"/>
                    <a:pt x="2521794" y="1922826"/>
                    <a:pt x="2520929" y="1921962"/>
                  </a:cubicBezTo>
                  <a:cubicBezTo>
                    <a:pt x="2519200" y="1921673"/>
                    <a:pt x="2517183" y="1921385"/>
                    <a:pt x="2515455" y="1921097"/>
                  </a:cubicBezTo>
                  <a:cubicBezTo>
                    <a:pt x="2517472" y="1918504"/>
                    <a:pt x="2520353" y="1917640"/>
                    <a:pt x="2523522" y="1917640"/>
                  </a:cubicBezTo>
                  <a:cubicBezTo>
                    <a:pt x="2524387" y="1917063"/>
                    <a:pt x="2525251" y="1916775"/>
                    <a:pt x="2526116" y="1916199"/>
                  </a:cubicBezTo>
                  <a:cubicBezTo>
                    <a:pt x="2524963" y="1915623"/>
                    <a:pt x="2524099" y="1915046"/>
                    <a:pt x="2522946" y="1914470"/>
                  </a:cubicBezTo>
                  <a:cubicBezTo>
                    <a:pt x="2515743" y="1914470"/>
                    <a:pt x="2508539" y="1911013"/>
                    <a:pt x="2502488" y="1919080"/>
                  </a:cubicBezTo>
                  <a:cubicBezTo>
                    <a:pt x="2499895" y="1922538"/>
                    <a:pt x="2493268" y="1923402"/>
                    <a:pt x="2488081" y="1921962"/>
                  </a:cubicBezTo>
                  <a:cubicBezTo>
                    <a:pt x="2478861" y="1925996"/>
                    <a:pt x="2469929" y="1930030"/>
                    <a:pt x="2460708" y="1934064"/>
                  </a:cubicBezTo>
                  <a:cubicBezTo>
                    <a:pt x="2455522" y="1936080"/>
                    <a:pt x="2450335" y="1936945"/>
                    <a:pt x="2444861" y="1936369"/>
                  </a:cubicBezTo>
                  <a:cubicBezTo>
                    <a:pt x="2442556" y="1936369"/>
                    <a:pt x="2440251" y="1936657"/>
                    <a:pt x="2437946" y="1936657"/>
                  </a:cubicBezTo>
                  <a:cubicBezTo>
                    <a:pt x="2437946" y="1936945"/>
                    <a:pt x="2437657" y="1936945"/>
                    <a:pt x="2437657" y="1936945"/>
                  </a:cubicBezTo>
                  <a:cubicBezTo>
                    <a:pt x="2430742" y="1940979"/>
                    <a:pt x="2422674" y="1942996"/>
                    <a:pt x="2416623" y="1948470"/>
                  </a:cubicBezTo>
                  <a:cubicBezTo>
                    <a:pt x="2418640" y="1952216"/>
                    <a:pt x="2417776" y="1954233"/>
                    <a:pt x="2413742" y="1955674"/>
                  </a:cubicBezTo>
                  <a:cubicBezTo>
                    <a:pt x="2406827" y="1957979"/>
                    <a:pt x="2400776" y="1963165"/>
                    <a:pt x="2392996" y="1962877"/>
                  </a:cubicBezTo>
                  <a:cubicBezTo>
                    <a:pt x="2382335" y="1968064"/>
                    <a:pt x="2371962" y="1973826"/>
                    <a:pt x="2360148" y="1975843"/>
                  </a:cubicBezTo>
                  <a:cubicBezTo>
                    <a:pt x="2356115" y="1976420"/>
                    <a:pt x="2352657" y="1978437"/>
                    <a:pt x="2350352" y="1981894"/>
                  </a:cubicBezTo>
                  <a:cubicBezTo>
                    <a:pt x="2350352" y="1973826"/>
                    <a:pt x="2199656" y="2009844"/>
                    <a:pt x="2200809" y="2012149"/>
                  </a:cubicBezTo>
                  <a:cubicBezTo>
                    <a:pt x="2203402" y="2013877"/>
                    <a:pt x="2205131" y="2016183"/>
                    <a:pt x="2205707" y="2019352"/>
                  </a:cubicBezTo>
                  <a:cubicBezTo>
                    <a:pt x="2199080" y="2020216"/>
                    <a:pt x="2192741" y="2022810"/>
                    <a:pt x="2186114" y="2022233"/>
                  </a:cubicBezTo>
                  <a:cubicBezTo>
                    <a:pt x="2171995" y="2030878"/>
                    <a:pt x="2158452" y="2040386"/>
                    <a:pt x="2140876" y="2038945"/>
                  </a:cubicBezTo>
                  <a:cubicBezTo>
                    <a:pt x="2137706" y="2039810"/>
                    <a:pt x="2134825" y="2040674"/>
                    <a:pt x="2131656" y="2041539"/>
                  </a:cubicBezTo>
                  <a:cubicBezTo>
                    <a:pt x="2124164" y="2048742"/>
                    <a:pt x="2114655" y="2049607"/>
                    <a:pt x="2105147" y="2050759"/>
                  </a:cubicBezTo>
                  <a:cubicBezTo>
                    <a:pt x="2086994" y="2056810"/>
                    <a:pt x="2069418" y="2063725"/>
                    <a:pt x="2050689" y="2067471"/>
                  </a:cubicBezTo>
                  <a:cubicBezTo>
                    <a:pt x="2045791" y="2070641"/>
                    <a:pt x="2040316" y="2072081"/>
                    <a:pt x="2034553" y="2072658"/>
                  </a:cubicBezTo>
                  <a:cubicBezTo>
                    <a:pt x="2029367" y="2076115"/>
                    <a:pt x="2023604" y="2077268"/>
                    <a:pt x="2017553" y="2077268"/>
                  </a:cubicBezTo>
                  <a:cubicBezTo>
                    <a:pt x="2009485" y="2082742"/>
                    <a:pt x="1999977" y="2081014"/>
                    <a:pt x="1991044" y="2081590"/>
                  </a:cubicBezTo>
                  <a:cubicBezTo>
                    <a:pt x="1959637" y="2089081"/>
                    <a:pt x="1929959" y="2102048"/>
                    <a:pt x="1898264" y="2107522"/>
                  </a:cubicBezTo>
                  <a:cubicBezTo>
                    <a:pt x="1894807" y="2108098"/>
                    <a:pt x="1891349" y="2109251"/>
                    <a:pt x="1888179" y="2110404"/>
                  </a:cubicBezTo>
                  <a:cubicBezTo>
                    <a:pt x="1862823" y="2119624"/>
                    <a:pt x="1836603" y="2125099"/>
                    <a:pt x="1810382" y="2131438"/>
                  </a:cubicBezTo>
                  <a:cubicBezTo>
                    <a:pt x="1803179" y="2134319"/>
                    <a:pt x="1795687" y="2137489"/>
                    <a:pt x="1788484" y="2140370"/>
                  </a:cubicBezTo>
                  <a:cubicBezTo>
                    <a:pt x="1788772" y="2141234"/>
                    <a:pt x="1788772" y="2142387"/>
                    <a:pt x="1789060" y="2143251"/>
                  </a:cubicBezTo>
                  <a:cubicBezTo>
                    <a:pt x="1788484" y="2149590"/>
                    <a:pt x="1785603" y="2149590"/>
                    <a:pt x="1781569" y="2145845"/>
                  </a:cubicBezTo>
                  <a:cubicBezTo>
                    <a:pt x="1778975" y="2145556"/>
                    <a:pt x="1776670" y="2145556"/>
                    <a:pt x="1774077" y="2145268"/>
                  </a:cubicBezTo>
                  <a:cubicBezTo>
                    <a:pt x="1766874" y="2151607"/>
                    <a:pt x="1757365" y="2152183"/>
                    <a:pt x="1748721" y="2155065"/>
                  </a:cubicBezTo>
                  <a:cubicBezTo>
                    <a:pt x="1748721" y="2155065"/>
                    <a:pt x="1749009" y="2155353"/>
                    <a:pt x="1749009" y="2155353"/>
                  </a:cubicBezTo>
                  <a:cubicBezTo>
                    <a:pt x="1746992" y="2156505"/>
                    <a:pt x="1744687" y="2157946"/>
                    <a:pt x="1742670" y="2159387"/>
                  </a:cubicBezTo>
                  <a:cubicBezTo>
                    <a:pt x="1743534" y="2161404"/>
                    <a:pt x="1742958" y="2163421"/>
                    <a:pt x="1740077" y="2163997"/>
                  </a:cubicBezTo>
                  <a:cubicBezTo>
                    <a:pt x="1738060" y="2164573"/>
                    <a:pt x="1737195" y="2163709"/>
                    <a:pt x="1736619" y="2162268"/>
                  </a:cubicBezTo>
                  <a:cubicBezTo>
                    <a:pt x="1730856" y="2164573"/>
                    <a:pt x="1725094" y="2166879"/>
                    <a:pt x="1718466" y="2166879"/>
                  </a:cubicBezTo>
                  <a:cubicBezTo>
                    <a:pt x="1700026" y="2172929"/>
                    <a:pt x="1680721" y="2174658"/>
                    <a:pt x="1661415" y="2176963"/>
                  </a:cubicBezTo>
                  <a:cubicBezTo>
                    <a:pt x="1648449" y="2178116"/>
                    <a:pt x="1636059" y="2182726"/>
                    <a:pt x="1623093" y="2184743"/>
                  </a:cubicBezTo>
                  <a:cubicBezTo>
                    <a:pt x="1606957" y="2187048"/>
                    <a:pt x="1590245" y="2186760"/>
                    <a:pt x="1574110" y="2190794"/>
                  </a:cubicBezTo>
                  <a:lnTo>
                    <a:pt x="1574686" y="2190794"/>
                  </a:lnTo>
                  <a:lnTo>
                    <a:pt x="1571516" y="2191658"/>
                  </a:lnTo>
                  <a:cubicBezTo>
                    <a:pt x="1570364" y="2191658"/>
                    <a:pt x="1569500" y="2191947"/>
                    <a:pt x="1568635" y="2192235"/>
                  </a:cubicBezTo>
                  <a:cubicBezTo>
                    <a:pt x="1568347" y="2192523"/>
                    <a:pt x="1568347" y="2192811"/>
                    <a:pt x="1568347" y="2193099"/>
                  </a:cubicBezTo>
                  <a:cubicBezTo>
                    <a:pt x="1570940" y="2192235"/>
                    <a:pt x="1573822" y="2191658"/>
                    <a:pt x="1576703" y="2190794"/>
                  </a:cubicBezTo>
                  <a:lnTo>
                    <a:pt x="1587364" y="2191370"/>
                  </a:lnTo>
                  <a:lnTo>
                    <a:pt x="1587076" y="2195404"/>
                  </a:lnTo>
                  <a:cubicBezTo>
                    <a:pt x="1578720" y="2197709"/>
                    <a:pt x="1570364" y="2200302"/>
                    <a:pt x="1562008" y="2202896"/>
                  </a:cubicBezTo>
                  <a:cubicBezTo>
                    <a:pt x="1562008" y="2203472"/>
                    <a:pt x="1562008" y="2204336"/>
                    <a:pt x="1562008" y="2205201"/>
                  </a:cubicBezTo>
                  <a:cubicBezTo>
                    <a:pt x="1570652" y="2207794"/>
                    <a:pt x="1578720" y="2204336"/>
                    <a:pt x="1586788" y="2202319"/>
                  </a:cubicBezTo>
                  <a:lnTo>
                    <a:pt x="1586500" y="2208947"/>
                  </a:lnTo>
                  <a:cubicBezTo>
                    <a:pt x="1576127" y="2210964"/>
                    <a:pt x="1566042" y="2212981"/>
                    <a:pt x="1556821" y="2218743"/>
                  </a:cubicBezTo>
                  <a:cubicBezTo>
                    <a:pt x="1553076" y="2221048"/>
                    <a:pt x="1551923" y="2215862"/>
                    <a:pt x="1549330" y="2214421"/>
                  </a:cubicBezTo>
                  <a:cubicBezTo>
                    <a:pt x="1544143" y="2217014"/>
                    <a:pt x="1542127" y="2213557"/>
                    <a:pt x="1540398" y="2209523"/>
                  </a:cubicBezTo>
                  <a:cubicBezTo>
                    <a:pt x="1530025" y="2211540"/>
                    <a:pt x="1519940" y="2213557"/>
                    <a:pt x="1509855" y="2215574"/>
                  </a:cubicBezTo>
                  <a:cubicBezTo>
                    <a:pt x="1505245" y="2217303"/>
                    <a:pt x="1500635" y="2219320"/>
                    <a:pt x="1496601" y="2222489"/>
                  </a:cubicBezTo>
                  <a:cubicBezTo>
                    <a:pt x="1491991" y="2225658"/>
                    <a:pt x="1487380" y="2226523"/>
                    <a:pt x="1481329" y="2223642"/>
                  </a:cubicBezTo>
                  <a:cubicBezTo>
                    <a:pt x="1480753" y="2223353"/>
                    <a:pt x="1479889" y="2223065"/>
                    <a:pt x="1479024" y="2222777"/>
                  </a:cubicBezTo>
                  <a:cubicBezTo>
                    <a:pt x="1468651" y="2225658"/>
                    <a:pt x="1458278" y="2228540"/>
                    <a:pt x="1447329" y="2228540"/>
                  </a:cubicBezTo>
                  <a:cubicBezTo>
                    <a:pt x="1440702" y="2231133"/>
                    <a:pt x="1435227" y="2234591"/>
                    <a:pt x="1432634" y="2238049"/>
                  </a:cubicBezTo>
                  <a:cubicBezTo>
                    <a:pt x="1429177" y="2242371"/>
                    <a:pt x="1424566" y="2242371"/>
                    <a:pt x="1419956" y="2242659"/>
                  </a:cubicBezTo>
                  <a:cubicBezTo>
                    <a:pt x="1412753" y="2243235"/>
                    <a:pt x="1405837" y="2243235"/>
                    <a:pt x="1398634" y="2243235"/>
                  </a:cubicBezTo>
                  <a:cubicBezTo>
                    <a:pt x="1395465" y="2246404"/>
                    <a:pt x="1391719" y="2245828"/>
                    <a:pt x="1387685" y="2245540"/>
                  </a:cubicBezTo>
                  <a:cubicBezTo>
                    <a:pt x="1387973" y="2244964"/>
                    <a:pt x="1388261" y="2244387"/>
                    <a:pt x="1388549" y="2243811"/>
                  </a:cubicBezTo>
                  <a:cubicBezTo>
                    <a:pt x="1385956" y="2244387"/>
                    <a:pt x="1383363" y="2244676"/>
                    <a:pt x="1381058" y="2245252"/>
                  </a:cubicBezTo>
                  <a:cubicBezTo>
                    <a:pt x="1380481" y="2245540"/>
                    <a:pt x="1379905" y="2245540"/>
                    <a:pt x="1379329" y="2245828"/>
                  </a:cubicBezTo>
                  <a:cubicBezTo>
                    <a:pt x="1372414" y="2254760"/>
                    <a:pt x="1362905" y="2253320"/>
                    <a:pt x="1353685" y="2252455"/>
                  </a:cubicBezTo>
                  <a:cubicBezTo>
                    <a:pt x="1360312" y="2248133"/>
                    <a:pt x="1367515" y="2246404"/>
                    <a:pt x="1375295" y="2245540"/>
                  </a:cubicBezTo>
                  <a:cubicBezTo>
                    <a:pt x="1374719" y="2245252"/>
                    <a:pt x="1374142" y="2244676"/>
                    <a:pt x="1373854" y="2243811"/>
                  </a:cubicBezTo>
                  <a:cubicBezTo>
                    <a:pt x="1371549" y="2238913"/>
                    <a:pt x="1377888" y="2240354"/>
                    <a:pt x="1378753" y="2237760"/>
                  </a:cubicBezTo>
                  <a:cubicBezTo>
                    <a:pt x="1378176" y="2236896"/>
                    <a:pt x="1377312" y="2236032"/>
                    <a:pt x="1376447" y="2235167"/>
                  </a:cubicBezTo>
                  <a:cubicBezTo>
                    <a:pt x="1372702" y="2236032"/>
                    <a:pt x="1368956" y="2236896"/>
                    <a:pt x="1365210" y="2237760"/>
                  </a:cubicBezTo>
                  <a:cubicBezTo>
                    <a:pt x="1361752" y="2238625"/>
                    <a:pt x="1358295" y="2239777"/>
                    <a:pt x="1355125" y="2240930"/>
                  </a:cubicBezTo>
                  <a:cubicBezTo>
                    <a:pt x="1355125" y="2242082"/>
                    <a:pt x="1354837" y="2243235"/>
                    <a:pt x="1354837" y="2244387"/>
                  </a:cubicBezTo>
                  <a:cubicBezTo>
                    <a:pt x="1346769" y="2255337"/>
                    <a:pt x="1333515" y="2255049"/>
                    <a:pt x="1322566" y="2258794"/>
                  </a:cubicBezTo>
                  <a:cubicBezTo>
                    <a:pt x="1310464" y="2263116"/>
                    <a:pt x="1297498" y="2264845"/>
                    <a:pt x="1284820" y="2267438"/>
                  </a:cubicBezTo>
                  <a:cubicBezTo>
                    <a:pt x="1281362" y="2268303"/>
                    <a:pt x="1277616" y="2267438"/>
                    <a:pt x="1274735" y="2270032"/>
                  </a:cubicBezTo>
                  <a:cubicBezTo>
                    <a:pt x="1269260" y="2274642"/>
                    <a:pt x="1263498" y="2277811"/>
                    <a:pt x="1257447" y="2279828"/>
                  </a:cubicBezTo>
                  <a:cubicBezTo>
                    <a:pt x="1258887" y="2279252"/>
                    <a:pt x="1260904" y="2278964"/>
                    <a:pt x="1262921" y="2278964"/>
                  </a:cubicBezTo>
                  <a:cubicBezTo>
                    <a:pt x="1260328" y="2285015"/>
                    <a:pt x="1255718" y="2286167"/>
                    <a:pt x="1251108" y="2286744"/>
                  </a:cubicBezTo>
                  <a:cubicBezTo>
                    <a:pt x="1248803" y="2288761"/>
                    <a:pt x="1244769" y="2290489"/>
                    <a:pt x="1243328" y="2287608"/>
                  </a:cubicBezTo>
                  <a:cubicBezTo>
                    <a:pt x="1241887" y="2284439"/>
                    <a:pt x="1245921" y="2283862"/>
                    <a:pt x="1248514" y="2283862"/>
                  </a:cubicBezTo>
                  <a:cubicBezTo>
                    <a:pt x="1251108" y="2282710"/>
                    <a:pt x="1253413" y="2281269"/>
                    <a:pt x="1256294" y="2280117"/>
                  </a:cubicBezTo>
                  <a:cubicBezTo>
                    <a:pt x="1244192" y="2283862"/>
                    <a:pt x="1230938" y="2283574"/>
                    <a:pt x="1217972" y="2283286"/>
                  </a:cubicBezTo>
                  <a:cubicBezTo>
                    <a:pt x="1215955" y="2283286"/>
                    <a:pt x="1214226" y="2283286"/>
                    <a:pt x="1212497" y="2283286"/>
                  </a:cubicBezTo>
                  <a:cubicBezTo>
                    <a:pt x="1207311" y="2285303"/>
                    <a:pt x="1203277" y="2289049"/>
                    <a:pt x="1198955" y="2292795"/>
                  </a:cubicBezTo>
                  <a:cubicBezTo>
                    <a:pt x="1203853" y="2292506"/>
                    <a:pt x="1208752" y="2292795"/>
                    <a:pt x="1212785" y="2291066"/>
                  </a:cubicBezTo>
                  <a:cubicBezTo>
                    <a:pt x="1217972" y="2286744"/>
                    <a:pt x="1224023" y="2289337"/>
                    <a:pt x="1230362" y="2289049"/>
                  </a:cubicBezTo>
                  <a:cubicBezTo>
                    <a:pt x="1227480" y="2296828"/>
                    <a:pt x="1222870" y="2296540"/>
                    <a:pt x="1217396" y="2293371"/>
                  </a:cubicBezTo>
                  <a:cubicBezTo>
                    <a:pt x="1212209" y="2293371"/>
                    <a:pt x="1207311" y="2295100"/>
                    <a:pt x="1202989" y="2297981"/>
                  </a:cubicBezTo>
                  <a:cubicBezTo>
                    <a:pt x="1205582" y="2302015"/>
                    <a:pt x="1206158" y="2305473"/>
                    <a:pt x="1200972" y="2307778"/>
                  </a:cubicBezTo>
                  <a:cubicBezTo>
                    <a:pt x="1196938" y="2311524"/>
                    <a:pt x="1191751" y="2312100"/>
                    <a:pt x="1186853" y="2312964"/>
                  </a:cubicBezTo>
                  <a:cubicBezTo>
                    <a:pt x="1181667" y="2315557"/>
                    <a:pt x="1179361" y="2313540"/>
                    <a:pt x="1181090" y="2308066"/>
                  </a:cubicBezTo>
                  <a:cubicBezTo>
                    <a:pt x="1181955" y="2305184"/>
                    <a:pt x="1184548" y="2302879"/>
                    <a:pt x="1186565" y="2300574"/>
                  </a:cubicBezTo>
                  <a:cubicBezTo>
                    <a:pt x="1185701" y="2300862"/>
                    <a:pt x="1184548" y="2301150"/>
                    <a:pt x="1183684" y="2301150"/>
                  </a:cubicBezTo>
                  <a:cubicBezTo>
                    <a:pt x="1187429" y="2294811"/>
                    <a:pt x="1185701" y="2293371"/>
                    <a:pt x="1180802" y="2293947"/>
                  </a:cubicBezTo>
                  <a:cubicBezTo>
                    <a:pt x="1159768" y="2304032"/>
                    <a:pt x="1138158" y="2311235"/>
                    <a:pt x="1115971" y="2316998"/>
                  </a:cubicBezTo>
                  <a:cubicBezTo>
                    <a:pt x="1096090" y="2322184"/>
                    <a:pt x="1076496" y="2327659"/>
                    <a:pt x="1056903" y="2333422"/>
                  </a:cubicBezTo>
                  <a:cubicBezTo>
                    <a:pt x="1055174" y="2333998"/>
                    <a:pt x="1053734" y="2333998"/>
                    <a:pt x="1053445" y="2336015"/>
                  </a:cubicBezTo>
                  <a:cubicBezTo>
                    <a:pt x="1051429" y="2336015"/>
                    <a:pt x="1049412" y="2336015"/>
                    <a:pt x="1047395" y="2336015"/>
                  </a:cubicBezTo>
                  <a:cubicBezTo>
                    <a:pt x="1046530" y="2336880"/>
                    <a:pt x="1045666" y="2337168"/>
                    <a:pt x="1043649" y="2336015"/>
                  </a:cubicBezTo>
                  <a:cubicBezTo>
                    <a:pt x="1037310" y="2336015"/>
                    <a:pt x="1031259" y="2336015"/>
                    <a:pt x="1024920" y="2336015"/>
                  </a:cubicBezTo>
                  <a:cubicBezTo>
                    <a:pt x="1021174" y="2336015"/>
                    <a:pt x="1017140" y="2336015"/>
                    <a:pt x="1013106" y="2336015"/>
                  </a:cubicBezTo>
                  <a:cubicBezTo>
                    <a:pt x="993513" y="2341202"/>
                    <a:pt x="974208" y="2346676"/>
                    <a:pt x="954902" y="2351575"/>
                  </a:cubicBezTo>
                  <a:cubicBezTo>
                    <a:pt x="942801" y="2354744"/>
                    <a:pt x="935309" y="2361371"/>
                    <a:pt x="927529" y="2369151"/>
                  </a:cubicBezTo>
                  <a:cubicBezTo>
                    <a:pt x="924936" y="2371744"/>
                    <a:pt x="921767" y="2372897"/>
                    <a:pt x="918309" y="2374049"/>
                  </a:cubicBezTo>
                  <a:cubicBezTo>
                    <a:pt x="916580" y="2374626"/>
                    <a:pt x="913987" y="2375490"/>
                    <a:pt x="913123" y="2373473"/>
                  </a:cubicBezTo>
                  <a:cubicBezTo>
                    <a:pt x="911682" y="2370592"/>
                    <a:pt x="915428" y="2369727"/>
                    <a:pt x="916292" y="2367710"/>
                  </a:cubicBezTo>
                  <a:cubicBezTo>
                    <a:pt x="916292" y="2365405"/>
                    <a:pt x="916580" y="2363100"/>
                    <a:pt x="913699" y="2362236"/>
                  </a:cubicBezTo>
                  <a:cubicBezTo>
                    <a:pt x="901885" y="2361083"/>
                    <a:pt x="893241" y="2370015"/>
                    <a:pt x="882580" y="2372897"/>
                  </a:cubicBezTo>
                  <a:cubicBezTo>
                    <a:pt x="877105" y="2374337"/>
                    <a:pt x="873360" y="2380100"/>
                    <a:pt x="866444" y="2375490"/>
                  </a:cubicBezTo>
                  <a:cubicBezTo>
                    <a:pt x="864427" y="2374049"/>
                    <a:pt x="860393" y="2375202"/>
                    <a:pt x="857224" y="2375202"/>
                  </a:cubicBezTo>
                  <a:cubicBezTo>
                    <a:pt x="853190" y="2380965"/>
                    <a:pt x="846563" y="2375778"/>
                    <a:pt x="841953" y="2378371"/>
                  </a:cubicBezTo>
                  <a:cubicBezTo>
                    <a:pt x="838495" y="2381541"/>
                    <a:pt x="834173" y="2381829"/>
                    <a:pt x="829851" y="2382405"/>
                  </a:cubicBezTo>
                  <a:cubicBezTo>
                    <a:pt x="826681" y="2383846"/>
                    <a:pt x="823800" y="2385287"/>
                    <a:pt x="820342" y="2384422"/>
                  </a:cubicBezTo>
                  <a:cubicBezTo>
                    <a:pt x="818613" y="2386439"/>
                    <a:pt x="816020" y="2386727"/>
                    <a:pt x="813427" y="2387015"/>
                  </a:cubicBezTo>
                  <a:cubicBezTo>
                    <a:pt x="803054" y="2391337"/>
                    <a:pt x="791529" y="2391626"/>
                    <a:pt x="781156" y="2395948"/>
                  </a:cubicBezTo>
                  <a:cubicBezTo>
                    <a:pt x="787783" y="2386439"/>
                    <a:pt x="799020" y="2387015"/>
                    <a:pt x="808529" y="2384422"/>
                  </a:cubicBezTo>
                  <a:cubicBezTo>
                    <a:pt x="812274" y="2383558"/>
                    <a:pt x="816020" y="2381253"/>
                    <a:pt x="820342" y="2382405"/>
                  </a:cubicBezTo>
                  <a:cubicBezTo>
                    <a:pt x="821783" y="2379524"/>
                    <a:pt x="824376" y="2379524"/>
                    <a:pt x="826970" y="2379812"/>
                  </a:cubicBezTo>
                  <a:cubicBezTo>
                    <a:pt x="830715" y="2377507"/>
                    <a:pt x="834461" y="2375778"/>
                    <a:pt x="839071" y="2375778"/>
                  </a:cubicBezTo>
                  <a:cubicBezTo>
                    <a:pt x="843970" y="2372897"/>
                    <a:pt x="849444" y="2373761"/>
                    <a:pt x="854343" y="2372320"/>
                  </a:cubicBezTo>
                  <a:cubicBezTo>
                    <a:pt x="857224" y="2369727"/>
                    <a:pt x="859529" y="2365981"/>
                    <a:pt x="853190" y="2367422"/>
                  </a:cubicBezTo>
                  <a:cubicBezTo>
                    <a:pt x="842241" y="2370015"/>
                    <a:pt x="830715" y="2370303"/>
                    <a:pt x="820054" y="2374626"/>
                  </a:cubicBezTo>
                  <a:cubicBezTo>
                    <a:pt x="803919" y="2380965"/>
                    <a:pt x="787207" y="2386727"/>
                    <a:pt x="769342" y="2382405"/>
                  </a:cubicBezTo>
                  <a:cubicBezTo>
                    <a:pt x="767325" y="2382117"/>
                    <a:pt x="764732" y="2382982"/>
                    <a:pt x="762427" y="2383846"/>
                  </a:cubicBezTo>
                  <a:cubicBezTo>
                    <a:pt x="730155" y="2395660"/>
                    <a:pt x="696155" y="2400846"/>
                    <a:pt x="663884" y="2412372"/>
                  </a:cubicBezTo>
                  <a:cubicBezTo>
                    <a:pt x="663596" y="2411795"/>
                    <a:pt x="663019" y="2410931"/>
                    <a:pt x="662443" y="2410355"/>
                  </a:cubicBezTo>
                  <a:cubicBezTo>
                    <a:pt x="660138" y="2411795"/>
                    <a:pt x="657545" y="2412948"/>
                    <a:pt x="654951" y="2413524"/>
                  </a:cubicBezTo>
                  <a:cubicBezTo>
                    <a:pt x="644002" y="2416117"/>
                    <a:pt x="633341" y="2419575"/>
                    <a:pt x="622680" y="2423033"/>
                  </a:cubicBezTo>
                  <a:cubicBezTo>
                    <a:pt x="609714" y="2427355"/>
                    <a:pt x="597324" y="2434270"/>
                    <a:pt x="583205" y="2435134"/>
                  </a:cubicBezTo>
                  <a:cubicBezTo>
                    <a:pt x="581188" y="2435134"/>
                    <a:pt x="578883" y="2435999"/>
                    <a:pt x="577154" y="2436863"/>
                  </a:cubicBezTo>
                  <a:cubicBezTo>
                    <a:pt x="558137" y="2447236"/>
                    <a:pt x="536239" y="2450694"/>
                    <a:pt x="516646" y="2459914"/>
                  </a:cubicBezTo>
                  <a:cubicBezTo>
                    <a:pt x="516357" y="2461643"/>
                    <a:pt x="512612" y="2461067"/>
                    <a:pt x="513476" y="2463948"/>
                  </a:cubicBezTo>
                  <a:cubicBezTo>
                    <a:pt x="514629" y="2463660"/>
                    <a:pt x="515781" y="2463372"/>
                    <a:pt x="516934" y="2463084"/>
                  </a:cubicBezTo>
                  <a:cubicBezTo>
                    <a:pt x="517510" y="2464524"/>
                    <a:pt x="518086" y="2465677"/>
                    <a:pt x="518662" y="2467118"/>
                  </a:cubicBezTo>
                  <a:cubicBezTo>
                    <a:pt x="507137" y="2469999"/>
                    <a:pt x="495611" y="2473169"/>
                    <a:pt x="484086" y="2476626"/>
                  </a:cubicBezTo>
                  <a:cubicBezTo>
                    <a:pt x="459306" y="2484118"/>
                    <a:pt x="434526" y="2492474"/>
                    <a:pt x="409170" y="2498525"/>
                  </a:cubicBezTo>
                  <a:cubicBezTo>
                    <a:pt x="401967" y="2500254"/>
                    <a:pt x="394763" y="2502559"/>
                    <a:pt x="387848" y="2505152"/>
                  </a:cubicBezTo>
                  <a:cubicBezTo>
                    <a:pt x="387848" y="2504864"/>
                    <a:pt x="387848" y="2504576"/>
                    <a:pt x="387848" y="2504287"/>
                  </a:cubicBezTo>
                  <a:cubicBezTo>
                    <a:pt x="387272" y="2499965"/>
                    <a:pt x="384967" y="2499101"/>
                    <a:pt x="381221" y="2500542"/>
                  </a:cubicBezTo>
                  <a:cubicBezTo>
                    <a:pt x="376899" y="2502270"/>
                    <a:pt x="372289" y="2503711"/>
                    <a:pt x="368543" y="2506592"/>
                  </a:cubicBezTo>
                  <a:cubicBezTo>
                    <a:pt x="367390" y="2508033"/>
                    <a:pt x="365085" y="2509474"/>
                    <a:pt x="365950" y="2511779"/>
                  </a:cubicBezTo>
                  <a:cubicBezTo>
                    <a:pt x="365950" y="2512067"/>
                    <a:pt x="366238" y="2512355"/>
                    <a:pt x="366238" y="2512355"/>
                  </a:cubicBezTo>
                  <a:lnTo>
                    <a:pt x="359323" y="2514948"/>
                  </a:lnTo>
                  <a:cubicBezTo>
                    <a:pt x="358458" y="2514948"/>
                    <a:pt x="357882" y="2514948"/>
                    <a:pt x="357306" y="2514948"/>
                  </a:cubicBezTo>
                  <a:cubicBezTo>
                    <a:pt x="355577" y="2514948"/>
                    <a:pt x="353272" y="2513220"/>
                    <a:pt x="352695" y="2515813"/>
                  </a:cubicBezTo>
                  <a:cubicBezTo>
                    <a:pt x="352695" y="2516389"/>
                    <a:pt x="352695" y="2516677"/>
                    <a:pt x="352695" y="2517254"/>
                  </a:cubicBezTo>
                  <a:lnTo>
                    <a:pt x="342034" y="2520999"/>
                  </a:lnTo>
                  <a:cubicBezTo>
                    <a:pt x="340305" y="2521864"/>
                    <a:pt x="338865" y="2523016"/>
                    <a:pt x="337136" y="2524169"/>
                  </a:cubicBezTo>
                  <a:lnTo>
                    <a:pt x="305153" y="2537135"/>
                  </a:lnTo>
                  <a:cubicBezTo>
                    <a:pt x="305153" y="2536559"/>
                    <a:pt x="305441" y="2535694"/>
                    <a:pt x="305153" y="2535118"/>
                  </a:cubicBezTo>
                  <a:cubicBezTo>
                    <a:pt x="304865" y="2534542"/>
                    <a:pt x="303712" y="2533677"/>
                    <a:pt x="303424" y="2533965"/>
                  </a:cubicBezTo>
                  <a:cubicBezTo>
                    <a:pt x="298814" y="2537423"/>
                    <a:pt x="293627" y="2539440"/>
                    <a:pt x="288441" y="2541745"/>
                  </a:cubicBezTo>
                  <a:cubicBezTo>
                    <a:pt x="289017" y="2541169"/>
                    <a:pt x="289305" y="2540305"/>
                    <a:pt x="289305" y="2539440"/>
                  </a:cubicBezTo>
                  <a:cubicBezTo>
                    <a:pt x="289305" y="2539152"/>
                    <a:pt x="288441" y="2538576"/>
                    <a:pt x="288153" y="2538576"/>
                  </a:cubicBezTo>
                  <a:cubicBezTo>
                    <a:pt x="286136" y="2538288"/>
                    <a:pt x="285847" y="2540305"/>
                    <a:pt x="284983" y="2541457"/>
                  </a:cubicBezTo>
                  <a:cubicBezTo>
                    <a:pt x="282390" y="2542898"/>
                    <a:pt x="279220" y="2543186"/>
                    <a:pt x="278068" y="2547220"/>
                  </a:cubicBezTo>
                  <a:cubicBezTo>
                    <a:pt x="279508" y="2546356"/>
                    <a:pt x="281237" y="2545491"/>
                    <a:pt x="282966" y="2544627"/>
                  </a:cubicBezTo>
                  <a:cubicBezTo>
                    <a:pt x="282390" y="2544915"/>
                    <a:pt x="281525" y="2545203"/>
                    <a:pt x="280949" y="2545779"/>
                  </a:cubicBezTo>
                  <a:cubicBezTo>
                    <a:pt x="281814" y="2545779"/>
                    <a:pt x="282966" y="2545491"/>
                    <a:pt x="283831" y="2545491"/>
                  </a:cubicBezTo>
                  <a:lnTo>
                    <a:pt x="277780" y="2547796"/>
                  </a:lnTo>
                  <a:cubicBezTo>
                    <a:pt x="277780" y="2547796"/>
                    <a:pt x="277492" y="2547796"/>
                    <a:pt x="277492" y="2547796"/>
                  </a:cubicBezTo>
                  <a:cubicBezTo>
                    <a:pt x="273746" y="2545779"/>
                    <a:pt x="270000" y="2546644"/>
                    <a:pt x="267119" y="2549237"/>
                  </a:cubicBezTo>
                  <a:cubicBezTo>
                    <a:pt x="265390" y="2550389"/>
                    <a:pt x="265678" y="2551254"/>
                    <a:pt x="266542" y="2552118"/>
                  </a:cubicBezTo>
                  <a:lnTo>
                    <a:pt x="233983" y="2565084"/>
                  </a:lnTo>
                  <a:cubicBezTo>
                    <a:pt x="236576" y="2562779"/>
                    <a:pt x="240034" y="2561050"/>
                    <a:pt x="239169" y="2557305"/>
                  </a:cubicBezTo>
                  <a:cubicBezTo>
                    <a:pt x="240898" y="2556440"/>
                    <a:pt x="242339" y="2555864"/>
                    <a:pt x="244068" y="2555288"/>
                  </a:cubicBezTo>
                  <a:cubicBezTo>
                    <a:pt x="245796" y="2555000"/>
                    <a:pt x="248101" y="2554711"/>
                    <a:pt x="247237" y="2552406"/>
                  </a:cubicBezTo>
                  <a:cubicBezTo>
                    <a:pt x="246373" y="2550389"/>
                    <a:pt x="244932" y="2552118"/>
                    <a:pt x="243779" y="2552983"/>
                  </a:cubicBezTo>
                  <a:cubicBezTo>
                    <a:pt x="242051" y="2553847"/>
                    <a:pt x="240322" y="2554711"/>
                    <a:pt x="238593" y="2555576"/>
                  </a:cubicBezTo>
                  <a:cubicBezTo>
                    <a:pt x="238305" y="2555000"/>
                    <a:pt x="238017" y="2554711"/>
                    <a:pt x="237729" y="2554135"/>
                  </a:cubicBezTo>
                  <a:cubicBezTo>
                    <a:pt x="237440" y="2552983"/>
                    <a:pt x="236576" y="2552118"/>
                    <a:pt x="235135" y="2552694"/>
                  </a:cubicBezTo>
                  <a:cubicBezTo>
                    <a:pt x="234271" y="2554135"/>
                    <a:pt x="233406" y="2555864"/>
                    <a:pt x="232254" y="2556440"/>
                  </a:cubicBezTo>
                  <a:cubicBezTo>
                    <a:pt x="225051" y="2560186"/>
                    <a:pt x="217847" y="2563356"/>
                    <a:pt x="210067" y="2565949"/>
                  </a:cubicBezTo>
                  <a:cubicBezTo>
                    <a:pt x="198830" y="2569983"/>
                    <a:pt x="184711" y="2568542"/>
                    <a:pt x="178084" y="2582373"/>
                  </a:cubicBezTo>
                  <a:cubicBezTo>
                    <a:pt x="178372" y="2582373"/>
                    <a:pt x="178660" y="2582661"/>
                    <a:pt x="178949" y="2582949"/>
                  </a:cubicBezTo>
                  <a:cubicBezTo>
                    <a:pt x="176932" y="2583525"/>
                    <a:pt x="174915" y="2584101"/>
                    <a:pt x="172898" y="2584678"/>
                  </a:cubicBezTo>
                  <a:cubicBezTo>
                    <a:pt x="170881" y="2585254"/>
                    <a:pt x="169152" y="2586118"/>
                    <a:pt x="167135" y="2586695"/>
                  </a:cubicBezTo>
                  <a:cubicBezTo>
                    <a:pt x="167135" y="2585542"/>
                    <a:pt x="167135" y="2584390"/>
                    <a:pt x="167135" y="2582949"/>
                  </a:cubicBezTo>
                  <a:cubicBezTo>
                    <a:pt x="168864" y="2581508"/>
                    <a:pt x="170881" y="2581220"/>
                    <a:pt x="172898" y="2581220"/>
                  </a:cubicBezTo>
                  <a:cubicBezTo>
                    <a:pt x="175203" y="2581220"/>
                    <a:pt x="176643" y="2580067"/>
                    <a:pt x="175779" y="2577762"/>
                  </a:cubicBezTo>
                  <a:cubicBezTo>
                    <a:pt x="175203" y="2576034"/>
                    <a:pt x="173186" y="2576034"/>
                    <a:pt x="172033" y="2577474"/>
                  </a:cubicBezTo>
                  <a:cubicBezTo>
                    <a:pt x="168864" y="2581220"/>
                    <a:pt x="163677" y="2578627"/>
                    <a:pt x="160508" y="2581508"/>
                  </a:cubicBezTo>
                  <a:cubicBezTo>
                    <a:pt x="151864" y="2584101"/>
                    <a:pt x="159355" y="2578915"/>
                    <a:pt x="151864" y="2584101"/>
                  </a:cubicBezTo>
                  <a:cubicBezTo>
                    <a:pt x="151864" y="2584101"/>
                    <a:pt x="146677" y="2585830"/>
                    <a:pt x="146677" y="2585830"/>
                  </a:cubicBezTo>
                  <a:cubicBezTo>
                    <a:pt x="168576" y="2584390"/>
                    <a:pt x="137457" y="2589288"/>
                    <a:pt x="138033" y="2588712"/>
                  </a:cubicBezTo>
                  <a:cubicBezTo>
                    <a:pt x="132847" y="2590440"/>
                    <a:pt x="119304" y="2584678"/>
                    <a:pt x="115558" y="2585830"/>
                  </a:cubicBezTo>
                  <a:cubicBezTo>
                    <a:pt x="113253" y="2586118"/>
                    <a:pt x="111524" y="2586406"/>
                    <a:pt x="110372" y="2588712"/>
                  </a:cubicBezTo>
                  <a:cubicBezTo>
                    <a:pt x="112677" y="2589288"/>
                    <a:pt x="114982" y="2589576"/>
                    <a:pt x="116999" y="2587559"/>
                  </a:cubicBezTo>
                  <a:cubicBezTo>
                    <a:pt x="127660" y="2588135"/>
                    <a:pt x="125931" y="2591305"/>
                    <a:pt x="126796" y="2591017"/>
                  </a:cubicBezTo>
                  <a:cubicBezTo>
                    <a:pt x="125067" y="2592457"/>
                    <a:pt x="116423" y="2590152"/>
                    <a:pt x="116135" y="2593322"/>
                  </a:cubicBezTo>
                  <a:cubicBezTo>
                    <a:pt x="115558" y="2593898"/>
                    <a:pt x="115270" y="2594186"/>
                    <a:pt x="114694" y="2594763"/>
                  </a:cubicBezTo>
                  <a:cubicBezTo>
                    <a:pt x="112101" y="2595915"/>
                    <a:pt x="106914" y="2593322"/>
                    <a:pt x="104033" y="2594186"/>
                  </a:cubicBezTo>
                  <a:cubicBezTo>
                    <a:pt x="94812" y="2596780"/>
                    <a:pt x="100287" y="2585542"/>
                    <a:pt x="91931" y="2590729"/>
                  </a:cubicBezTo>
                  <a:cubicBezTo>
                    <a:pt x="101440" y="2582373"/>
                    <a:pt x="96541" y="2587847"/>
                    <a:pt x="107202" y="2581220"/>
                  </a:cubicBezTo>
                  <a:cubicBezTo>
                    <a:pt x="113541" y="2577186"/>
                    <a:pt x="120457" y="2580644"/>
                    <a:pt x="124779" y="2575457"/>
                  </a:cubicBezTo>
                  <a:cubicBezTo>
                    <a:pt x="127660" y="2572000"/>
                    <a:pt x="137169" y="2571135"/>
                    <a:pt x="141203" y="2569118"/>
                  </a:cubicBezTo>
                  <a:cubicBezTo>
                    <a:pt x="141779" y="2568254"/>
                    <a:pt x="101728" y="2574593"/>
                    <a:pt x="97118" y="2578051"/>
                  </a:cubicBezTo>
                  <a:cubicBezTo>
                    <a:pt x="94812" y="2572000"/>
                    <a:pt x="109507" y="2568542"/>
                    <a:pt x="110660" y="2565373"/>
                  </a:cubicBezTo>
                  <a:cubicBezTo>
                    <a:pt x="98558" y="2568830"/>
                    <a:pt x="90202" y="2577474"/>
                    <a:pt x="82423" y="2586695"/>
                  </a:cubicBezTo>
                  <a:cubicBezTo>
                    <a:pt x="78965" y="2590729"/>
                    <a:pt x="77524" y="2595915"/>
                    <a:pt x="71185" y="2595339"/>
                  </a:cubicBezTo>
                  <a:cubicBezTo>
                    <a:pt x="68592" y="2595051"/>
                    <a:pt x="65999" y="2599373"/>
                    <a:pt x="63694" y="2595627"/>
                  </a:cubicBezTo>
                  <a:cubicBezTo>
                    <a:pt x="62253" y="2593034"/>
                    <a:pt x="64846" y="2591017"/>
                    <a:pt x="66575" y="2589288"/>
                  </a:cubicBezTo>
                  <a:cubicBezTo>
                    <a:pt x="67728" y="2588135"/>
                    <a:pt x="69456" y="2586406"/>
                    <a:pt x="67151" y="2584966"/>
                  </a:cubicBezTo>
                  <a:cubicBezTo>
                    <a:pt x="65134" y="2583237"/>
                    <a:pt x="62829" y="2583813"/>
                    <a:pt x="61965" y="2586406"/>
                  </a:cubicBezTo>
                  <a:cubicBezTo>
                    <a:pt x="60236" y="2590729"/>
                    <a:pt x="57355" y="2594186"/>
                    <a:pt x="58219" y="2599661"/>
                  </a:cubicBezTo>
                  <a:cubicBezTo>
                    <a:pt x="59083" y="2604559"/>
                    <a:pt x="57931" y="2609746"/>
                    <a:pt x="50727" y="2609746"/>
                  </a:cubicBezTo>
                  <a:cubicBezTo>
                    <a:pt x="46693" y="2611763"/>
                    <a:pt x="42948" y="2613203"/>
                    <a:pt x="43812" y="2606000"/>
                  </a:cubicBezTo>
                  <a:cubicBezTo>
                    <a:pt x="38626" y="2602254"/>
                    <a:pt x="39202" y="2599373"/>
                    <a:pt x="45541" y="2597932"/>
                  </a:cubicBezTo>
                  <a:cubicBezTo>
                    <a:pt x="40931" y="2595339"/>
                    <a:pt x="45541" y="2589000"/>
                    <a:pt x="40931" y="2586406"/>
                  </a:cubicBezTo>
                  <a:cubicBezTo>
                    <a:pt x="34880" y="2585542"/>
                    <a:pt x="29117" y="2584966"/>
                    <a:pt x="36321" y="2577186"/>
                  </a:cubicBezTo>
                  <a:cubicBezTo>
                    <a:pt x="38914" y="2574305"/>
                    <a:pt x="40354" y="2569695"/>
                    <a:pt x="42371" y="2565949"/>
                  </a:cubicBezTo>
                  <a:cubicBezTo>
                    <a:pt x="37473" y="2562203"/>
                    <a:pt x="38049" y="2555288"/>
                    <a:pt x="34015" y="2550966"/>
                  </a:cubicBezTo>
                  <a:cubicBezTo>
                    <a:pt x="28541" y="2549813"/>
                    <a:pt x="22490" y="2549813"/>
                    <a:pt x="27676" y="2540593"/>
                  </a:cubicBezTo>
                  <a:cubicBezTo>
                    <a:pt x="29982" y="2536847"/>
                    <a:pt x="26524" y="2529932"/>
                    <a:pt x="26236" y="2524457"/>
                  </a:cubicBezTo>
                  <a:cubicBezTo>
                    <a:pt x="25948" y="2522152"/>
                    <a:pt x="23931" y="2519847"/>
                    <a:pt x="26812" y="2517254"/>
                  </a:cubicBezTo>
                  <a:cubicBezTo>
                    <a:pt x="27965" y="2516389"/>
                    <a:pt x="31710" y="2513220"/>
                    <a:pt x="28253" y="2510050"/>
                  </a:cubicBezTo>
                  <a:cubicBezTo>
                    <a:pt x="25659" y="2507745"/>
                    <a:pt x="23642" y="2510626"/>
                    <a:pt x="21337" y="2510626"/>
                  </a:cubicBezTo>
                  <a:cubicBezTo>
                    <a:pt x="17592" y="2510626"/>
                    <a:pt x="15286" y="2517830"/>
                    <a:pt x="10964" y="2512643"/>
                  </a:cubicBezTo>
                  <a:cubicBezTo>
                    <a:pt x="6642" y="2507745"/>
                    <a:pt x="5778" y="2502270"/>
                    <a:pt x="8947" y="2496220"/>
                  </a:cubicBezTo>
                  <a:cubicBezTo>
                    <a:pt x="10964" y="2492474"/>
                    <a:pt x="12693" y="2488728"/>
                    <a:pt x="14710" y="2484982"/>
                  </a:cubicBezTo>
                  <a:cubicBezTo>
                    <a:pt x="13846" y="2482101"/>
                    <a:pt x="11541" y="2481525"/>
                    <a:pt x="8947" y="2482389"/>
                  </a:cubicBezTo>
                  <a:cubicBezTo>
                    <a:pt x="6066" y="2482965"/>
                    <a:pt x="2897" y="2487575"/>
                    <a:pt x="303" y="2483253"/>
                  </a:cubicBezTo>
                  <a:cubicBezTo>
                    <a:pt x="-1137" y="2480948"/>
                    <a:pt x="2897" y="2480084"/>
                    <a:pt x="5202" y="2479219"/>
                  </a:cubicBezTo>
                  <a:cubicBezTo>
                    <a:pt x="5202" y="2476914"/>
                    <a:pt x="1168" y="2475762"/>
                    <a:pt x="3761" y="2472592"/>
                  </a:cubicBezTo>
                  <a:cubicBezTo>
                    <a:pt x="10964" y="2464236"/>
                    <a:pt x="17880" y="2455592"/>
                    <a:pt x="24795" y="2446948"/>
                  </a:cubicBezTo>
                  <a:cubicBezTo>
                    <a:pt x="27388" y="2443202"/>
                    <a:pt x="36321" y="2439456"/>
                    <a:pt x="25083" y="2434558"/>
                  </a:cubicBezTo>
                  <a:cubicBezTo>
                    <a:pt x="23642" y="2433694"/>
                    <a:pt x="20761" y="2429084"/>
                    <a:pt x="24507" y="2426202"/>
                  </a:cubicBezTo>
                  <a:cubicBezTo>
                    <a:pt x="33727" y="2418711"/>
                    <a:pt x="37185" y="2407761"/>
                    <a:pt x="42371" y="2397965"/>
                  </a:cubicBezTo>
                  <a:cubicBezTo>
                    <a:pt x="46405" y="2390761"/>
                    <a:pt x="54473" y="2390473"/>
                    <a:pt x="58219" y="2384422"/>
                  </a:cubicBezTo>
                  <a:cubicBezTo>
                    <a:pt x="57931" y="2383846"/>
                    <a:pt x="57643" y="2382982"/>
                    <a:pt x="57355" y="2382405"/>
                  </a:cubicBezTo>
                  <a:cubicBezTo>
                    <a:pt x="51880" y="2382982"/>
                    <a:pt x="44677" y="2386151"/>
                    <a:pt x="41795" y="2381541"/>
                  </a:cubicBezTo>
                  <a:cubicBezTo>
                    <a:pt x="39490" y="2377795"/>
                    <a:pt x="48422" y="2377507"/>
                    <a:pt x="51016" y="2373473"/>
                  </a:cubicBezTo>
                  <a:cubicBezTo>
                    <a:pt x="52456" y="2370880"/>
                    <a:pt x="52168" y="2368863"/>
                    <a:pt x="53032" y="2366846"/>
                  </a:cubicBezTo>
                  <a:cubicBezTo>
                    <a:pt x="51016" y="2363100"/>
                    <a:pt x="52744" y="2359066"/>
                    <a:pt x="50151" y="2354744"/>
                  </a:cubicBezTo>
                  <a:cubicBezTo>
                    <a:pt x="46117" y="2348117"/>
                    <a:pt x="55626" y="2351286"/>
                    <a:pt x="57931" y="2348405"/>
                  </a:cubicBezTo>
                  <a:cubicBezTo>
                    <a:pt x="56778" y="2344947"/>
                    <a:pt x="62829" y="2345812"/>
                    <a:pt x="61388" y="2343219"/>
                  </a:cubicBezTo>
                  <a:cubicBezTo>
                    <a:pt x="59660" y="2340049"/>
                    <a:pt x="57355" y="2340913"/>
                    <a:pt x="54473" y="2342642"/>
                  </a:cubicBezTo>
                  <a:cubicBezTo>
                    <a:pt x="52168" y="2343795"/>
                    <a:pt x="52744" y="2340337"/>
                    <a:pt x="51880" y="2339185"/>
                  </a:cubicBezTo>
                  <a:cubicBezTo>
                    <a:pt x="48422" y="2340337"/>
                    <a:pt x="44965" y="2341778"/>
                    <a:pt x="41795" y="2338608"/>
                  </a:cubicBezTo>
                  <a:cubicBezTo>
                    <a:pt x="39202" y="2339473"/>
                    <a:pt x="36032" y="2339473"/>
                    <a:pt x="38337" y="2335727"/>
                  </a:cubicBezTo>
                  <a:cubicBezTo>
                    <a:pt x="41795" y="2329964"/>
                    <a:pt x="44677" y="2323337"/>
                    <a:pt x="52168" y="2321896"/>
                  </a:cubicBezTo>
                  <a:cubicBezTo>
                    <a:pt x="52744" y="2321896"/>
                    <a:pt x="53032" y="2321608"/>
                    <a:pt x="53321" y="2321608"/>
                  </a:cubicBezTo>
                  <a:cubicBezTo>
                    <a:pt x="53321" y="2317862"/>
                    <a:pt x="53321" y="2313829"/>
                    <a:pt x="53321" y="2310083"/>
                  </a:cubicBezTo>
                  <a:cubicBezTo>
                    <a:pt x="52168" y="2310659"/>
                    <a:pt x="51016" y="2311235"/>
                    <a:pt x="50151" y="2311524"/>
                  </a:cubicBezTo>
                  <a:cubicBezTo>
                    <a:pt x="45829" y="2312964"/>
                    <a:pt x="42660" y="2310083"/>
                    <a:pt x="38337" y="2310659"/>
                  </a:cubicBezTo>
                  <a:cubicBezTo>
                    <a:pt x="42660" y="2305473"/>
                    <a:pt x="48134" y="2301727"/>
                    <a:pt x="48710" y="2295100"/>
                  </a:cubicBezTo>
                  <a:cubicBezTo>
                    <a:pt x="48134" y="2291354"/>
                    <a:pt x="53032" y="2291642"/>
                    <a:pt x="53321" y="2288761"/>
                  </a:cubicBezTo>
                  <a:cubicBezTo>
                    <a:pt x="53321" y="2288761"/>
                    <a:pt x="53321" y="2288473"/>
                    <a:pt x="53321" y="2288473"/>
                  </a:cubicBezTo>
                  <a:cubicBezTo>
                    <a:pt x="52456" y="2287896"/>
                    <a:pt x="51880" y="2287320"/>
                    <a:pt x="51592" y="2286744"/>
                  </a:cubicBezTo>
                  <a:lnTo>
                    <a:pt x="45253" y="2286744"/>
                  </a:lnTo>
                  <a:cubicBezTo>
                    <a:pt x="47270" y="2286456"/>
                    <a:pt x="48999" y="2285879"/>
                    <a:pt x="51016" y="2285303"/>
                  </a:cubicBezTo>
                  <a:cubicBezTo>
                    <a:pt x="51016" y="2283862"/>
                    <a:pt x="52168" y="2282710"/>
                    <a:pt x="53321" y="2281269"/>
                  </a:cubicBezTo>
                  <a:cubicBezTo>
                    <a:pt x="53321" y="2277523"/>
                    <a:pt x="53321" y="2273489"/>
                    <a:pt x="53321" y="2269455"/>
                  </a:cubicBezTo>
                  <a:cubicBezTo>
                    <a:pt x="51880" y="2270320"/>
                    <a:pt x="50727" y="2272049"/>
                    <a:pt x="49287" y="2272337"/>
                  </a:cubicBezTo>
                  <a:cubicBezTo>
                    <a:pt x="46405" y="2272625"/>
                    <a:pt x="42948" y="2275506"/>
                    <a:pt x="40354" y="2271760"/>
                  </a:cubicBezTo>
                  <a:cubicBezTo>
                    <a:pt x="40066" y="2271760"/>
                    <a:pt x="40354" y="2271184"/>
                    <a:pt x="40354" y="2270896"/>
                  </a:cubicBezTo>
                  <a:cubicBezTo>
                    <a:pt x="40643" y="2270608"/>
                    <a:pt x="40931" y="2270320"/>
                    <a:pt x="41219" y="2270032"/>
                  </a:cubicBezTo>
                  <a:cubicBezTo>
                    <a:pt x="40643" y="2268879"/>
                    <a:pt x="40354" y="2268015"/>
                    <a:pt x="39778" y="2266862"/>
                  </a:cubicBezTo>
                  <a:cubicBezTo>
                    <a:pt x="39490" y="2266862"/>
                    <a:pt x="39202" y="2266574"/>
                    <a:pt x="38914" y="2266574"/>
                  </a:cubicBezTo>
                  <a:cubicBezTo>
                    <a:pt x="35456" y="2267150"/>
                    <a:pt x="32287" y="2267150"/>
                    <a:pt x="34880" y="2262252"/>
                  </a:cubicBezTo>
                  <a:cubicBezTo>
                    <a:pt x="32287" y="2258218"/>
                    <a:pt x="33439" y="2256489"/>
                    <a:pt x="38049" y="2257066"/>
                  </a:cubicBezTo>
                  <a:cubicBezTo>
                    <a:pt x="36897" y="2255625"/>
                    <a:pt x="37473" y="2253896"/>
                    <a:pt x="38049" y="2252455"/>
                  </a:cubicBezTo>
                  <a:cubicBezTo>
                    <a:pt x="36321" y="2253608"/>
                    <a:pt x="34304" y="2255049"/>
                    <a:pt x="32575" y="2256201"/>
                  </a:cubicBezTo>
                  <a:cubicBezTo>
                    <a:pt x="29693" y="2258218"/>
                    <a:pt x="26812" y="2259371"/>
                    <a:pt x="27100" y="2253896"/>
                  </a:cubicBezTo>
                  <a:cubicBezTo>
                    <a:pt x="28829" y="2250150"/>
                    <a:pt x="30558" y="2246404"/>
                    <a:pt x="32287" y="2242659"/>
                  </a:cubicBezTo>
                  <a:cubicBezTo>
                    <a:pt x="35168" y="2238049"/>
                    <a:pt x="39202" y="2234303"/>
                    <a:pt x="43236" y="2231133"/>
                  </a:cubicBezTo>
                  <a:cubicBezTo>
                    <a:pt x="42660" y="2227964"/>
                    <a:pt x="43524" y="2224794"/>
                    <a:pt x="42371" y="2221625"/>
                  </a:cubicBezTo>
                  <a:cubicBezTo>
                    <a:pt x="38914" y="2219320"/>
                    <a:pt x="34592" y="2217879"/>
                    <a:pt x="40643" y="2212692"/>
                  </a:cubicBezTo>
                  <a:cubicBezTo>
                    <a:pt x="43236" y="2210387"/>
                    <a:pt x="42660" y="2204913"/>
                    <a:pt x="43812" y="2200879"/>
                  </a:cubicBezTo>
                  <a:cubicBezTo>
                    <a:pt x="44388" y="2199150"/>
                    <a:pt x="43524" y="2197133"/>
                    <a:pt x="46117" y="2195980"/>
                  </a:cubicBezTo>
                  <a:cubicBezTo>
                    <a:pt x="47270" y="2195692"/>
                    <a:pt x="50727" y="2194540"/>
                    <a:pt x="48999" y="2191370"/>
                  </a:cubicBezTo>
                  <a:cubicBezTo>
                    <a:pt x="47558" y="2189065"/>
                    <a:pt x="45541" y="2190506"/>
                    <a:pt x="43812" y="2189930"/>
                  </a:cubicBezTo>
                  <a:cubicBezTo>
                    <a:pt x="41219" y="2188777"/>
                    <a:pt x="37761" y="2193387"/>
                    <a:pt x="36032" y="2188489"/>
                  </a:cubicBezTo>
                  <a:cubicBezTo>
                    <a:pt x="34304" y="2183879"/>
                    <a:pt x="35168" y="2179845"/>
                    <a:pt x="38914" y="2176387"/>
                  </a:cubicBezTo>
                  <a:cubicBezTo>
                    <a:pt x="41219" y="2174370"/>
                    <a:pt x="43524" y="2172065"/>
                    <a:pt x="45829" y="2170048"/>
                  </a:cubicBezTo>
                  <a:cubicBezTo>
                    <a:pt x="45829" y="2167743"/>
                    <a:pt x="44388" y="2166879"/>
                    <a:pt x="42371" y="2166879"/>
                  </a:cubicBezTo>
                  <a:cubicBezTo>
                    <a:pt x="40066" y="2166590"/>
                    <a:pt x="36609" y="2168896"/>
                    <a:pt x="36032" y="2165150"/>
                  </a:cubicBezTo>
                  <a:cubicBezTo>
                    <a:pt x="35744" y="2163133"/>
                    <a:pt x="38914" y="2163709"/>
                    <a:pt x="40643" y="2163709"/>
                  </a:cubicBezTo>
                  <a:cubicBezTo>
                    <a:pt x="41507" y="2162268"/>
                    <a:pt x="38914" y="2160251"/>
                    <a:pt x="41507" y="2158811"/>
                  </a:cubicBezTo>
                  <a:cubicBezTo>
                    <a:pt x="45253" y="2156794"/>
                    <a:pt x="48999" y="2154489"/>
                    <a:pt x="52744" y="2152472"/>
                  </a:cubicBezTo>
                  <a:cubicBezTo>
                    <a:pt x="52744" y="2150743"/>
                    <a:pt x="53032" y="2148726"/>
                    <a:pt x="53032" y="2146997"/>
                  </a:cubicBezTo>
                  <a:cubicBezTo>
                    <a:pt x="53321" y="2142963"/>
                    <a:pt x="51304" y="2137200"/>
                    <a:pt x="60236" y="2138065"/>
                  </a:cubicBezTo>
                  <a:cubicBezTo>
                    <a:pt x="65134" y="2138641"/>
                    <a:pt x="65999" y="2129997"/>
                    <a:pt x="66575" y="2125675"/>
                  </a:cubicBezTo>
                  <a:cubicBezTo>
                    <a:pt x="67728" y="2117319"/>
                    <a:pt x="72050" y="2114149"/>
                    <a:pt x="78965" y="2112421"/>
                  </a:cubicBezTo>
                  <a:cubicBezTo>
                    <a:pt x="78965" y="2108963"/>
                    <a:pt x="78965" y="2105793"/>
                    <a:pt x="78965" y="2102624"/>
                  </a:cubicBezTo>
                  <a:cubicBezTo>
                    <a:pt x="74067" y="2093692"/>
                    <a:pt x="79829" y="2083607"/>
                    <a:pt x="74931" y="2074386"/>
                  </a:cubicBezTo>
                  <a:cubicBezTo>
                    <a:pt x="73490" y="2071793"/>
                    <a:pt x="79829" y="2070929"/>
                    <a:pt x="80982" y="2071505"/>
                  </a:cubicBezTo>
                  <a:cubicBezTo>
                    <a:pt x="86456" y="2073810"/>
                    <a:pt x="90490" y="2069776"/>
                    <a:pt x="95389" y="2069488"/>
                  </a:cubicBezTo>
                  <a:cubicBezTo>
                    <a:pt x="95101" y="2064590"/>
                    <a:pt x="100575" y="2066318"/>
                    <a:pt x="102304" y="2063437"/>
                  </a:cubicBezTo>
                  <a:cubicBezTo>
                    <a:pt x="92795" y="2054505"/>
                    <a:pt x="92795" y="2054505"/>
                    <a:pt x="100287" y="2048454"/>
                  </a:cubicBezTo>
                  <a:cubicBezTo>
                    <a:pt x="102016" y="2049318"/>
                    <a:pt x="103745" y="2050183"/>
                    <a:pt x="105473" y="2051047"/>
                  </a:cubicBezTo>
                  <a:cubicBezTo>
                    <a:pt x="109507" y="2049030"/>
                    <a:pt x="113253" y="2047301"/>
                    <a:pt x="116999" y="2045284"/>
                  </a:cubicBezTo>
                  <a:cubicBezTo>
                    <a:pt x="116999" y="2045284"/>
                    <a:pt x="116999" y="2044708"/>
                    <a:pt x="116999" y="2044708"/>
                  </a:cubicBezTo>
                  <a:cubicBezTo>
                    <a:pt x="116711" y="2044420"/>
                    <a:pt x="116423" y="2044132"/>
                    <a:pt x="116135" y="2043844"/>
                  </a:cubicBezTo>
                  <a:cubicBezTo>
                    <a:pt x="106914" y="2037217"/>
                    <a:pt x="106914" y="2037217"/>
                    <a:pt x="119304" y="2028861"/>
                  </a:cubicBezTo>
                  <a:cubicBezTo>
                    <a:pt x="119304" y="2028573"/>
                    <a:pt x="119592" y="2028573"/>
                    <a:pt x="119592" y="2028573"/>
                  </a:cubicBezTo>
                  <a:cubicBezTo>
                    <a:pt x="119592" y="2028284"/>
                    <a:pt x="119592" y="2028284"/>
                    <a:pt x="119592" y="2028284"/>
                  </a:cubicBezTo>
                  <a:cubicBezTo>
                    <a:pt x="119592" y="2028284"/>
                    <a:pt x="119592" y="2027996"/>
                    <a:pt x="119880" y="2027708"/>
                  </a:cubicBezTo>
                  <a:cubicBezTo>
                    <a:pt x="120169" y="2027708"/>
                    <a:pt x="120457" y="2027420"/>
                    <a:pt x="120745" y="2027420"/>
                  </a:cubicBezTo>
                  <a:cubicBezTo>
                    <a:pt x="120457" y="2022522"/>
                    <a:pt x="119880" y="2017335"/>
                    <a:pt x="127084" y="2017335"/>
                  </a:cubicBezTo>
                  <a:cubicBezTo>
                    <a:pt x="129677" y="2015606"/>
                    <a:pt x="132558" y="2017335"/>
                    <a:pt x="135440" y="2017623"/>
                  </a:cubicBezTo>
                  <a:cubicBezTo>
                    <a:pt x="138321" y="2014166"/>
                    <a:pt x="141491" y="2010708"/>
                    <a:pt x="146101" y="2010132"/>
                  </a:cubicBezTo>
                  <a:cubicBezTo>
                    <a:pt x="145813" y="2008691"/>
                    <a:pt x="144660" y="2006674"/>
                    <a:pt x="143796" y="2008115"/>
                  </a:cubicBezTo>
                  <a:cubicBezTo>
                    <a:pt x="140338" y="2013877"/>
                    <a:pt x="134575" y="2010708"/>
                    <a:pt x="130253" y="2012149"/>
                  </a:cubicBezTo>
                  <a:cubicBezTo>
                    <a:pt x="126508" y="2013301"/>
                    <a:pt x="122474" y="2014454"/>
                    <a:pt x="118440" y="2015318"/>
                  </a:cubicBezTo>
                  <a:cubicBezTo>
                    <a:pt x="116135" y="2015894"/>
                    <a:pt x="113541" y="2015894"/>
                    <a:pt x="115270" y="2012149"/>
                  </a:cubicBezTo>
                  <a:cubicBezTo>
                    <a:pt x="117287" y="2010132"/>
                    <a:pt x="119592" y="2007827"/>
                    <a:pt x="121609" y="2005810"/>
                  </a:cubicBezTo>
                  <a:cubicBezTo>
                    <a:pt x="128813" y="2000623"/>
                    <a:pt x="137169" y="1999182"/>
                    <a:pt x="145525" y="1997166"/>
                  </a:cubicBezTo>
                  <a:cubicBezTo>
                    <a:pt x="145236" y="1996013"/>
                    <a:pt x="145236" y="1994860"/>
                    <a:pt x="145236" y="1993708"/>
                  </a:cubicBezTo>
                  <a:cubicBezTo>
                    <a:pt x="143508" y="1992843"/>
                    <a:pt x="142067" y="1990826"/>
                    <a:pt x="142931" y="1989386"/>
                  </a:cubicBezTo>
                  <a:cubicBezTo>
                    <a:pt x="143219" y="1988233"/>
                    <a:pt x="146101" y="1988521"/>
                    <a:pt x="147830" y="1988233"/>
                  </a:cubicBezTo>
                  <a:cubicBezTo>
                    <a:pt x="157914" y="1984199"/>
                    <a:pt x="162813" y="1974403"/>
                    <a:pt x="169440" y="1966911"/>
                  </a:cubicBezTo>
                  <a:cubicBezTo>
                    <a:pt x="172321" y="1962589"/>
                    <a:pt x="177508" y="1962301"/>
                    <a:pt x="181254" y="1959708"/>
                  </a:cubicBezTo>
                  <a:cubicBezTo>
                    <a:pt x="181254" y="1951928"/>
                    <a:pt x="174915" y="1956538"/>
                    <a:pt x="171745" y="1954809"/>
                  </a:cubicBezTo>
                  <a:cubicBezTo>
                    <a:pt x="166270" y="1956250"/>
                    <a:pt x="161084" y="1957691"/>
                    <a:pt x="154457" y="1959708"/>
                  </a:cubicBezTo>
                  <a:cubicBezTo>
                    <a:pt x="155321" y="1954233"/>
                    <a:pt x="157338" y="1949911"/>
                    <a:pt x="161084" y="1948758"/>
                  </a:cubicBezTo>
                  <a:cubicBezTo>
                    <a:pt x="172898" y="1945013"/>
                    <a:pt x="178660" y="1934352"/>
                    <a:pt x="187593" y="1927148"/>
                  </a:cubicBezTo>
                  <a:cubicBezTo>
                    <a:pt x="191627" y="1923979"/>
                    <a:pt x="191627" y="1920809"/>
                    <a:pt x="186152" y="1919080"/>
                  </a:cubicBezTo>
                  <a:cubicBezTo>
                    <a:pt x="180389" y="1919657"/>
                    <a:pt x="180677" y="1914182"/>
                    <a:pt x="179813" y="1911301"/>
                  </a:cubicBezTo>
                  <a:cubicBezTo>
                    <a:pt x="178372" y="1905538"/>
                    <a:pt x="185288" y="1911301"/>
                    <a:pt x="185864" y="1907555"/>
                  </a:cubicBezTo>
                  <a:cubicBezTo>
                    <a:pt x="185576" y="1904962"/>
                    <a:pt x="185864" y="1902656"/>
                    <a:pt x="189033" y="1902945"/>
                  </a:cubicBezTo>
                  <a:cubicBezTo>
                    <a:pt x="191627" y="1903233"/>
                    <a:pt x="189898" y="1906402"/>
                    <a:pt x="190762" y="1907843"/>
                  </a:cubicBezTo>
                  <a:cubicBezTo>
                    <a:pt x="191627" y="1908419"/>
                    <a:pt x="192491" y="1908996"/>
                    <a:pt x="193355" y="1909572"/>
                  </a:cubicBezTo>
                  <a:cubicBezTo>
                    <a:pt x="200847" y="1907555"/>
                    <a:pt x="206610" y="1900928"/>
                    <a:pt x="214966" y="1901504"/>
                  </a:cubicBezTo>
                  <a:cubicBezTo>
                    <a:pt x="219576" y="1897182"/>
                    <a:pt x="221305" y="1889690"/>
                    <a:pt x="228796" y="1888538"/>
                  </a:cubicBezTo>
                  <a:cubicBezTo>
                    <a:pt x="231101" y="1887097"/>
                    <a:pt x="233695" y="1885368"/>
                    <a:pt x="236000" y="1883928"/>
                  </a:cubicBezTo>
                  <a:cubicBezTo>
                    <a:pt x="236576" y="1882199"/>
                    <a:pt x="238017" y="1881622"/>
                    <a:pt x="239457" y="1881334"/>
                  </a:cubicBezTo>
                  <a:cubicBezTo>
                    <a:pt x="239746" y="1881046"/>
                    <a:pt x="240322" y="1880758"/>
                    <a:pt x="240898" y="1881334"/>
                  </a:cubicBezTo>
                  <a:cubicBezTo>
                    <a:pt x="246661" y="1886521"/>
                    <a:pt x="252424" y="1881334"/>
                    <a:pt x="257610" y="1880470"/>
                  </a:cubicBezTo>
                  <a:cubicBezTo>
                    <a:pt x="265678" y="1879317"/>
                    <a:pt x="273458" y="1874419"/>
                    <a:pt x="281237" y="1871249"/>
                  </a:cubicBezTo>
                  <a:cubicBezTo>
                    <a:pt x="281237" y="1870673"/>
                    <a:pt x="281237" y="1869809"/>
                    <a:pt x="281237" y="1869233"/>
                  </a:cubicBezTo>
                  <a:cubicBezTo>
                    <a:pt x="273169" y="1872114"/>
                    <a:pt x="270288" y="1861165"/>
                    <a:pt x="262797" y="1862605"/>
                  </a:cubicBezTo>
                  <a:cubicBezTo>
                    <a:pt x="259051" y="1865487"/>
                    <a:pt x="258474" y="1878165"/>
                    <a:pt x="250407" y="1866351"/>
                  </a:cubicBezTo>
                  <a:cubicBezTo>
                    <a:pt x="249830" y="1866639"/>
                    <a:pt x="248966" y="1867216"/>
                    <a:pt x="248390" y="1867504"/>
                  </a:cubicBezTo>
                  <a:cubicBezTo>
                    <a:pt x="245508" y="1868368"/>
                    <a:pt x="243491" y="1872978"/>
                    <a:pt x="240610" y="1870385"/>
                  </a:cubicBezTo>
                  <a:cubicBezTo>
                    <a:pt x="236864" y="1866639"/>
                    <a:pt x="243491" y="1865199"/>
                    <a:pt x="243779" y="1862029"/>
                  </a:cubicBezTo>
                  <a:cubicBezTo>
                    <a:pt x="244932" y="1850504"/>
                    <a:pt x="253864" y="1842724"/>
                    <a:pt x="268271" y="1842148"/>
                  </a:cubicBezTo>
                  <a:cubicBezTo>
                    <a:pt x="277780" y="1841860"/>
                    <a:pt x="286712" y="1839554"/>
                    <a:pt x="294780" y="1835809"/>
                  </a:cubicBezTo>
                  <a:cubicBezTo>
                    <a:pt x="310339" y="1828317"/>
                    <a:pt x="327051" y="1825436"/>
                    <a:pt x="343763" y="1822554"/>
                  </a:cubicBezTo>
                  <a:cubicBezTo>
                    <a:pt x="351831" y="1821114"/>
                    <a:pt x="356441" y="1815063"/>
                    <a:pt x="363068" y="1811605"/>
                  </a:cubicBezTo>
                  <a:cubicBezTo>
                    <a:pt x="367390" y="1809300"/>
                    <a:pt x="371424" y="1807571"/>
                    <a:pt x="376034" y="1807283"/>
                  </a:cubicBezTo>
                  <a:cubicBezTo>
                    <a:pt x="376899" y="1806419"/>
                    <a:pt x="377763" y="1805842"/>
                    <a:pt x="378628" y="1804978"/>
                  </a:cubicBezTo>
                  <a:cubicBezTo>
                    <a:pt x="390153" y="1800368"/>
                    <a:pt x="400238" y="1790283"/>
                    <a:pt x="414645" y="1796046"/>
                  </a:cubicBezTo>
                  <a:cubicBezTo>
                    <a:pt x="417526" y="1797198"/>
                    <a:pt x="421848" y="1794317"/>
                    <a:pt x="425594" y="1793452"/>
                  </a:cubicBezTo>
                  <a:cubicBezTo>
                    <a:pt x="427323" y="1793452"/>
                    <a:pt x="428764" y="1793164"/>
                    <a:pt x="430492" y="1793164"/>
                  </a:cubicBezTo>
                  <a:cubicBezTo>
                    <a:pt x="430492" y="1789707"/>
                    <a:pt x="429340" y="1785385"/>
                    <a:pt x="435391" y="1785385"/>
                  </a:cubicBezTo>
                  <a:cubicBezTo>
                    <a:pt x="441154" y="1785096"/>
                    <a:pt x="446628" y="1784520"/>
                    <a:pt x="452391" y="1783944"/>
                  </a:cubicBezTo>
                  <a:cubicBezTo>
                    <a:pt x="456137" y="1776740"/>
                    <a:pt x="461899" y="1771554"/>
                    <a:pt x="469967" y="1772418"/>
                  </a:cubicBezTo>
                  <a:cubicBezTo>
                    <a:pt x="486679" y="1774147"/>
                    <a:pt x="498781" y="1763486"/>
                    <a:pt x="512612" y="1758011"/>
                  </a:cubicBezTo>
                  <a:cubicBezTo>
                    <a:pt x="519815" y="1755130"/>
                    <a:pt x="527595" y="1754554"/>
                    <a:pt x="534510" y="1751384"/>
                  </a:cubicBezTo>
                  <a:cubicBezTo>
                    <a:pt x="539120" y="1749367"/>
                    <a:pt x="545459" y="1747927"/>
                    <a:pt x="542002" y="1741011"/>
                  </a:cubicBezTo>
                  <a:cubicBezTo>
                    <a:pt x="539120" y="1735537"/>
                    <a:pt x="535086" y="1736977"/>
                    <a:pt x="529324" y="1739859"/>
                  </a:cubicBezTo>
                  <a:cubicBezTo>
                    <a:pt x="520103" y="1744469"/>
                    <a:pt x="508001" y="1753113"/>
                    <a:pt x="501086" y="1751096"/>
                  </a:cubicBezTo>
                  <a:cubicBezTo>
                    <a:pt x="489561" y="1747927"/>
                    <a:pt x="483798" y="1755994"/>
                    <a:pt x="476306" y="1756571"/>
                  </a:cubicBezTo>
                  <a:cubicBezTo>
                    <a:pt x="457289" y="1757723"/>
                    <a:pt x="442018" y="1768961"/>
                    <a:pt x="423865" y="1772130"/>
                  </a:cubicBezTo>
                  <a:cubicBezTo>
                    <a:pt x="398797" y="1776452"/>
                    <a:pt x="374594" y="1784520"/>
                    <a:pt x="350102" y="1791147"/>
                  </a:cubicBezTo>
                  <a:cubicBezTo>
                    <a:pt x="353560" y="1802673"/>
                    <a:pt x="345204" y="1799215"/>
                    <a:pt x="339441" y="1800944"/>
                  </a:cubicBezTo>
                  <a:cubicBezTo>
                    <a:pt x="339729" y="1794029"/>
                    <a:pt x="344916" y="1794029"/>
                    <a:pt x="347509" y="1791436"/>
                  </a:cubicBezTo>
                  <a:cubicBezTo>
                    <a:pt x="333966" y="1789995"/>
                    <a:pt x="321865" y="1795469"/>
                    <a:pt x="310627" y="1801520"/>
                  </a:cubicBezTo>
                  <a:cubicBezTo>
                    <a:pt x="306017" y="1804113"/>
                    <a:pt x="302271" y="1808724"/>
                    <a:pt x="296220" y="1805554"/>
                  </a:cubicBezTo>
                  <a:cubicBezTo>
                    <a:pt x="293627" y="1804113"/>
                    <a:pt x="289017" y="1807283"/>
                    <a:pt x="288441" y="1802673"/>
                  </a:cubicBezTo>
                  <a:cubicBezTo>
                    <a:pt x="288153" y="1799503"/>
                    <a:pt x="291322" y="1798639"/>
                    <a:pt x="293915" y="1797486"/>
                  </a:cubicBezTo>
                  <a:cubicBezTo>
                    <a:pt x="295644" y="1796622"/>
                    <a:pt x="297949" y="1795758"/>
                    <a:pt x="296220" y="1793164"/>
                  </a:cubicBezTo>
                  <a:cubicBezTo>
                    <a:pt x="294492" y="1790859"/>
                    <a:pt x="292187" y="1790571"/>
                    <a:pt x="290170" y="1792588"/>
                  </a:cubicBezTo>
                  <a:cubicBezTo>
                    <a:pt x="286712" y="1796334"/>
                    <a:pt x="282390" y="1798639"/>
                    <a:pt x="280949" y="1804402"/>
                  </a:cubicBezTo>
                  <a:cubicBezTo>
                    <a:pt x="279797" y="1809300"/>
                    <a:pt x="276627" y="1814198"/>
                    <a:pt x="269424" y="1811317"/>
                  </a:cubicBezTo>
                  <a:cubicBezTo>
                    <a:pt x="264525" y="1811893"/>
                    <a:pt x="260203" y="1811893"/>
                    <a:pt x="263949" y="1804978"/>
                  </a:cubicBezTo>
                  <a:cubicBezTo>
                    <a:pt x="260203" y="1798927"/>
                    <a:pt x="261932" y="1796622"/>
                    <a:pt x="268847" y="1797486"/>
                  </a:cubicBezTo>
                  <a:cubicBezTo>
                    <a:pt x="265390" y="1793164"/>
                    <a:pt x="272593" y="1788842"/>
                    <a:pt x="268847" y="1784232"/>
                  </a:cubicBezTo>
                  <a:cubicBezTo>
                    <a:pt x="263373" y="1781062"/>
                    <a:pt x="257610" y="1778181"/>
                    <a:pt x="267983" y="1773283"/>
                  </a:cubicBezTo>
                  <a:cubicBezTo>
                    <a:pt x="272017" y="1771266"/>
                    <a:pt x="275186" y="1767520"/>
                    <a:pt x="278644" y="1764351"/>
                  </a:cubicBezTo>
                  <a:cubicBezTo>
                    <a:pt x="275186" y="1758588"/>
                    <a:pt x="278644" y="1751961"/>
                    <a:pt x="276339" y="1745910"/>
                  </a:cubicBezTo>
                  <a:cubicBezTo>
                    <a:pt x="271152" y="1742452"/>
                    <a:pt x="265102" y="1740147"/>
                    <a:pt x="274034" y="1732943"/>
                  </a:cubicBezTo>
                  <a:cubicBezTo>
                    <a:pt x="277780" y="1729774"/>
                    <a:pt x="277203" y="1721706"/>
                    <a:pt x="278932" y="1715943"/>
                  </a:cubicBezTo>
                  <a:cubicBezTo>
                    <a:pt x="279797" y="1713638"/>
                    <a:pt x="278356" y="1710469"/>
                    <a:pt x="282390" y="1709028"/>
                  </a:cubicBezTo>
                  <a:cubicBezTo>
                    <a:pt x="283831" y="1708452"/>
                    <a:pt x="289017" y="1707011"/>
                    <a:pt x="286712" y="1702401"/>
                  </a:cubicBezTo>
                  <a:cubicBezTo>
                    <a:pt x="285271" y="1698943"/>
                    <a:pt x="281814" y="1701248"/>
                    <a:pt x="279508" y="1700096"/>
                  </a:cubicBezTo>
                  <a:cubicBezTo>
                    <a:pt x="275763" y="1698655"/>
                    <a:pt x="270576" y="1705282"/>
                    <a:pt x="268271" y="1698079"/>
                  </a:cubicBezTo>
                  <a:cubicBezTo>
                    <a:pt x="265966" y="1691452"/>
                    <a:pt x="267119" y="1685401"/>
                    <a:pt x="272881" y="1680791"/>
                  </a:cubicBezTo>
                  <a:cubicBezTo>
                    <a:pt x="276339" y="1677909"/>
                    <a:pt x="279797" y="1674740"/>
                    <a:pt x="283254" y="1671859"/>
                  </a:cubicBezTo>
                  <a:cubicBezTo>
                    <a:pt x="283254" y="1668401"/>
                    <a:pt x="281525" y="1667248"/>
                    <a:pt x="278356" y="1666960"/>
                  </a:cubicBezTo>
                  <a:cubicBezTo>
                    <a:pt x="274898" y="1666384"/>
                    <a:pt x="270000" y="1669842"/>
                    <a:pt x="269136" y="1664367"/>
                  </a:cubicBezTo>
                  <a:cubicBezTo>
                    <a:pt x="268847" y="1661485"/>
                    <a:pt x="273169" y="1662350"/>
                    <a:pt x="275763" y="1662350"/>
                  </a:cubicBezTo>
                  <a:cubicBezTo>
                    <a:pt x="276915" y="1660045"/>
                    <a:pt x="273458" y="1657163"/>
                    <a:pt x="277203" y="1655146"/>
                  </a:cubicBezTo>
                  <a:cubicBezTo>
                    <a:pt x="287864" y="1649672"/>
                    <a:pt x="298237" y="1643909"/>
                    <a:pt x="308610" y="1637858"/>
                  </a:cubicBezTo>
                  <a:cubicBezTo>
                    <a:pt x="312932" y="1635553"/>
                    <a:pt x="323305" y="1634977"/>
                    <a:pt x="314085" y="1625757"/>
                  </a:cubicBezTo>
                  <a:cubicBezTo>
                    <a:pt x="312644" y="1624316"/>
                    <a:pt x="311780" y="1618553"/>
                    <a:pt x="316678" y="1617112"/>
                  </a:cubicBezTo>
                  <a:cubicBezTo>
                    <a:pt x="328780" y="1613366"/>
                    <a:pt x="336560" y="1603570"/>
                    <a:pt x="345780" y="1596078"/>
                  </a:cubicBezTo>
                  <a:cubicBezTo>
                    <a:pt x="352407" y="1590604"/>
                    <a:pt x="360475" y="1593485"/>
                    <a:pt x="366814" y="1588875"/>
                  </a:cubicBezTo>
                  <a:cubicBezTo>
                    <a:pt x="366814" y="1588299"/>
                    <a:pt x="366814" y="1587434"/>
                    <a:pt x="366814" y="1586570"/>
                  </a:cubicBezTo>
                  <a:cubicBezTo>
                    <a:pt x="361051" y="1585129"/>
                    <a:pt x="352407" y="1585417"/>
                    <a:pt x="351543" y="1579655"/>
                  </a:cubicBezTo>
                  <a:cubicBezTo>
                    <a:pt x="350678" y="1575044"/>
                    <a:pt x="359611" y="1578214"/>
                    <a:pt x="363933" y="1575332"/>
                  </a:cubicBezTo>
                  <a:cubicBezTo>
                    <a:pt x="366526" y="1573604"/>
                    <a:pt x="366814" y="1571298"/>
                    <a:pt x="368543" y="1569570"/>
                  </a:cubicBezTo>
                  <a:cubicBezTo>
                    <a:pt x="367967" y="1564959"/>
                    <a:pt x="371424" y="1561790"/>
                    <a:pt x="370560" y="1556315"/>
                  </a:cubicBezTo>
                  <a:cubicBezTo>
                    <a:pt x="369119" y="1547959"/>
                    <a:pt x="377475" y="1554875"/>
                    <a:pt x="380933" y="1552858"/>
                  </a:cubicBezTo>
                  <a:cubicBezTo>
                    <a:pt x="381221" y="1549112"/>
                    <a:pt x="386696" y="1552281"/>
                    <a:pt x="386407" y="1549112"/>
                  </a:cubicBezTo>
                  <a:cubicBezTo>
                    <a:pt x="386119" y="1545078"/>
                    <a:pt x="383238" y="1545078"/>
                    <a:pt x="379780" y="1545654"/>
                  </a:cubicBezTo>
                  <a:cubicBezTo>
                    <a:pt x="376899" y="1546231"/>
                    <a:pt x="378916" y="1542773"/>
                    <a:pt x="378340" y="1541332"/>
                  </a:cubicBezTo>
                  <a:cubicBezTo>
                    <a:pt x="374306" y="1541332"/>
                    <a:pt x="370560" y="1541332"/>
                    <a:pt x="368543" y="1536722"/>
                  </a:cubicBezTo>
                  <a:cubicBezTo>
                    <a:pt x="365662" y="1536434"/>
                    <a:pt x="362492" y="1535281"/>
                    <a:pt x="366238" y="1532400"/>
                  </a:cubicBezTo>
                  <a:cubicBezTo>
                    <a:pt x="371712" y="1528366"/>
                    <a:pt x="377475" y="1522891"/>
                    <a:pt x="385543" y="1524332"/>
                  </a:cubicBezTo>
                  <a:cubicBezTo>
                    <a:pt x="391594" y="1525485"/>
                    <a:pt x="394763" y="1521451"/>
                    <a:pt x="395340" y="1517129"/>
                  </a:cubicBezTo>
                  <a:cubicBezTo>
                    <a:pt x="396204" y="1511654"/>
                    <a:pt x="390730" y="1513095"/>
                    <a:pt x="387848" y="1513095"/>
                  </a:cubicBezTo>
                  <a:cubicBezTo>
                    <a:pt x="382950" y="1513095"/>
                    <a:pt x="380645" y="1508773"/>
                    <a:pt x="376323" y="1507620"/>
                  </a:cubicBezTo>
                  <a:cubicBezTo>
                    <a:pt x="382662" y="1504163"/>
                    <a:pt x="389289" y="1502434"/>
                    <a:pt x="392746" y="1496095"/>
                  </a:cubicBezTo>
                  <a:cubicBezTo>
                    <a:pt x="393611" y="1491773"/>
                    <a:pt x="398797" y="1494654"/>
                    <a:pt x="399950" y="1491196"/>
                  </a:cubicBezTo>
                  <a:cubicBezTo>
                    <a:pt x="397069" y="1485722"/>
                    <a:pt x="400814" y="1484569"/>
                    <a:pt x="404560" y="1482840"/>
                  </a:cubicBezTo>
                  <a:cubicBezTo>
                    <a:pt x="408306" y="1481112"/>
                    <a:pt x="412340" y="1477942"/>
                    <a:pt x="411187" y="1473908"/>
                  </a:cubicBezTo>
                  <a:cubicBezTo>
                    <a:pt x="409747" y="1468433"/>
                    <a:pt x="405424" y="1473908"/>
                    <a:pt x="402543" y="1473044"/>
                  </a:cubicBezTo>
                  <a:cubicBezTo>
                    <a:pt x="399374" y="1472179"/>
                    <a:pt x="395052" y="1473908"/>
                    <a:pt x="393899" y="1469010"/>
                  </a:cubicBezTo>
                  <a:cubicBezTo>
                    <a:pt x="393611" y="1468722"/>
                    <a:pt x="393899" y="1468433"/>
                    <a:pt x="394187" y="1468145"/>
                  </a:cubicBezTo>
                  <a:cubicBezTo>
                    <a:pt x="394475" y="1467857"/>
                    <a:pt x="395052" y="1467857"/>
                    <a:pt x="395340" y="1467569"/>
                  </a:cubicBezTo>
                  <a:cubicBezTo>
                    <a:pt x="394763" y="1460366"/>
                    <a:pt x="394187" y="1453162"/>
                    <a:pt x="404560" y="1453162"/>
                  </a:cubicBezTo>
                  <a:cubicBezTo>
                    <a:pt x="410323" y="1449993"/>
                    <a:pt x="416374" y="1456908"/>
                    <a:pt x="422713" y="1452874"/>
                  </a:cubicBezTo>
                  <a:cubicBezTo>
                    <a:pt x="426459" y="1450569"/>
                    <a:pt x="430204" y="1448264"/>
                    <a:pt x="432221" y="1444518"/>
                  </a:cubicBezTo>
                  <a:cubicBezTo>
                    <a:pt x="433086" y="1442789"/>
                    <a:pt x="430781" y="1437891"/>
                    <a:pt x="429340" y="1440484"/>
                  </a:cubicBezTo>
                  <a:cubicBezTo>
                    <a:pt x="423865" y="1448840"/>
                    <a:pt x="415797" y="1443942"/>
                    <a:pt x="409458" y="1445959"/>
                  </a:cubicBezTo>
                  <a:cubicBezTo>
                    <a:pt x="403696" y="1447688"/>
                    <a:pt x="397933" y="1449128"/>
                    <a:pt x="392170" y="1450281"/>
                  </a:cubicBezTo>
                  <a:cubicBezTo>
                    <a:pt x="388713" y="1451145"/>
                    <a:pt x="385255" y="1451145"/>
                    <a:pt x="387848" y="1445671"/>
                  </a:cubicBezTo>
                  <a:cubicBezTo>
                    <a:pt x="391018" y="1442501"/>
                    <a:pt x="394187" y="1439620"/>
                    <a:pt x="397357" y="1436450"/>
                  </a:cubicBezTo>
                  <a:cubicBezTo>
                    <a:pt x="410323" y="1427518"/>
                    <a:pt x="426459" y="1426653"/>
                    <a:pt x="440865" y="1422620"/>
                  </a:cubicBezTo>
                  <a:cubicBezTo>
                    <a:pt x="445187" y="1421467"/>
                    <a:pt x="449510" y="1420315"/>
                    <a:pt x="453543" y="1418874"/>
                  </a:cubicBezTo>
                  <a:cubicBezTo>
                    <a:pt x="454120" y="1418009"/>
                    <a:pt x="454984" y="1417433"/>
                    <a:pt x="455560" y="1416569"/>
                  </a:cubicBezTo>
                  <a:cubicBezTo>
                    <a:pt x="456137" y="1411959"/>
                    <a:pt x="458154" y="1409077"/>
                    <a:pt x="461035" y="1407060"/>
                  </a:cubicBezTo>
                  <a:cubicBezTo>
                    <a:pt x="459594" y="1407637"/>
                    <a:pt x="458442" y="1407925"/>
                    <a:pt x="457001" y="1408213"/>
                  </a:cubicBezTo>
                  <a:cubicBezTo>
                    <a:pt x="454120" y="1411094"/>
                    <a:pt x="450662" y="1410806"/>
                    <a:pt x="446916" y="1409653"/>
                  </a:cubicBezTo>
                  <a:cubicBezTo>
                    <a:pt x="448645" y="1406196"/>
                    <a:pt x="451526" y="1405908"/>
                    <a:pt x="454696" y="1405620"/>
                  </a:cubicBezTo>
                  <a:cubicBezTo>
                    <a:pt x="460171" y="1404179"/>
                    <a:pt x="465645" y="1402450"/>
                    <a:pt x="473425" y="1400145"/>
                  </a:cubicBezTo>
                  <a:cubicBezTo>
                    <a:pt x="472849" y="1401009"/>
                    <a:pt x="471984" y="1401586"/>
                    <a:pt x="471408" y="1402162"/>
                  </a:cubicBezTo>
                  <a:cubicBezTo>
                    <a:pt x="471408" y="1402162"/>
                    <a:pt x="471696" y="1402162"/>
                    <a:pt x="471696" y="1402162"/>
                  </a:cubicBezTo>
                  <a:cubicBezTo>
                    <a:pt x="482933" y="1394670"/>
                    <a:pt x="496188" y="1391501"/>
                    <a:pt x="509154" y="1387755"/>
                  </a:cubicBezTo>
                  <a:cubicBezTo>
                    <a:pt x="514052" y="1383433"/>
                    <a:pt x="521832" y="1387755"/>
                    <a:pt x="526442" y="1382280"/>
                  </a:cubicBezTo>
                  <a:cubicBezTo>
                    <a:pt x="528171" y="1380263"/>
                    <a:pt x="531052" y="1379975"/>
                    <a:pt x="532205" y="1382857"/>
                  </a:cubicBezTo>
                  <a:cubicBezTo>
                    <a:pt x="533358" y="1386026"/>
                    <a:pt x="531052" y="1388043"/>
                    <a:pt x="527883" y="1388043"/>
                  </a:cubicBezTo>
                  <a:cubicBezTo>
                    <a:pt x="524713" y="1388043"/>
                    <a:pt x="521832" y="1388331"/>
                    <a:pt x="519239" y="1390636"/>
                  </a:cubicBezTo>
                  <a:cubicBezTo>
                    <a:pt x="519527" y="1392653"/>
                    <a:pt x="519527" y="1394670"/>
                    <a:pt x="519239" y="1396399"/>
                  </a:cubicBezTo>
                  <a:cubicBezTo>
                    <a:pt x="522120" y="1395535"/>
                    <a:pt x="525002" y="1394670"/>
                    <a:pt x="527883" y="1393806"/>
                  </a:cubicBezTo>
                  <a:cubicBezTo>
                    <a:pt x="531052" y="1392941"/>
                    <a:pt x="533934" y="1392365"/>
                    <a:pt x="537103" y="1391501"/>
                  </a:cubicBezTo>
                  <a:cubicBezTo>
                    <a:pt x="536527" y="1391213"/>
                    <a:pt x="535951" y="1390636"/>
                    <a:pt x="535663" y="1390348"/>
                  </a:cubicBezTo>
                  <a:cubicBezTo>
                    <a:pt x="546036" y="1369890"/>
                    <a:pt x="567070" y="1372484"/>
                    <a:pt x="584070" y="1366721"/>
                  </a:cubicBezTo>
                  <a:cubicBezTo>
                    <a:pt x="595595" y="1362687"/>
                    <a:pt x="606544" y="1358365"/>
                    <a:pt x="617494" y="1353178"/>
                  </a:cubicBezTo>
                  <a:cubicBezTo>
                    <a:pt x="619222" y="1352314"/>
                    <a:pt x="620375" y="1349433"/>
                    <a:pt x="621816" y="1347704"/>
                  </a:cubicBezTo>
                  <a:cubicBezTo>
                    <a:pt x="624121" y="1346839"/>
                    <a:pt x="624985" y="1348280"/>
                    <a:pt x="625850" y="1350009"/>
                  </a:cubicBezTo>
                  <a:cubicBezTo>
                    <a:pt x="626426" y="1350873"/>
                    <a:pt x="627002" y="1351738"/>
                    <a:pt x="627290" y="1352314"/>
                  </a:cubicBezTo>
                  <a:cubicBezTo>
                    <a:pt x="629884" y="1351162"/>
                    <a:pt x="632477" y="1349721"/>
                    <a:pt x="635070" y="1348568"/>
                  </a:cubicBezTo>
                  <a:cubicBezTo>
                    <a:pt x="636799" y="1347704"/>
                    <a:pt x="639104" y="1344823"/>
                    <a:pt x="640256" y="1347992"/>
                  </a:cubicBezTo>
                  <a:cubicBezTo>
                    <a:pt x="641409" y="1351162"/>
                    <a:pt x="637951" y="1351450"/>
                    <a:pt x="635358" y="1352026"/>
                  </a:cubicBezTo>
                  <a:cubicBezTo>
                    <a:pt x="633053" y="1352890"/>
                    <a:pt x="630460" y="1353755"/>
                    <a:pt x="628155" y="1354619"/>
                  </a:cubicBezTo>
                  <a:cubicBezTo>
                    <a:pt x="629595" y="1360670"/>
                    <a:pt x="622968" y="1363263"/>
                    <a:pt x="619222" y="1367009"/>
                  </a:cubicBezTo>
                  <a:cubicBezTo>
                    <a:pt x="636511" y="1361246"/>
                    <a:pt x="654087" y="1355484"/>
                    <a:pt x="671952" y="1351450"/>
                  </a:cubicBezTo>
                  <a:cubicBezTo>
                    <a:pt x="672240" y="1351450"/>
                    <a:pt x="672816" y="1351162"/>
                    <a:pt x="673104" y="1351162"/>
                  </a:cubicBezTo>
                  <a:cubicBezTo>
                    <a:pt x="671663" y="1348280"/>
                    <a:pt x="665613" y="1346839"/>
                    <a:pt x="670223" y="1343094"/>
                  </a:cubicBezTo>
                  <a:cubicBezTo>
                    <a:pt x="674833" y="1339348"/>
                    <a:pt x="680308" y="1338195"/>
                    <a:pt x="685782" y="1341077"/>
                  </a:cubicBezTo>
                  <a:cubicBezTo>
                    <a:pt x="686358" y="1341365"/>
                    <a:pt x="687223" y="1341365"/>
                    <a:pt x="688087" y="1341653"/>
                  </a:cubicBezTo>
                  <a:cubicBezTo>
                    <a:pt x="690104" y="1340789"/>
                    <a:pt x="691833" y="1339924"/>
                    <a:pt x="693562" y="1339348"/>
                  </a:cubicBezTo>
                  <a:cubicBezTo>
                    <a:pt x="695003" y="1338772"/>
                    <a:pt x="697020" y="1337619"/>
                    <a:pt x="698748" y="1337331"/>
                  </a:cubicBezTo>
                  <a:cubicBezTo>
                    <a:pt x="700189" y="1337043"/>
                    <a:pt x="701342" y="1337619"/>
                    <a:pt x="702494" y="1339348"/>
                  </a:cubicBezTo>
                  <a:cubicBezTo>
                    <a:pt x="702782" y="1339924"/>
                    <a:pt x="703070" y="1340789"/>
                    <a:pt x="703359" y="1341365"/>
                  </a:cubicBezTo>
                  <a:cubicBezTo>
                    <a:pt x="705664" y="1340500"/>
                    <a:pt x="708257" y="1339924"/>
                    <a:pt x="710562" y="1339060"/>
                  </a:cubicBezTo>
                  <a:cubicBezTo>
                    <a:pt x="722664" y="1332144"/>
                    <a:pt x="733613" y="1323789"/>
                    <a:pt x="748020" y="1324941"/>
                  </a:cubicBezTo>
                  <a:cubicBezTo>
                    <a:pt x="759833" y="1318026"/>
                    <a:pt x="770783" y="1310246"/>
                    <a:pt x="782020" y="1303043"/>
                  </a:cubicBezTo>
                  <a:lnTo>
                    <a:pt x="797868" y="1297856"/>
                  </a:lnTo>
                  <a:cubicBezTo>
                    <a:pt x="797579" y="1297280"/>
                    <a:pt x="797579" y="1296415"/>
                    <a:pt x="797868" y="1295839"/>
                  </a:cubicBezTo>
                  <a:cubicBezTo>
                    <a:pt x="798732" y="1292093"/>
                    <a:pt x="802190" y="1294398"/>
                    <a:pt x="804495" y="1294687"/>
                  </a:cubicBezTo>
                  <a:cubicBezTo>
                    <a:pt x="805359" y="1294975"/>
                    <a:pt x="806512" y="1294975"/>
                    <a:pt x="807376" y="1294975"/>
                  </a:cubicBezTo>
                  <a:lnTo>
                    <a:pt x="817749" y="1291517"/>
                  </a:lnTo>
                  <a:cubicBezTo>
                    <a:pt x="817749" y="1291517"/>
                    <a:pt x="817461" y="1291229"/>
                    <a:pt x="817461" y="1290941"/>
                  </a:cubicBezTo>
                  <a:cubicBezTo>
                    <a:pt x="816020" y="1287195"/>
                    <a:pt x="819766" y="1285466"/>
                    <a:pt x="821495" y="1283161"/>
                  </a:cubicBezTo>
                  <a:cubicBezTo>
                    <a:pt x="826970" y="1278839"/>
                    <a:pt x="833885" y="1277110"/>
                    <a:pt x="840512" y="1274805"/>
                  </a:cubicBezTo>
                  <a:cubicBezTo>
                    <a:pt x="846275" y="1272788"/>
                    <a:pt x="849732" y="1274229"/>
                    <a:pt x="850309" y="1280568"/>
                  </a:cubicBezTo>
                  <a:cubicBezTo>
                    <a:pt x="850309" y="1281720"/>
                    <a:pt x="850020" y="1282297"/>
                    <a:pt x="850020" y="1283161"/>
                  </a:cubicBezTo>
                  <a:cubicBezTo>
                    <a:pt x="851749" y="1286331"/>
                    <a:pt x="853478" y="1289500"/>
                    <a:pt x="856071" y="1292093"/>
                  </a:cubicBezTo>
                  <a:cubicBezTo>
                    <a:pt x="881427" y="1283161"/>
                    <a:pt x="906495" y="1275093"/>
                    <a:pt x="932716" y="1269042"/>
                  </a:cubicBezTo>
                  <a:cubicBezTo>
                    <a:pt x="954326" y="1264144"/>
                    <a:pt x="975648" y="1256652"/>
                    <a:pt x="996971" y="1250313"/>
                  </a:cubicBezTo>
                  <a:cubicBezTo>
                    <a:pt x="1009360" y="1246568"/>
                    <a:pt x="1020886" y="1240805"/>
                    <a:pt x="1033852" y="1238500"/>
                  </a:cubicBezTo>
                  <a:cubicBezTo>
                    <a:pt x="1039327" y="1237635"/>
                    <a:pt x="1043073" y="1234178"/>
                    <a:pt x="1046530" y="1230144"/>
                  </a:cubicBezTo>
                  <a:cubicBezTo>
                    <a:pt x="1045666" y="1228127"/>
                    <a:pt x="1044801" y="1225822"/>
                    <a:pt x="1043937" y="1223517"/>
                  </a:cubicBezTo>
                  <a:cubicBezTo>
                    <a:pt x="1042208" y="1224093"/>
                    <a:pt x="1040479" y="1224381"/>
                    <a:pt x="1038750" y="1224957"/>
                  </a:cubicBezTo>
                  <a:cubicBezTo>
                    <a:pt x="1037598" y="1220635"/>
                    <a:pt x="1042784" y="1221788"/>
                    <a:pt x="1043649" y="1219195"/>
                  </a:cubicBezTo>
                  <a:cubicBezTo>
                    <a:pt x="1073039" y="1205940"/>
                    <a:pt x="1105598" y="1201618"/>
                    <a:pt x="1134412" y="1186635"/>
                  </a:cubicBezTo>
                  <a:cubicBezTo>
                    <a:pt x="1137005" y="1185194"/>
                    <a:pt x="1140175" y="1184042"/>
                    <a:pt x="1143344" y="1184042"/>
                  </a:cubicBezTo>
                  <a:cubicBezTo>
                    <a:pt x="1164378" y="1183177"/>
                    <a:pt x="1182819" y="1173381"/>
                    <a:pt x="1202412" y="1167330"/>
                  </a:cubicBezTo>
                  <a:cubicBezTo>
                    <a:pt x="1218260" y="1162432"/>
                    <a:pt x="1234396" y="1157533"/>
                    <a:pt x="1250820" y="1154076"/>
                  </a:cubicBezTo>
                  <a:cubicBezTo>
                    <a:pt x="1261481" y="1152059"/>
                    <a:pt x="1270413" y="1144567"/>
                    <a:pt x="1279057" y="1137652"/>
                  </a:cubicBezTo>
                  <a:cubicBezTo>
                    <a:pt x="1268108" y="1133330"/>
                    <a:pt x="1258599" y="1141686"/>
                    <a:pt x="1247938" y="1140533"/>
                  </a:cubicBezTo>
                  <a:cubicBezTo>
                    <a:pt x="1246209" y="1140533"/>
                    <a:pt x="1244481" y="1142550"/>
                    <a:pt x="1242464" y="1141109"/>
                  </a:cubicBezTo>
                  <a:cubicBezTo>
                    <a:pt x="1245921" y="1135923"/>
                    <a:pt x="1276176" y="1126991"/>
                    <a:pt x="1293464" y="1125838"/>
                  </a:cubicBezTo>
                  <a:cubicBezTo>
                    <a:pt x="1299227" y="1124109"/>
                    <a:pt x="1304701" y="1122669"/>
                    <a:pt x="1310176" y="1120940"/>
                  </a:cubicBezTo>
                  <a:cubicBezTo>
                    <a:pt x="1322566" y="1116041"/>
                    <a:pt x="1334956" y="1112296"/>
                    <a:pt x="1347922" y="1109702"/>
                  </a:cubicBezTo>
                  <a:cubicBezTo>
                    <a:pt x="1350803" y="1109126"/>
                    <a:pt x="1353396" y="1108838"/>
                    <a:pt x="1355413" y="1111431"/>
                  </a:cubicBezTo>
                  <a:cubicBezTo>
                    <a:pt x="1359447" y="1114889"/>
                    <a:pt x="1361176" y="1107974"/>
                    <a:pt x="1364922" y="1109414"/>
                  </a:cubicBezTo>
                  <a:cubicBezTo>
                    <a:pt x="1364058" y="1107109"/>
                    <a:pt x="1363481" y="1105380"/>
                    <a:pt x="1367227" y="1104516"/>
                  </a:cubicBezTo>
                  <a:cubicBezTo>
                    <a:pt x="1375007" y="1102499"/>
                    <a:pt x="1382786" y="1099906"/>
                    <a:pt x="1390566" y="1097313"/>
                  </a:cubicBezTo>
                  <a:cubicBezTo>
                    <a:pt x="1400075" y="1091262"/>
                    <a:pt x="1411312" y="1090109"/>
                    <a:pt x="1421973" y="1086651"/>
                  </a:cubicBezTo>
                  <a:cubicBezTo>
                    <a:pt x="1423702" y="1086075"/>
                    <a:pt x="1425143" y="1086075"/>
                    <a:pt x="1426583" y="1086651"/>
                  </a:cubicBezTo>
                  <a:cubicBezTo>
                    <a:pt x="1426871" y="1086651"/>
                    <a:pt x="1427160" y="1086363"/>
                    <a:pt x="1427448" y="1086363"/>
                  </a:cubicBezTo>
                  <a:cubicBezTo>
                    <a:pt x="1433211" y="1084346"/>
                    <a:pt x="1439261" y="1082041"/>
                    <a:pt x="1445024" y="1080024"/>
                  </a:cubicBezTo>
                  <a:cubicBezTo>
                    <a:pt x="1450787" y="1079160"/>
                    <a:pt x="1455397" y="1074550"/>
                    <a:pt x="1461448" y="1075126"/>
                  </a:cubicBezTo>
                  <a:cubicBezTo>
                    <a:pt x="1466346" y="1073397"/>
                    <a:pt x="1470957" y="1071956"/>
                    <a:pt x="1475567" y="1070228"/>
                  </a:cubicBezTo>
                  <a:cubicBezTo>
                    <a:pt x="1480177" y="1065041"/>
                    <a:pt x="1487092" y="1064753"/>
                    <a:pt x="1493143" y="1062736"/>
                  </a:cubicBezTo>
                  <a:cubicBezTo>
                    <a:pt x="1493143" y="1061872"/>
                    <a:pt x="1493143" y="1061007"/>
                    <a:pt x="1493143" y="1060143"/>
                  </a:cubicBezTo>
                  <a:cubicBezTo>
                    <a:pt x="1494872" y="1060143"/>
                    <a:pt x="1496889" y="1060143"/>
                    <a:pt x="1498906" y="1060143"/>
                  </a:cubicBezTo>
                  <a:cubicBezTo>
                    <a:pt x="1500347" y="1059278"/>
                    <a:pt x="1501787" y="1058990"/>
                    <a:pt x="1502940" y="1060143"/>
                  </a:cubicBezTo>
                  <a:cubicBezTo>
                    <a:pt x="1511296" y="1060143"/>
                    <a:pt x="1519940" y="1060143"/>
                    <a:pt x="1528584" y="1060143"/>
                  </a:cubicBezTo>
                  <a:cubicBezTo>
                    <a:pt x="1522533" y="1065329"/>
                    <a:pt x="1514753" y="1065041"/>
                    <a:pt x="1507838" y="1067058"/>
                  </a:cubicBezTo>
                  <a:cubicBezTo>
                    <a:pt x="1507550" y="1067058"/>
                    <a:pt x="1507550" y="1067346"/>
                    <a:pt x="1507262" y="1067634"/>
                  </a:cubicBezTo>
                  <a:cubicBezTo>
                    <a:pt x="1508126" y="1068211"/>
                    <a:pt x="1508991" y="1068787"/>
                    <a:pt x="1509855" y="1069363"/>
                  </a:cubicBezTo>
                  <a:cubicBezTo>
                    <a:pt x="1511872" y="1069363"/>
                    <a:pt x="1513889" y="1069363"/>
                    <a:pt x="1515618" y="1069363"/>
                  </a:cubicBezTo>
                  <a:cubicBezTo>
                    <a:pt x="1528584" y="1064753"/>
                    <a:pt x="1541550" y="1060143"/>
                    <a:pt x="1554516" y="1055244"/>
                  </a:cubicBezTo>
                  <a:cubicBezTo>
                    <a:pt x="1555093" y="1054956"/>
                    <a:pt x="1555669" y="1054956"/>
                    <a:pt x="1556245" y="1054668"/>
                  </a:cubicBezTo>
                  <a:cubicBezTo>
                    <a:pt x="1557974" y="1054092"/>
                    <a:pt x="1559415" y="1053516"/>
                    <a:pt x="1561144" y="1052939"/>
                  </a:cubicBezTo>
                  <a:cubicBezTo>
                    <a:pt x="1601483" y="1037092"/>
                    <a:pt x="1643551" y="1026143"/>
                    <a:pt x="1684466" y="1012024"/>
                  </a:cubicBezTo>
                  <a:cubicBezTo>
                    <a:pt x="1702043" y="1005973"/>
                    <a:pt x="1719043" y="999634"/>
                    <a:pt x="1736619" y="993871"/>
                  </a:cubicBezTo>
                  <a:cubicBezTo>
                    <a:pt x="1732009" y="994159"/>
                    <a:pt x="1727687" y="994159"/>
                    <a:pt x="1723077" y="994159"/>
                  </a:cubicBezTo>
                  <a:cubicBezTo>
                    <a:pt x="1721348" y="995024"/>
                    <a:pt x="1719331" y="995600"/>
                    <a:pt x="1717602" y="996464"/>
                  </a:cubicBezTo>
                  <a:cubicBezTo>
                    <a:pt x="1717314" y="995600"/>
                    <a:pt x="1716738" y="995024"/>
                    <a:pt x="1716450" y="994447"/>
                  </a:cubicBezTo>
                  <a:cubicBezTo>
                    <a:pt x="1716738" y="994159"/>
                    <a:pt x="1716738" y="994159"/>
                    <a:pt x="1717026" y="993871"/>
                  </a:cubicBezTo>
                  <a:cubicBezTo>
                    <a:pt x="1714433" y="993871"/>
                    <a:pt x="1712128" y="993583"/>
                    <a:pt x="1709534" y="993583"/>
                  </a:cubicBezTo>
                  <a:cubicBezTo>
                    <a:pt x="1708094" y="994447"/>
                    <a:pt x="1706653" y="994736"/>
                    <a:pt x="1704636" y="993295"/>
                  </a:cubicBezTo>
                  <a:cubicBezTo>
                    <a:pt x="1704348" y="993295"/>
                    <a:pt x="1704348" y="993007"/>
                    <a:pt x="1704060" y="992719"/>
                  </a:cubicBezTo>
                  <a:cubicBezTo>
                    <a:pt x="1700026" y="994447"/>
                    <a:pt x="1696280" y="995888"/>
                    <a:pt x="1692246" y="997329"/>
                  </a:cubicBezTo>
                  <a:cubicBezTo>
                    <a:pt x="1691958" y="999058"/>
                    <a:pt x="1691382" y="1000786"/>
                    <a:pt x="1689941" y="1002515"/>
                  </a:cubicBezTo>
                  <a:cubicBezTo>
                    <a:pt x="1684178" y="1002227"/>
                    <a:pt x="1678992" y="1004820"/>
                    <a:pt x="1673229" y="1005397"/>
                  </a:cubicBezTo>
                  <a:cubicBezTo>
                    <a:pt x="1672941" y="1005397"/>
                    <a:pt x="1672653" y="1005397"/>
                    <a:pt x="1672653" y="1005397"/>
                  </a:cubicBezTo>
                  <a:cubicBezTo>
                    <a:pt x="1672653" y="1005397"/>
                    <a:pt x="1672653" y="1005397"/>
                    <a:pt x="1672364" y="1005685"/>
                  </a:cubicBezTo>
                  <a:cubicBezTo>
                    <a:pt x="1670636" y="1007126"/>
                    <a:pt x="1673517" y="1006549"/>
                    <a:pt x="1673229" y="1007414"/>
                  </a:cubicBezTo>
                  <a:cubicBezTo>
                    <a:pt x="1669483" y="1010295"/>
                    <a:pt x="1664297" y="1011159"/>
                    <a:pt x="1661704" y="1009142"/>
                  </a:cubicBezTo>
                  <a:cubicBezTo>
                    <a:pt x="1654212" y="1012600"/>
                    <a:pt x="1647008" y="1016634"/>
                    <a:pt x="1638653" y="1016922"/>
                  </a:cubicBezTo>
                  <a:cubicBezTo>
                    <a:pt x="1636347" y="1018075"/>
                    <a:pt x="1635483" y="1016922"/>
                    <a:pt x="1635771" y="1014617"/>
                  </a:cubicBezTo>
                  <a:cubicBezTo>
                    <a:pt x="1644415" y="1010007"/>
                    <a:pt x="1653059" y="1005397"/>
                    <a:pt x="1661992" y="1001075"/>
                  </a:cubicBezTo>
                  <a:cubicBezTo>
                    <a:pt x="1664009" y="999346"/>
                    <a:pt x="1666890" y="997905"/>
                    <a:pt x="1668907" y="997041"/>
                  </a:cubicBezTo>
                  <a:cubicBezTo>
                    <a:pt x="1671788" y="995888"/>
                    <a:pt x="1674670" y="995024"/>
                    <a:pt x="1677551" y="994159"/>
                  </a:cubicBezTo>
                  <a:cubicBezTo>
                    <a:pt x="1679568" y="993295"/>
                    <a:pt x="1681297" y="992430"/>
                    <a:pt x="1683314" y="991854"/>
                  </a:cubicBezTo>
                  <a:cubicBezTo>
                    <a:pt x="1683890" y="991566"/>
                    <a:pt x="1684178" y="991566"/>
                    <a:pt x="1684466" y="991278"/>
                  </a:cubicBezTo>
                  <a:cubicBezTo>
                    <a:pt x="1689653" y="986091"/>
                    <a:pt x="1695415" y="983210"/>
                    <a:pt x="1703483" y="984651"/>
                  </a:cubicBezTo>
                  <a:cubicBezTo>
                    <a:pt x="1706941" y="985227"/>
                    <a:pt x="1713280" y="984075"/>
                    <a:pt x="1712704" y="975718"/>
                  </a:cubicBezTo>
                  <a:cubicBezTo>
                    <a:pt x="1712416" y="968803"/>
                    <a:pt x="1734602" y="961024"/>
                    <a:pt x="1741806" y="965634"/>
                  </a:cubicBezTo>
                  <a:cubicBezTo>
                    <a:pt x="1747280" y="969380"/>
                    <a:pt x="1751314" y="967651"/>
                    <a:pt x="1756213" y="965922"/>
                  </a:cubicBezTo>
                  <a:cubicBezTo>
                    <a:pt x="1751314" y="958142"/>
                    <a:pt x="1753619" y="954396"/>
                    <a:pt x="1762552" y="954108"/>
                  </a:cubicBezTo>
                  <a:cubicBezTo>
                    <a:pt x="1764568" y="954108"/>
                    <a:pt x="1766874" y="953820"/>
                    <a:pt x="1768026" y="952667"/>
                  </a:cubicBezTo>
                  <a:cubicBezTo>
                    <a:pt x="1770331" y="950074"/>
                    <a:pt x="1772060" y="945176"/>
                    <a:pt x="1775518" y="950074"/>
                  </a:cubicBezTo>
                  <a:cubicBezTo>
                    <a:pt x="1778399" y="954396"/>
                    <a:pt x="1776094" y="958142"/>
                    <a:pt x="1770619" y="959583"/>
                  </a:cubicBezTo>
                  <a:cubicBezTo>
                    <a:pt x="1769179" y="959871"/>
                    <a:pt x="1768026" y="961024"/>
                    <a:pt x="1766585" y="961600"/>
                  </a:cubicBezTo>
                  <a:cubicBezTo>
                    <a:pt x="1768026" y="963040"/>
                    <a:pt x="1769755" y="964193"/>
                    <a:pt x="1771196" y="965634"/>
                  </a:cubicBezTo>
                  <a:cubicBezTo>
                    <a:pt x="1772636" y="966498"/>
                    <a:pt x="1774365" y="967651"/>
                    <a:pt x="1775806" y="968515"/>
                  </a:cubicBezTo>
                  <a:cubicBezTo>
                    <a:pt x="1776382" y="969091"/>
                    <a:pt x="1776670" y="969380"/>
                    <a:pt x="1776382" y="969956"/>
                  </a:cubicBezTo>
                  <a:cubicBezTo>
                    <a:pt x="1776094" y="970244"/>
                    <a:pt x="1776094" y="970532"/>
                    <a:pt x="1775806" y="970532"/>
                  </a:cubicBezTo>
                  <a:cubicBezTo>
                    <a:pt x="1766297" y="972549"/>
                    <a:pt x="1757077" y="974854"/>
                    <a:pt x="1747856" y="977735"/>
                  </a:cubicBezTo>
                  <a:cubicBezTo>
                    <a:pt x="1746992" y="978888"/>
                    <a:pt x="1746416" y="979464"/>
                    <a:pt x="1744975" y="978888"/>
                  </a:cubicBezTo>
                  <a:cubicBezTo>
                    <a:pt x="1744975" y="978888"/>
                    <a:pt x="1744687" y="978600"/>
                    <a:pt x="1744687" y="978600"/>
                  </a:cubicBezTo>
                  <a:cubicBezTo>
                    <a:pt x="1741806" y="979464"/>
                    <a:pt x="1739212" y="980329"/>
                    <a:pt x="1736331" y="981193"/>
                  </a:cubicBezTo>
                  <a:cubicBezTo>
                    <a:pt x="1736619" y="981481"/>
                    <a:pt x="1736619" y="981481"/>
                    <a:pt x="1736907" y="981769"/>
                  </a:cubicBezTo>
                  <a:cubicBezTo>
                    <a:pt x="1747568" y="978600"/>
                    <a:pt x="1756789" y="975142"/>
                    <a:pt x="1766585" y="980905"/>
                  </a:cubicBezTo>
                  <a:cubicBezTo>
                    <a:pt x="1771772" y="978888"/>
                    <a:pt x="1776958" y="977159"/>
                    <a:pt x="1780992" y="973413"/>
                  </a:cubicBezTo>
                  <a:cubicBezTo>
                    <a:pt x="1785314" y="969380"/>
                    <a:pt x="1790789" y="971685"/>
                    <a:pt x="1795687" y="971396"/>
                  </a:cubicBezTo>
                  <a:cubicBezTo>
                    <a:pt x="1795687" y="971396"/>
                    <a:pt x="1795975" y="971396"/>
                    <a:pt x="1795975" y="971396"/>
                  </a:cubicBezTo>
                  <a:cubicBezTo>
                    <a:pt x="1808654" y="965922"/>
                    <a:pt x="1821043" y="960735"/>
                    <a:pt x="1834586" y="957854"/>
                  </a:cubicBezTo>
                  <a:cubicBezTo>
                    <a:pt x="1855908" y="953532"/>
                    <a:pt x="1876078" y="945176"/>
                    <a:pt x="1897112" y="939701"/>
                  </a:cubicBezTo>
                  <a:cubicBezTo>
                    <a:pt x="1899705" y="937684"/>
                    <a:pt x="1902586" y="936532"/>
                    <a:pt x="1905468" y="935956"/>
                  </a:cubicBezTo>
                  <a:cubicBezTo>
                    <a:pt x="1902586" y="936532"/>
                    <a:pt x="1899993" y="936820"/>
                    <a:pt x="1897112" y="937108"/>
                  </a:cubicBezTo>
                  <a:cubicBezTo>
                    <a:pt x="1894518" y="935091"/>
                    <a:pt x="1892790" y="931633"/>
                    <a:pt x="1896824" y="931057"/>
                  </a:cubicBezTo>
                  <a:cubicBezTo>
                    <a:pt x="1906908" y="929328"/>
                    <a:pt x="1913535" y="920396"/>
                    <a:pt x="1924485" y="920684"/>
                  </a:cubicBezTo>
                  <a:cubicBezTo>
                    <a:pt x="1938892" y="921261"/>
                    <a:pt x="1950417" y="911176"/>
                    <a:pt x="1963960" y="907718"/>
                  </a:cubicBezTo>
                  <a:cubicBezTo>
                    <a:pt x="1979807" y="903972"/>
                    <a:pt x="1994790" y="896769"/>
                    <a:pt x="2011214" y="897057"/>
                  </a:cubicBezTo>
                  <a:cubicBezTo>
                    <a:pt x="2014672" y="894176"/>
                    <a:pt x="2020435" y="895616"/>
                    <a:pt x="2026197" y="892735"/>
                  </a:cubicBezTo>
                  <a:cubicBezTo>
                    <a:pt x="2022163" y="898786"/>
                    <a:pt x="2017553" y="899362"/>
                    <a:pt x="2013519" y="899938"/>
                  </a:cubicBezTo>
                  <a:cubicBezTo>
                    <a:pt x="2013807" y="901667"/>
                    <a:pt x="2013519" y="902820"/>
                    <a:pt x="2011790" y="905125"/>
                  </a:cubicBezTo>
                  <a:cubicBezTo>
                    <a:pt x="2012943" y="904837"/>
                    <a:pt x="2013807" y="904549"/>
                    <a:pt x="2014960" y="904260"/>
                  </a:cubicBezTo>
                  <a:cubicBezTo>
                    <a:pt x="2017553" y="902820"/>
                    <a:pt x="2020435" y="902532"/>
                    <a:pt x="2022740" y="901379"/>
                  </a:cubicBezTo>
                  <a:cubicBezTo>
                    <a:pt x="2033112" y="895040"/>
                    <a:pt x="2044638" y="893311"/>
                    <a:pt x="2056452" y="894464"/>
                  </a:cubicBezTo>
                  <a:cubicBezTo>
                    <a:pt x="2056452" y="897345"/>
                    <a:pt x="2056452" y="900515"/>
                    <a:pt x="2056452" y="903396"/>
                  </a:cubicBezTo>
                  <a:cubicBezTo>
                    <a:pt x="2050689" y="905125"/>
                    <a:pt x="2044638" y="906854"/>
                    <a:pt x="2038875" y="908294"/>
                  </a:cubicBezTo>
                  <a:cubicBezTo>
                    <a:pt x="2039163" y="908582"/>
                    <a:pt x="2039740" y="908871"/>
                    <a:pt x="2040028" y="909159"/>
                  </a:cubicBezTo>
                  <a:cubicBezTo>
                    <a:pt x="2048096" y="908294"/>
                    <a:pt x="2056163" y="907718"/>
                    <a:pt x="2061350" y="899938"/>
                  </a:cubicBezTo>
                  <a:cubicBezTo>
                    <a:pt x="2061350" y="897633"/>
                    <a:pt x="2061926" y="895328"/>
                    <a:pt x="2061062" y="893311"/>
                  </a:cubicBezTo>
                  <a:cubicBezTo>
                    <a:pt x="2058180" y="885532"/>
                    <a:pt x="2063079" y="889854"/>
                    <a:pt x="2065672" y="890142"/>
                  </a:cubicBezTo>
                  <a:cubicBezTo>
                    <a:pt x="2076333" y="886972"/>
                    <a:pt x="2086706" y="883803"/>
                    <a:pt x="2097079" y="880633"/>
                  </a:cubicBezTo>
                  <a:cubicBezTo>
                    <a:pt x="2109181" y="873718"/>
                    <a:pt x="2116672" y="874582"/>
                    <a:pt x="2120994" y="883515"/>
                  </a:cubicBezTo>
                  <a:cubicBezTo>
                    <a:pt x="2128486" y="881209"/>
                    <a:pt x="2135690" y="878328"/>
                    <a:pt x="2143181" y="876023"/>
                  </a:cubicBezTo>
                  <a:cubicBezTo>
                    <a:pt x="2157300" y="871701"/>
                    <a:pt x="2172571" y="870548"/>
                    <a:pt x="2181503" y="856430"/>
                  </a:cubicBezTo>
                  <a:cubicBezTo>
                    <a:pt x="2183808" y="852972"/>
                    <a:pt x="2188419" y="852108"/>
                    <a:pt x="2193029" y="852972"/>
                  </a:cubicBezTo>
                  <a:cubicBezTo>
                    <a:pt x="2195046" y="857294"/>
                    <a:pt x="2185825" y="858158"/>
                    <a:pt x="2189859" y="862481"/>
                  </a:cubicBezTo>
                  <a:cubicBezTo>
                    <a:pt x="2190436" y="863057"/>
                    <a:pt x="2191300" y="863345"/>
                    <a:pt x="2191876" y="863633"/>
                  </a:cubicBezTo>
                  <a:lnTo>
                    <a:pt x="2203114" y="859887"/>
                  </a:lnTo>
                  <a:cubicBezTo>
                    <a:pt x="2212046" y="856141"/>
                    <a:pt x="2220978" y="852108"/>
                    <a:pt x="2229622" y="848362"/>
                  </a:cubicBezTo>
                  <a:cubicBezTo>
                    <a:pt x="2236538" y="845480"/>
                    <a:pt x="2246334" y="844904"/>
                    <a:pt x="2254402" y="842599"/>
                  </a:cubicBezTo>
                  <a:cubicBezTo>
                    <a:pt x="2256131" y="842311"/>
                    <a:pt x="2257572" y="841735"/>
                    <a:pt x="2259300" y="841447"/>
                  </a:cubicBezTo>
                  <a:lnTo>
                    <a:pt x="2281775" y="833955"/>
                  </a:lnTo>
                  <a:lnTo>
                    <a:pt x="2281891" y="833878"/>
                  </a:lnTo>
                  <a:lnTo>
                    <a:pt x="2273130" y="829921"/>
                  </a:lnTo>
                  <a:cubicBezTo>
                    <a:pt x="2278893" y="826463"/>
                    <a:pt x="2284079" y="823006"/>
                    <a:pt x="2289842" y="819836"/>
                  </a:cubicBezTo>
                  <a:cubicBezTo>
                    <a:pt x="2292147" y="818396"/>
                    <a:pt x="2295317" y="816090"/>
                    <a:pt x="2297334" y="818972"/>
                  </a:cubicBezTo>
                  <a:cubicBezTo>
                    <a:pt x="2299639" y="822718"/>
                    <a:pt x="2295605" y="824446"/>
                    <a:pt x="2293012" y="825887"/>
                  </a:cubicBezTo>
                  <a:lnTo>
                    <a:pt x="2282497" y="833635"/>
                  </a:lnTo>
                  <a:lnTo>
                    <a:pt x="2284945" y="833090"/>
                  </a:lnTo>
                  <a:lnTo>
                    <a:pt x="2310877" y="824446"/>
                  </a:lnTo>
                  <a:cubicBezTo>
                    <a:pt x="2309724" y="824158"/>
                    <a:pt x="2308860" y="824158"/>
                    <a:pt x="2307707" y="823870"/>
                  </a:cubicBezTo>
                  <a:cubicBezTo>
                    <a:pt x="2305691" y="823294"/>
                    <a:pt x="2303962" y="822718"/>
                    <a:pt x="2304538" y="820124"/>
                  </a:cubicBezTo>
                  <a:cubicBezTo>
                    <a:pt x="2305691" y="815514"/>
                    <a:pt x="2310301" y="817531"/>
                    <a:pt x="2312894" y="816090"/>
                  </a:cubicBezTo>
                  <a:cubicBezTo>
                    <a:pt x="2314335" y="814650"/>
                    <a:pt x="2315775" y="813209"/>
                    <a:pt x="2316928" y="811768"/>
                  </a:cubicBezTo>
                  <a:cubicBezTo>
                    <a:pt x="2322691" y="803701"/>
                    <a:pt x="2323843" y="809463"/>
                    <a:pt x="2325572" y="814362"/>
                  </a:cubicBezTo>
                  <a:cubicBezTo>
                    <a:pt x="2326725" y="815514"/>
                    <a:pt x="2328165" y="816955"/>
                    <a:pt x="2329318" y="818107"/>
                  </a:cubicBezTo>
                  <a:lnTo>
                    <a:pt x="2369945" y="804853"/>
                  </a:lnTo>
                  <a:cubicBezTo>
                    <a:pt x="2369657" y="802260"/>
                    <a:pt x="2369081" y="799955"/>
                    <a:pt x="2365335" y="799667"/>
                  </a:cubicBezTo>
                  <a:cubicBezTo>
                    <a:pt x="2356979" y="802260"/>
                    <a:pt x="2349776" y="808599"/>
                    <a:pt x="2339691" y="804565"/>
                  </a:cubicBezTo>
                  <a:cubicBezTo>
                    <a:pt x="2348335" y="800819"/>
                    <a:pt x="2356691" y="797361"/>
                    <a:pt x="2365335" y="793616"/>
                  </a:cubicBezTo>
                  <a:cubicBezTo>
                    <a:pt x="2369945" y="791311"/>
                    <a:pt x="2367640" y="787277"/>
                    <a:pt x="2367928" y="783819"/>
                  </a:cubicBezTo>
                  <a:cubicBezTo>
                    <a:pt x="2367640" y="783531"/>
                    <a:pt x="2367352" y="782955"/>
                    <a:pt x="2367352" y="782378"/>
                  </a:cubicBezTo>
                  <a:cubicBezTo>
                    <a:pt x="2359572" y="785548"/>
                    <a:pt x="2349776" y="784107"/>
                    <a:pt x="2345454" y="793904"/>
                  </a:cubicBezTo>
                  <a:cubicBezTo>
                    <a:pt x="2333064" y="789005"/>
                    <a:pt x="2324996" y="803124"/>
                    <a:pt x="2313470" y="800819"/>
                  </a:cubicBezTo>
                  <a:cubicBezTo>
                    <a:pt x="2309724" y="803989"/>
                    <a:pt x="2305402" y="803412"/>
                    <a:pt x="2301369" y="803412"/>
                  </a:cubicBezTo>
                  <a:cubicBezTo>
                    <a:pt x="2298487" y="806006"/>
                    <a:pt x="2295318" y="807734"/>
                    <a:pt x="2291572" y="808023"/>
                  </a:cubicBezTo>
                  <a:cubicBezTo>
                    <a:pt x="2277453" y="808023"/>
                    <a:pt x="2267656" y="820989"/>
                    <a:pt x="2251809" y="821853"/>
                  </a:cubicBezTo>
                  <a:cubicBezTo>
                    <a:pt x="2255267" y="818107"/>
                    <a:pt x="2257860" y="815514"/>
                    <a:pt x="2260453" y="812633"/>
                  </a:cubicBezTo>
                  <a:cubicBezTo>
                    <a:pt x="2256995" y="809463"/>
                    <a:pt x="2254402" y="806006"/>
                    <a:pt x="2261317" y="803989"/>
                  </a:cubicBezTo>
                  <a:cubicBezTo>
                    <a:pt x="2267368" y="802260"/>
                    <a:pt x="2272555" y="799378"/>
                    <a:pt x="2277453" y="794768"/>
                  </a:cubicBezTo>
                  <a:cubicBezTo>
                    <a:pt x="2280911" y="796785"/>
                    <a:pt x="2275724" y="805717"/>
                    <a:pt x="2284080" y="803124"/>
                  </a:cubicBezTo>
                  <a:cubicBezTo>
                    <a:pt x="2288690" y="801972"/>
                    <a:pt x="2293301" y="801107"/>
                    <a:pt x="2297911" y="800243"/>
                  </a:cubicBezTo>
                  <a:cubicBezTo>
                    <a:pt x="2303097" y="794768"/>
                    <a:pt x="2310301" y="794192"/>
                    <a:pt x="2317216" y="793328"/>
                  </a:cubicBezTo>
                  <a:cubicBezTo>
                    <a:pt x="2333640" y="786988"/>
                    <a:pt x="2348335" y="775175"/>
                    <a:pt x="2366776" y="774022"/>
                  </a:cubicBezTo>
                  <a:cubicBezTo>
                    <a:pt x="2366776" y="774022"/>
                    <a:pt x="2366776" y="773734"/>
                    <a:pt x="2366776" y="773734"/>
                  </a:cubicBezTo>
                  <a:cubicBezTo>
                    <a:pt x="2380030" y="771429"/>
                    <a:pt x="2393284" y="769700"/>
                    <a:pt x="2405098" y="761344"/>
                  </a:cubicBezTo>
                  <a:cubicBezTo>
                    <a:pt x="2411725" y="756734"/>
                    <a:pt x="2421522" y="752988"/>
                    <a:pt x="2431030" y="757310"/>
                  </a:cubicBezTo>
                  <a:cubicBezTo>
                    <a:pt x="2433047" y="758175"/>
                    <a:pt x="2435929" y="757599"/>
                    <a:pt x="2437946" y="756734"/>
                  </a:cubicBezTo>
                  <a:cubicBezTo>
                    <a:pt x="2454369" y="748666"/>
                    <a:pt x="2473963" y="746073"/>
                    <a:pt x="2487793" y="732531"/>
                  </a:cubicBezTo>
                  <a:cubicBezTo>
                    <a:pt x="2490963" y="729649"/>
                    <a:pt x="2495573" y="727632"/>
                    <a:pt x="2499607" y="730802"/>
                  </a:cubicBezTo>
                  <a:cubicBezTo>
                    <a:pt x="2503641" y="733971"/>
                    <a:pt x="2498454" y="737141"/>
                    <a:pt x="2498743" y="740310"/>
                  </a:cubicBezTo>
                  <a:cubicBezTo>
                    <a:pt x="2499031" y="744344"/>
                    <a:pt x="2493556" y="746361"/>
                    <a:pt x="2495573" y="750683"/>
                  </a:cubicBezTo>
                  <a:cubicBezTo>
                    <a:pt x="2508827" y="747802"/>
                    <a:pt x="2517472" y="733971"/>
                    <a:pt x="2532743" y="735988"/>
                  </a:cubicBezTo>
                  <a:cubicBezTo>
                    <a:pt x="2536777" y="736276"/>
                    <a:pt x="2537641" y="731954"/>
                    <a:pt x="2538217" y="728208"/>
                  </a:cubicBezTo>
                  <a:cubicBezTo>
                    <a:pt x="2539370" y="720717"/>
                    <a:pt x="2543692" y="719276"/>
                    <a:pt x="2548014" y="725615"/>
                  </a:cubicBezTo>
                  <a:cubicBezTo>
                    <a:pt x="2553200" y="733107"/>
                    <a:pt x="2555506" y="730514"/>
                    <a:pt x="2558099" y="724175"/>
                  </a:cubicBezTo>
                  <a:cubicBezTo>
                    <a:pt x="2558675" y="725615"/>
                    <a:pt x="2559251" y="727056"/>
                    <a:pt x="2559828" y="728497"/>
                  </a:cubicBezTo>
                  <a:cubicBezTo>
                    <a:pt x="2573946" y="726192"/>
                    <a:pt x="2588353" y="723886"/>
                    <a:pt x="2602472" y="721581"/>
                  </a:cubicBezTo>
                  <a:cubicBezTo>
                    <a:pt x="2608811" y="720429"/>
                    <a:pt x="2615438" y="718988"/>
                    <a:pt x="2621777" y="717547"/>
                  </a:cubicBezTo>
                  <a:cubicBezTo>
                    <a:pt x="2642523" y="711497"/>
                    <a:pt x="2663557" y="705157"/>
                    <a:pt x="2684303" y="698818"/>
                  </a:cubicBezTo>
                  <a:cubicBezTo>
                    <a:pt x="2684303" y="698530"/>
                    <a:pt x="2684591" y="697954"/>
                    <a:pt x="2684591" y="697378"/>
                  </a:cubicBezTo>
                  <a:cubicBezTo>
                    <a:pt x="2697269" y="688157"/>
                    <a:pt x="2710524" y="679801"/>
                    <a:pt x="2726371" y="677208"/>
                  </a:cubicBezTo>
                  <a:cubicBezTo>
                    <a:pt x="2734151" y="678649"/>
                    <a:pt x="2741930" y="675191"/>
                    <a:pt x="2747693" y="671734"/>
                  </a:cubicBezTo>
                  <a:cubicBezTo>
                    <a:pt x="2756049" y="666547"/>
                    <a:pt x="2764981" y="665106"/>
                    <a:pt x="2774202" y="663954"/>
                  </a:cubicBezTo>
                  <a:cubicBezTo>
                    <a:pt x="2790626" y="661937"/>
                    <a:pt x="2805321" y="654157"/>
                    <a:pt x="2820880" y="649259"/>
                  </a:cubicBezTo>
                  <a:cubicBezTo>
                    <a:pt x="2835575" y="644649"/>
                    <a:pt x="2849982" y="638598"/>
                    <a:pt x="2865541" y="636869"/>
                  </a:cubicBezTo>
                  <a:cubicBezTo>
                    <a:pt x="2874186" y="636005"/>
                    <a:pt x="2880236" y="630242"/>
                    <a:pt x="2887152" y="626208"/>
                  </a:cubicBezTo>
                  <a:cubicBezTo>
                    <a:pt x="2896084" y="620733"/>
                    <a:pt x="2906745" y="620157"/>
                    <a:pt x="2916542" y="617276"/>
                  </a:cubicBezTo>
                  <a:cubicBezTo>
                    <a:pt x="2943050" y="609208"/>
                    <a:pt x="2969847" y="601716"/>
                    <a:pt x="2996356" y="593936"/>
                  </a:cubicBezTo>
                  <a:cubicBezTo>
                    <a:pt x="3000966" y="592496"/>
                    <a:pt x="3005000" y="590767"/>
                    <a:pt x="3006729" y="585869"/>
                  </a:cubicBezTo>
                  <a:cubicBezTo>
                    <a:pt x="3007017" y="585580"/>
                    <a:pt x="3004424" y="584428"/>
                    <a:pt x="3002983" y="583852"/>
                  </a:cubicBezTo>
                  <a:cubicBezTo>
                    <a:pt x="2994339" y="590479"/>
                    <a:pt x="2983390" y="588750"/>
                    <a:pt x="2973881" y="591631"/>
                  </a:cubicBezTo>
                  <a:cubicBezTo>
                    <a:pt x="2970711" y="592496"/>
                    <a:pt x="2967830" y="593360"/>
                    <a:pt x="2964661" y="594225"/>
                  </a:cubicBezTo>
                  <a:cubicBezTo>
                    <a:pt x="2945067" y="601428"/>
                    <a:pt x="2925186" y="607479"/>
                    <a:pt x="2905016" y="612954"/>
                  </a:cubicBezTo>
                  <a:cubicBezTo>
                    <a:pt x="2894355" y="616699"/>
                    <a:pt x="2883694" y="621021"/>
                    <a:pt x="2871880" y="619869"/>
                  </a:cubicBezTo>
                  <a:cubicBezTo>
                    <a:pt x="2868711" y="619581"/>
                    <a:pt x="2864677" y="624479"/>
                    <a:pt x="2862948" y="619869"/>
                  </a:cubicBezTo>
                  <a:cubicBezTo>
                    <a:pt x="2860931" y="615259"/>
                    <a:pt x="2866694" y="615259"/>
                    <a:pt x="2869575" y="614394"/>
                  </a:cubicBezTo>
                  <a:cubicBezTo>
                    <a:pt x="2873609" y="613242"/>
                    <a:pt x="2877355" y="610937"/>
                    <a:pt x="2881677" y="612665"/>
                  </a:cubicBezTo>
                  <a:cubicBezTo>
                    <a:pt x="2888880" y="614394"/>
                    <a:pt x="2895508" y="609784"/>
                    <a:pt x="2902711" y="610360"/>
                  </a:cubicBezTo>
                  <a:cubicBezTo>
                    <a:pt x="2922305" y="605750"/>
                    <a:pt x="2939881" y="595377"/>
                    <a:pt x="2959762" y="591343"/>
                  </a:cubicBezTo>
                  <a:cubicBezTo>
                    <a:pt x="2962932" y="590479"/>
                    <a:pt x="2965813" y="589614"/>
                    <a:pt x="2968983" y="588750"/>
                  </a:cubicBezTo>
                  <a:cubicBezTo>
                    <a:pt x="2980220" y="585869"/>
                    <a:pt x="2991458" y="582699"/>
                    <a:pt x="3002695" y="579530"/>
                  </a:cubicBezTo>
                  <a:cubicBezTo>
                    <a:pt x="3015373" y="573479"/>
                    <a:pt x="3029491" y="571750"/>
                    <a:pt x="3042746" y="567428"/>
                  </a:cubicBezTo>
                  <a:cubicBezTo>
                    <a:pt x="3044186" y="566852"/>
                    <a:pt x="3046204" y="566563"/>
                    <a:pt x="3047356" y="567428"/>
                  </a:cubicBezTo>
                  <a:cubicBezTo>
                    <a:pt x="3055424" y="573191"/>
                    <a:pt x="3063204" y="574919"/>
                    <a:pt x="3070695" y="574919"/>
                  </a:cubicBezTo>
                  <a:lnTo>
                    <a:pt x="3165493" y="543801"/>
                  </a:lnTo>
                  <a:cubicBezTo>
                    <a:pt x="3184221" y="537750"/>
                    <a:pt x="3203238" y="534580"/>
                    <a:pt x="3222255" y="534004"/>
                  </a:cubicBezTo>
                  <a:cubicBezTo>
                    <a:pt x="3226001" y="533139"/>
                    <a:pt x="3229459" y="532563"/>
                    <a:pt x="3233205" y="531987"/>
                  </a:cubicBezTo>
                  <a:cubicBezTo>
                    <a:pt x="3233493" y="531411"/>
                    <a:pt x="3233493" y="530546"/>
                    <a:pt x="3233493" y="529970"/>
                  </a:cubicBezTo>
                  <a:cubicBezTo>
                    <a:pt x="3233493" y="529106"/>
                    <a:pt x="3233493" y="528529"/>
                    <a:pt x="3233493" y="527665"/>
                  </a:cubicBezTo>
                  <a:cubicBezTo>
                    <a:pt x="3228306" y="523919"/>
                    <a:pt x="3223696" y="527089"/>
                    <a:pt x="3218798" y="528241"/>
                  </a:cubicBezTo>
                  <a:cubicBezTo>
                    <a:pt x="3210442" y="530258"/>
                    <a:pt x="3202950" y="536021"/>
                    <a:pt x="3193730" y="532851"/>
                  </a:cubicBezTo>
                  <a:cubicBezTo>
                    <a:pt x="3176153" y="538902"/>
                    <a:pt x="3159730" y="547258"/>
                    <a:pt x="3141001" y="549275"/>
                  </a:cubicBezTo>
                  <a:cubicBezTo>
                    <a:pt x="3126882" y="553309"/>
                    <a:pt x="3112475" y="557055"/>
                    <a:pt x="3098068" y="561089"/>
                  </a:cubicBezTo>
                  <a:cubicBezTo>
                    <a:pt x="3096916" y="561665"/>
                    <a:pt x="3095475" y="561953"/>
                    <a:pt x="3094610" y="561665"/>
                  </a:cubicBezTo>
                  <a:cubicBezTo>
                    <a:pt x="3086831" y="563682"/>
                    <a:pt x="3079627" y="568292"/>
                    <a:pt x="3070695" y="566275"/>
                  </a:cubicBezTo>
                  <a:cubicBezTo>
                    <a:pt x="3079051" y="560801"/>
                    <a:pt x="3088272" y="557343"/>
                    <a:pt x="3098068" y="556190"/>
                  </a:cubicBezTo>
                  <a:cubicBezTo>
                    <a:pt x="3110170" y="553309"/>
                    <a:pt x="3121407" y="547546"/>
                    <a:pt x="3133797" y="546682"/>
                  </a:cubicBezTo>
                  <a:cubicBezTo>
                    <a:pt x="3147052" y="542072"/>
                    <a:pt x="3160594" y="537173"/>
                    <a:pt x="3174137" y="532563"/>
                  </a:cubicBezTo>
                  <a:cubicBezTo>
                    <a:pt x="3173848" y="531987"/>
                    <a:pt x="3173848" y="531123"/>
                    <a:pt x="3173848" y="530258"/>
                  </a:cubicBezTo>
                  <a:cubicBezTo>
                    <a:pt x="3164628" y="527953"/>
                    <a:pt x="3156560" y="532275"/>
                    <a:pt x="3148204" y="534580"/>
                  </a:cubicBezTo>
                  <a:cubicBezTo>
                    <a:pt x="3142730" y="536021"/>
                    <a:pt x="3136967" y="537750"/>
                    <a:pt x="3131204" y="537173"/>
                  </a:cubicBezTo>
                  <a:cubicBezTo>
                    <a:pt x="3128323" y="537750"/>
                    <a:pt x="3123424" y="542072"/>
                    <a:pt x="3123136" y="536597"/>
                  </a:cubicBezTo>
                  <a:cubicBezTo>
                    <a:pt x="3122848" y="530834"/>
                    <a:pt x="3129475" y="532851"/>
                    <a:pt x="3133509" y="532275"/>
                  </a:cubicBezTo>
                  <a:cubicBezTo>
                    <a:pt x="3148204" y="526512"/>
                    <a:pt x="3164916" y="526224"/>
                    <a:pt x="3178459" y="516716"/>
                  </a:cubicBezTo>
                  <a:cubicBezTo>
                    <a:pt x="3181916" y="514122"/>
                    <a:pt x="3183357" y="519309"/>
                    <a:pt x="3185950" y="520750"/>
                  </a:cubicBezTo>
                  <a:cubicBezTo>
                    <a:pt x="3191136" y="517868"/>
                    <a:pt x="3193154" y="521614"/>
                    <a:pt x="3195170" y="525360"/>
                  </a:cubicBezTo>
                  <a:cubicBezTo>
                    <a:pt x="3208713" y="522190"/>
                    <a:pt x="3221967" y="518733"/>
                    <a:pt x="3235510" y="515563"/>
                  </a:cubicBezTo>
                  <a:cubicBezTo>
                    <a:pt x="3253374" y="511241"/>
                    <a:pt x="3270374" y="502885"/>
                    <a:pt x="3289103" y="502309"/>
                  </a:cubicBezTo>
                  <a:cubicBezTo>
                    <a:pt x="3291120" y="502309"/>
                    <a:pt x="3293714" y="501733"/>
                    <a:pt x="3294578" y="500292"/>
                  </a:cubicBezTo>
                  <a:cubicBezTo>
                    <a:pt x="3306968" y="483580"/>
                    <a:pt x="3327138" y="492800"/>
                    <a:pt x="3342409" y="485597"/>
                  </a:cubicBezTo>
                  <a:cubicBezTo>
                    <a:pt x="3345578" y="484156"/>
                    <a:pt x="3349324" y="483868"/>
                    <a:pt x="3352493" y="482715"/>
                  </a:cubicBezTo>
                  <a:cubicBezTo>
                    <a:pt x="3355375" y="481563"/>
                    <a:pt x="3357968" y="480410"/>
                    <a:pt x="3359697" y="483868"/>
                  </a:cubicBezTo>
                  <a:cubicBezTo>
                    <a:pt x="3362290" y="488766"/>
                    <a:pt x="3355951" y="487614"/>
                    <a:pt x="3355087" y="490207"/>
                  </a:cubicBezTo>
                  <a:cubicBezTo>
                    <a:pt x="3355951" y="491071"/>
                    <a:pt x="3356815" y="491936"/>
                    <a:pt x="3357680" y="492800"/>
                  </a:cubicBezTo>
                  <a:cubicBezTo>
                    <a:pt x="3364595" y="490783"/>
                    <a:pt x="3371511" y="489054"/>
                    <a:pt x="3378426" y="487037"/>
                  </a:cubicBezTo>
                  <a:cubicBezTo>
                    <a:pt x="3378714" y="485309"/>
                    <a:pt x="3378714" y="483868"/>
                    <a:pt x="3378714" y="482427"/>
                  </a:cubicBezTo>
                  <a:cubicBezTo>
                    <a:pt x="3386494" y="471190"/>
                    <a:pt x="3399460" y="470902"/>
                    <a:pt x="3410409" y="466580"/>
                  </a:cubicBezTo>
                  <a:cubicBezTo>
                    <a:pt x="3422223" y="461970"/>
                    <a:pt x="3435189" y="459664"/>
                    <a:pt x="3447579" y="456495"/>
                  </a:cubicBezTo>
                  <a:cubicBezTo>
                    <a:pt x="3450749" y="455342"/>
                    <a:pt x="3454494" y="455919"/>
                    <a:pt x="3457375" y="453325"/>
                  </a:cubicBezTo>
                  <a:cubicBezTo>
                    <a:pt x="3473511" y="438054"/>
                    <a:pt x="3493393" y="437766"/>
                    <a:pt x="3513562" y="437478"/>
                  </a:cubicBezTo>
                  <a:cubicBezTo>
                    <a:pt x="3515579" y="437478"/>
                    <a:pt x="3517308" y="437190"/>
                    <a:pt x="3519037" y="437190"/>
                  </a:cubicBezTo>
                  <a:cubicBezTo>
                    <a:pt x="3529698" y="432868"/>
                    <a:pt x="3534884" y="420190"/>
                    <a:pt x="3547275" y="418173"/>
                  </a:cubicBezTo>
                  <a:cubicBezTo>
                    <a:pt x="3543241" y="425952"/>
                    <a:pt x="3546410" y="426529"/>
                    <a:pt x="3553325" y="424512"/>
                  </a:cubicBezTo>
                  <a:cubicBezTo>
                    <a:pt x="3561681" y="422207"/>
                    <a:pt x="3563410" y="425376"/>
                    <a:pt x="3559088" y="432580"/>
                  </a:cubicBezTo>
                  <a:cubicBezTo>
                    <a:pt x="3559952" y="432868"/>
                    <a:pt x="3560817" y="432868"/>
                    <a:pt x="3561681" y="433156"/>
                  </a:cubicBezTo>
                  <a:cubicBezTo>
                    <a:pt x="3566292" y="432003"/>
                    <a:pt x="3570902" y="430851"/>
                    <a:pt x="3575512" y="429698"/>
                  </a:cubicBezTo>
                  <a:cubicBezTo>
                    <a:pt x="3574648" y="428546"/>
                    <a:pt x="3574071" y="427105"/>
                    <a:pt x="3573207" y="425952"/>
                  </a:cubicBezTo>
                  <a:cubicBezTo>
                    <a:pt x="3569173" y="422495"/>
                    <a:pt x="3571190" y="420190"/>
                    <a:pt x="3574936" y="419613"/>
                  </a:cubicBezTo>
                  <a:cubicBezTo>
                    <a:pt x="3586173" y="417308"/>
                    <a:pt x="3595969" y="410393"/>
                    <a:pt x="3606631" y="407800"/>
                  </a:cubicBezTo>
                  <a:cubicBezTo>
                    <a:pt x="3614987" y="405783"/>
                    <a:pt x="3622478" y="398867"/>
                    <a:pt x="3631987" y="401173"/>
                  </a:cubicBezTo>
                  <a:cubicBezTo>
                    <a:pt x="3636021" y="402037"/>
                    <a:pt x="3639767" y="400020"/>
                    <a:pt x="3642936" y="397715"/>
                  </a:cubicBezTo>
                  <a:cubicBezTo>
                    <a:pt x="3648699" y="393105"/>
                    <a:pt x="3655326" y="391664"/>
                    <a:pt x="3662818" y="392240"/>
                  </a:cubicBezTo>
                  <a:cubicBezTo>
                    <a:pt x="3671462" y="393105"/>
                    <a:pt x="3678377" y="390223"/>
                    <a:pt x="3680106" y="380427"/>
                  </a:cubicBezTo>
                  <a:cubicBezTo>
                    <a:pt x="3680682" y="376681"/>
                    <a:pt x="3681546" y="374664"/>
                    <a:pt x="3686157" y="377833"/>
                  </a:cubicBezTo>
                  <a:cubicBezTo>
                    <a:pt x="3691631" y="381579"/>
                    <a:pt x="3699123" y="380427"/>
                    <a:pt x="3705174" y="378698"/>
                  </a:cubicBezTo>
                  <a:cubicBezTo>
                    <a:pt x="3727648" y="372071"/>
                    <a:pt x="3750123" y="364579"/>
                    <a:pt x="3772598" y="357664"/>
                  </a:cubicBezTo>
                  <a:cubicBezTo>
                    <a:pt x="3784699" y="353918"/>
                    <a:pt x="3791903" y="347291"/>
                    <a:pt x="3799395" y="338935"/>
                  </a:cubicBezTo>
                  <a:cubicBezTo>
                    <a:pt x="3801988" y="336054"/>
                    <a:pt x="3804869" y="334613"/>
                    <a:pt x="3808327" y="333460"/>
                  </a:cubicBezTo>
                  <a:cubicBezTo>
                    <a:pt x="3810056" y="332596"/>
                    <a:pt x="3812361" y="331731"/>
                    <a:pt x="3813513" y="333748"/>
                  </a:cubicBezTo>
                  <a:cubicBezTo>
                    <a:pt x="3814954" y="336342"/>
                    <a:pt x="3811208" y="337206"/>
                    <a:pt x="3810632" y="339511"/>
                  </a:cubicBezTo>
                  <a:cubicBezTo>
                    <a:pt x="3810920" y="341816"/>
                    <a:pt x="3810632" y="344121"/>
                    <a:pt x="3813513" y="344986"/>
                  </a:cubicBezTo>
                  <a:cubicBezTo>
                    <a:pt x="3825327" y="345562"/>
                    <a:pt x="3833683" y="336342"/>
                    <a:pt x="3844056" y="332884"/>
                  </a:cubicBezTo>
                  <a:cubicBezTo>
                    <a:pt x="3849530" y="331155"/>
                    <a:pt x="3853276" y="325392"/>
                    <a:pt x="3860192" y="329714"/>
                  </a:cubicBezTo>
                  <a:cubicBezTo>
                    <a:pt x="3862497" y="331155"/>
                    <a:pt x="3866242" y="329714"/>
                    <a:pt x="3869412" y="329714"/>
                  </a:cubicBezTo>
                  <a:cubicBezTo>
                    <a:pt x="3873158" y="323664"/>
                    <a:pt x="3879785" y="328562"/>
                    <a:pt x="3884395" y="325681"/>
                  </a:cubicBezTo>
                  <a:cubicBezTo>
                    <a:pt x="3887565" y="322223"/>
                    <a:pt x="3891887" y="321647"/>
                    <a:pt x="3896209" y="321070"/>
                  </a:cubicBezTo>
                  <a:cubicBezTo>
                    <a:pt x="3899378" y="319630"/>
                    <a:pt x="3902260" y="318189"/>
                    <a:pt x="3905717" y="318765"/>
                  </a:cubicBezTo>
                  <a:cubicBezTo>
                    <a:pt x="3907446" y="316460"/>
                    <a:pt x="3910039" y="315884"/>
                    <a:pt x="3912633" y="315596"/>
                  </a:cubicBezTo>
                  <a:cubicBezTo>
                    <a:pt x="3922717" y="310697"/>
                    <a:pt x="3933955" y="309833"/>
                    <a:pt x="3944328" y="305223"/>
                  </a:cubicBezTo>
                  <a:cubicBezTo>
                    <a:pt x="3938277" y="315019"/>
                    <a:pt x="3927039" y="314731"/>
                    <a:pt x="3917531" y="317901"/>
                  </a:cubicBezTo>
                  <a:cubicBezTo>
                    <a:pt x="3913497" y="319053"/>
                    <a:pt x="3910039" y="321647"/>
                    <a:pt x="3905717" y="320494"/>
                  </a:cubicBezTo>
                  <a:cubicBezTo>
                    <a:pt x="3904276" y="323375"/>
                    <a:pt x="3901683" y="323375"/>
                    <a:pt x="3899090" y="323375"/>
                  </a:cubicBezTo>
                  <a:cubicBezTo>
                    <a:pt x="3895632" y="325969"/>
                    <a:pt x="3891599" y="327698"/>
                    <a:pt x="3887277" y="327986"/>
                  </a:cubicBezTo>
                  <a:cubicBezTo>
                    <a:pt x="3882666" y="331155"/>
                    <a:pt x="3877192" y="330579"/>
                    <a:pt x="3872293" y="332020"/>
                  </a:cubicBezTo>
                  <a:cubicBezTo>
                    <a:pt x="3869124" y="334613"/>
                    <a:pt x="3867107" y="338647"/>
                    <a:pt x="3873446" y="336918"/>
                  </a:cubicBezTo>
                  <a:cubicBezTo>
                    <a:pt x="3884395" y="334037"/>
                    <a:pt x="3895632" y="332884"/>
                    <a:pt x="3906294" y="328274"/>
                  </a:cubicBezTo>
                  <a:cubicBezTo>
                    <a:pt x="3922141" y="321359"/>
                    <a:pt x="3938565" y="314731"/>
                    <a:pt x="3956718" y="318477"/>
                  </a:cubicBezTo>
                  <a:cubicBezTo>
                    <a:pt x="3958734" y="318765"/>
                    <a:pt x="3961328" y="317613"/>
                    <a:pt x="3963345" y="316748"/>
                  </a:cubicBezTo>
                  <a:cubicBezTo>
                    <a:pt x="3997921" y="302053"/>
                    <a:pt x="4035091" y="295426"/>
                    <a:pt x="4069379" y="279867"/>
                  </a:cubicBezTo>
                  <a:cubicBezTo>
                    <a:pt x="4067651" y="279002"/>
                    <a:pt x="4065922" y="278138"/>
                    <a:pt x="4064193" y="277273"/>
                  </a:cubicBezTo>
                  <a:cubicBezTo>
                    <a:pt x="4062176" y="277562"/>
                    <a:pt x="4060447" y="277850"/>
                    <a:pt x="4058430" y="278138"/>
                  </a:cubicBezTo>
                  <a:cubicBezTo>
                    <a:pt x="4032210" y="287646"/>
                    <a:pt x="4005413" y="295426"/>
                    <a:pt x="3977751" y="299460"/>
                  </a:cubicBezTo>
                  <a:cubicBezTo>
                    <a:pt x="3971413" y="300613"/>
                    <a:pt x="3965938" y="306375"/>
                    <a:pt x="3958734" y="307816"/>
                  </a:cubicBezTo>
                  <a:cubicBezTo>
                    <a:pt x="3956718" y="308104"/>
                    <a:pt x="3954700" y="308969"/>
                    <a:pt x="3953548" y="306952"/>
                  </a:cubicBezTo>
                  <a:cubicBezTo>
                    <a:pt x="3952108" y="304070"/>
                    <a:pt x="3954700" y="302918"/>
                    <a:pt x="3956718" y="301765"/>
                  </a:cubicBezTo>
                  <a:cubicBezTo>
                    <a:pt x="3964785" y="297155"/>
                    <a:pt x="3972565" y="292545"/>
                    <a:pt x="3982650" y="293121"/>
                  </a:cubicBezTo>
                  <a:cubicBezTo>
                    <a:pt x="3988701" y="293409"/>
                    <a:pt x="3994752" y="290240"/>
                    <a:pt x="4000802" y="288223"/>
                  </a:cubicBezTo>
                  <a:cubicBezTo>
                    <a:pt x="4017227" y="282748"/>
                    <a:pt x="4033362" y="276409"/>
                    <a:pt x="4050650" y="275545"/>
                  </a:cubicBezTo>
                  <a:cubicBezTo>
                    <a:pt x="4071685" y="267765"/>
                    <a:pt x="4093295" y="260850"/>
                    <a:pt x="4114041" y="252494"/>
                  </a:cubicBezTo>
                  <a:cubicBezTo>
                    <a:pt x="4154380" y="236646"/>
                    <a:pt x="4196448" y="225697"/>
                    <a:pt x="4237364" y="211578"/>
                  </a:cubicBezTo>
                  <a:cubicBezTo>
                    <a:pt x="4262143" y="203222"/>
                    <a:pt x="4286347" y="193714"/>
                    <a:pt x="4311415" y="186510"/>
                  </a:cubicBezTo>
                  <a:cubicBezTo>
                    <a:pt x="4337635" y="179019"/>
                    <a:pt x="4360974" y="163459"/>
                    <a:pt x="4387483" y="157985"/>
                  </a:cubicBezTo>
                  <a:cubicBezTo>
                    <a:pt x="4408805" y="153663"/>
                    <a:pt x="4428975" y="145307"/>
                    <a:pt x="4450009" y="139832"/>
                  </a:cubicBezTo>
                  <a:cubicBezTo>
                    <a:pt x="4450009" y="138968"/>
                    <a:pt x="4450009" y="138391"/>
                    <a:pt x="4450009" y="137527"/>
                  </a:cubicBezTo>
                  <a:cubicBezTo>
                    <a:pt x="4447416" y="135510"/>
                    <a:pt x="4445687" y="132052"/>
                    <a:pt x="4449721" y="131476"/>
                  </a:cubicBezTo>
                  <a:cubicBezTo>
                    <a:pt x="4459806" y="129747"/>
                    <a:pt x="4466433" y="120815"/>
                    <a:pt x="4477382" y="121103"/>
                  </a:cubicBezTo>
                  <a:cubicBezTo>
                    <a:pt x="4491789" y="121679"/>
                    <a:pt x="4503314" y="111594"/>
                    <a:pt x="4516857" y="108137"/>
                  </a:cubicBezTo>
                  <a:cubicBezTo>
                    <a:pt x="4532993" y="104103"/>
                    <a:pt x="4548264" y="96899"/>
                    <a:pt x="4565552" y="97476"/>
                  </a:cubicBezTo>
                  <a:cubicBezTo>
                    <a:pt x="4569010" y="98916"/>
                    <a:pt x="4572179" y="100357"/>
                    <a:pt x="4575637" y="101798"/>
                  </a:cubicBezTo>
                  <a:cubicBezTo>
                    <a:pt x="4586010" y="95459"/>
                    <a:pt x="4597535" y="93730"/>
                    <a:pt x="4609349" y="94883"/>
                  </a:cubicBezTo>
                  <a:cubicBezTo>
                    <a:pt x="4611654" y="94018"/>
                    <a:pt x="4614247" y="93154"/>
                    <a:pt x="4616552" y="92289"/>
                  </a:cubicBezTo>
                  <a:cubicBezTo>
                    <a:pt x="4616552" y="94018"/>
                    <a:pt x="4616552" y="95747"/>
                    <a:pt x="4616552" y="97476"/>
                  </a:cubicBezTo>
                  <a:lnTo>
                    <a:pt x="4875011" y="8441"/>
                  </a:lnTo>
                  <a:cubicBezTo>
                    <a:pt x="4874147" y="8441"/>
                    <a:pt x="4872995" y="8441"/>
                    <a:pt x="4871842" y="8153"/>
                  </a:cubicBezTo>
                  <a:cubicBezTo>
                    <a:pt x="4875299" y="1814"/>
                    <a:pt x="4879910" y="-491"/>
                    <a:pt x="4887978" y="85"/>
                  </a:cubicBezTo>
                  <a:close/>
                </a:path>
              </a:pathLst>
            </a:custGeom>
            <a:solidFill>
              <a:schemeClr val="accent6">
                <a:alpha val="50000"/>
              </a:schemeClr>
            </a:solidFill>
            <a:ln w="2878"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157670CF-B319-E683-554A-DBF871EDB44F}"/>
                </a:ext>
              </a:extLst>
            </p:cNvPr>
            <p:cNvSpPr/>
            <p:nvPr/>
          </p:nvSpPr>
          <p:spPr>
            <a:xfrm rot="1015521">
              <a:off x="6210890" y="462043"/>
              <a:ext cx="3212938" cy="1336911"/>
            </a:xfrm>
            <a:custGeom>
              <a:avLst/>
              <a:gdLst>
                <a:gd name="connsiteX0" fmla="*/ 468666 w 3550584"/>
                <a:gd name="connsiteY0" fmla="*/ 1251464 h 1477406"/>
                <a:gd name="connsiteX1" fmla="*/ 481344 w 3550584"/>
                <a:gd name="connsiteY1" fmla="*/ 1308227 h 1477406"/>
                <a:gd name="connsiteX2" fmla="*/ 413344 w 3550584"/>
                <a:gd name="connsiteY2" fmla="*/ 1428092 h 1477406"/>
                <a:gd name="connsiteX3" fmla="*/ 409310 w 3550584"/>
                <a:gd name="connsiteY3" fmla="*/ 1432126 h 1477406"/>
                <a:gd name="connsiteX4" fmla="*/ 368971 w 3550584"/>
                <a:gd name="connsiteY4" fmla="*/ 1458058 h 1477406"/>
                <a:gd name="connsiteX5" fmla="*/ 354564 w 3550584"/>
                <a:gd name="connsiteY5" fmla="*/ 1450855 h 1477406"/>
                <a:gd name="connsiteX6" fmla="*/ 346496 w 3550584"/>
                <a:gd name="connsiteY6" fmla="*/ 1423482 h 1477406"/>
                <a:gd name="connsiteX7" fmla="*/ 362056 w 3550584"/>
                <a:gd name="connsiteY7" fmla="*/ 1406194 h 1477406"/>
                <a:gd name="connsiteX8" fmla="*/ 434954 w 3550584"/>
                <a:gd name="connsiteY8" fmla="*/ 1285176 h 1477406"/>
                <a:gd name="connsiteX9" fmla="*/ 435242 w 3550584"/>
                <a:gd name="connsiteY9" fmla="*/ 1275667 h 1477406"/>
                <a:gd name="connsiteX10" fmla="*/ 468666 w 3550584"/>
                <a:gd name="connsiteY10" fmla="*/ 1251464 h 1477406"/>
                <a:gd name="connsiteX11" fmla="*/ 164105 w 3550584"/>
                <a:gd name="connsiteY11" fmla="*/ 914055 h 1477406"/>
                <a:gd name="connsiteX12" fmla="*/ 168427 w 3550584"/>
                <a:gd name="connsiteY12" fmla="*/ 922699 h 1477406"/>
                <a:gd name="connsiteX13" fmla="*/ 173038 w 3550584"/>
                <a:gd name="connsiteY13" fmla="*/ 937106 h 1477406"/>
                <a:gd name="connsiteX14" fmla="*/ 172461 w 3550584"/>
                <a:gd name="connsiteY14" fmla="*/ 959292 h 1477406"/>
                <a:gd name="connsiteX15" fmla="*/ 152868 w 3550584"/>
                <a:gd name="connsiteY15" fmla="*/ 1027293 h 1477406"/>
                <a:gd name="connsiteX16" fmla="*/ 215682 w 3550584"/>
                <a:gd name="connsiteY16" fmla="*/ 1242819 h 1477406"/>
                <a:gd name="connsiteX17" fmla="*/ 254581 w 3550584"/>
                <a:gd name="connsiteY17" fmla="*/ 1373922 h 1477406"/>
                <a:gd name="connsiteX18" fmla="*/ 267259 w 3550584"/>
                <a:gd name="connsiteY18" fmla="*/ 1399278 h 1477406"/>
                <a:gd name="connsiteX19" fmla="*/ 273886 w 3550584"/>
                <a:gd name="connsiteY19" fmla="*/ 1407634 h 1477406"/>
                <a:gd name="connsiteX20" fmla="*/ 309327 w 3550584"/>
                <a:gd name="connsiteY20" fmla="*/ 1422329 h 1477406"/>
                <a:gd name="connsiteX21" fmla="*/ 318835 w 3550584"/>
                <a:gd name="connsiteY21" fmla="*/ 1428092 h 1477406"/>
                <a:gd name="connsiteX22" fmla="*/ 328056 w 3550584"/>
                <a:gd name="connsiteY22" fmla="*/ 1464973 h 1477406"/>
                <a:gd name="connsiteX23" fmla="*/ 272157 w 3550584"/>
                <a:gd name="connsiteY23" fmla="*/ 1476787 h 1477406"/>
                <a:gd name="connsiteX24" fmla="*/ 75935 w 3550584"/>
                <a:gd name="connsiteY24" fmla="*/ 1385447 h 1477406"/>
                <a:gd name="connsiteX25" fmla="*/ 12257 w 3550584"/>
                <a:gd name="connsiteY25" fmla="*/ 1071378 h 1477406"/>
                <a:gd name="connsiteX26" fmla="*/ 153732 w 3550584"/>
                <a:gd name="connsiteY26" fmla="*/ 914919 h 1477406"/>
                <a:gd name="connsiteX27" fmla="*/ 164105 w 3550584"/>
                <a:gd name="connsiteY27" fmla="*/ 914055 h 1477406"/>
                <a:gd name="connsiteX28" fmla="*/ 341022 w 3550584"/>
                <a:gd name="connsiteY28" fmla="*/ 859596 h 1477406"/>
                <a:gd name="connsiteX29" fmla="*/ 364361 w 3550584"/>
                <a:gd name="connsiteY29" fmla="*/ 875732 h 1477406"/>
                <a:gd name="connsiteX30" fmla="*/ 385107 w 3550584"/>
                <a:gd name="connsiteY30" fmla="*/ 944885 h 1477406"/>
                <a:gd name="connsiteX31" fmla="*/ 392598 w 3550584"/>
                <a:gd name="connsiteY31" fmla="*/ 968512 h 1477406"/>
                <a:gd name="connsiteX32" fmla="*/ 401819 w 3550584"/>
                <a:gd name="connsiteY32" fmla="*/ 990123 h 1477406"/>
                <a:gd name="connsiteX33" fmla="*/ 418242 w 3550584"/>
                <a:gd name="connsiteY33" fmla="*/ 1048326 h 1477406"/>
                <a:gd name="connsiteX34" fmla="*/ 394039 w 3550584"/>
                <a:gd name="connsiteY34" fmla="*/ 1082615 h 1477406"/>
                <a:gd name="connsiteX35" fmla="*/ 366090 w 3550584"/>
                <a:gd name="connsiteY35" fmla="*/ 1067631 h 1477406"/>
                <a:gd name="connsiteX36" fmla="*/ 346208 w 3550584"/>
                <a:gd name="connsiteY36" fmla="*/ 1035360 h 1477406"/>
                <a:gd name="connsiteX37" fmla="*/ 284547 w 3550584"/>
                <a:gd name="connsiteY37" fmla="*/ 970529 h 1477406"/>
                <a:gd name="connsiteX38" fmla="*/ 272733 w 3550584"/>
                <a:gd name="connsiteY38" fmla="*/ 963326 h 1477406"/>
                <a:gd name="connsiteX39" fmla="*/ 228072 w 3550584"/>
                <a:gd name="connsiteY39" fmla="*/ 948054 h 1477406"/>
                <a:gd name="connsiteX40" fmla="*/ 199546 w 3550584"/>
                <a:gd name="connsiteY40" fmla="*/ 911173 h 1477406"/>
                <a:gd name="connsiteX41" fmla="*/ 212224 w 3550584"/>
                <a:gd name="connsiteY41" fmla="*/ 899359 h 1477406"/>
                <a:gd name="connsiteX42" fmla="*/ 253140 w 3550584"/>
                <a:gd name="connsiteY42" fmla="*/ 897054 h 1477406"/>
                <a:gd name="connsiteX43" fmla="*/ 314225 w 3550584"/>
                <a:gd name="connsiteY43" fmla="*/ 895325 h 1477406"/>
                <a:gd name="connsiteX44" fmla="*/ 320852 w 3550584"/>
                <a:gd name="connsiteY44" fmla="*/ 879478 h 1477406"/>
                <a:gd name="connsiteX45" fmla="*/ 341022 w 3550584"/>
                <a:gd name="connsiteY45" fmla="*/ 859596 h 1477406"/>
                <a:gd name="connsiteX46" fmla="*/ 624260 w 3550584"/>
                <a:gd name="connsiteY46" fmla="*/ 774813 h 1477406"/>
                <a:gd name="connsiteX47" fmla="*/ 629735 w 3550584"/>
                <a:gd name="connsiteY47" fmla="*/ 784393 h 1477406"/>
                <a:gd name="connsiteX48" fmla="*/ 633193 w 3550584"/>
                <a:gd name="connsiteY48" fmla="*/ 795631 h 1477406"/>
                <a:gd name="connsiteX49" fmla="*/ 627142 w 3550584"/>
                <a:gd name="connsiteY49" fmla="*/ 830495 h 1477406"/>
                <a:gd name="connsiteX50" fmla="*/ 620515 w 3550584"/>
                <a:gd name="connsiteY50" fmla="*/ 887835 h 1477406"/>
                <a:gd name="connsiteX51" fmla="*/ 691685 w 3550584"/>
                <a:gd name="connsiteY51" fmla="*/ 1129294 h 1477406"/>
                <a:gd name="connsiteX52" fmla="*/ 709261 w 3550584"/>
                <a:gd name="connsiteY52" fmla="*/ 1189803 h 1477406"/>
                <a:gd name="connsiteX53" fmla="*/ 713295 w 3550584"/>
                <a:gd name="connsiteY53" fmla="*/ 1203633 h 1477406"/>
                <a:gd name="connsiteX54" fmla="*/ 725973 w 3550584"/>
                <a:gd name="connsiteY54" fmla="*/ 1246566 h 1477406"/>
                <a:gd name="connsiteX55" fmla="*/ 763431 w 3550584"/>
                <a:gd name="connsiteY55" fmla="*/ 1286040 h 1477406"/>
                <a:gd name="connsiteX56" fmla="*/ 768041 w 3550584"/>
                <a:gd name="connsiteY56" fmla="*/ 1289210 h 1477406"/>
                <a:gd name="connsiteX57" fmla="*/ 777261 w 3550584"/>
                <a:gd name="connsiteY57" fmla="*/ 1298142 h 1477406"/>
                <a:gd name="connsiteX58" fmla="*/ 784753 w 3550584"/>
                <a:gd name="connsiteY58" fmla="*/ 1324075 h 1477406"/>
                <a:gd name="connsiteX59" fmla="*/ 778126 w 3550584"/>
                <a:gd name="connsiteY59" fmla="*/ 1334159 h 1477406"/>
                <a:gd name="connsiteX60" fmla="*/ 730007 w 3550584"/>
                <a:gd name="connsiteY60" fmla="*/ 1338770 h 1477406"/>
                <a:gd name="connsiteX61" fmla="*/ 684481 w 3550584"/>
                <a:gd name="connsiteY61" fmla="*/ 1333871 h 1477406"/>
                <a:gd name="connsiteX62" fmla="*/ 627718 w 3550584"/>
                <a:gd name="connsiteY62" fmla="*/ 1313702 h 1477406"/>
                <a:gd name="connsiteX63" fmla="*/ 591413 w 3550584"/>
                <a:gd name="connsiteY63" fmla="*/ 1290651 h 1477406"/>
                <a:gd name="connsiteX64" fmla="*/ 506700 w 3550584"/>
                <a:gd name="connsiteY64" fmla="*/ 1182887 h 1477406"/>
                <a:gd name="connsiteX65" fmla="*/ 496327 w 3550584"/>
                <a:gd name="connsiteY65" fmla="*/ 1165887 h 1477406"/>
                <a:gd name="connsiteX66" fmla="*/ 467802 w 3550584"/>
                <a:gd name="connsiteY66" fmla="*/ 1067344 h 1477406"/>
                <a:gd name="connsiteX67" fmla="*/ 462904 w 3550584"/>
                <a:gd name="connsiteY67" fmla="*/ 1024124 h 1477406"/>
                <a:gd name="connsiteX68" fmla="*/ 514768 w 3550584"/>
                <a:gd name="connsiteY68" fmla="*/ 850665 h 1477406"/>
                <a:gd name="connsiteX69" fmla="*/ 534938 w 3550584"/>
                <a:gd name="connsiteY69" fmla="*/ 829055 h 1477406"/>
                <a:gd name="connsiteX70" fmla="*/ 613599 w 3550584"/>
                <a:gd name="connsiteY70" fmla="*/ 776902 h 1477406"/>
                <a:gd name="connsiteX71" fmla="*/ 624260 w 3550584"/>
                <a:gd name="connsiteY71" fmla="*/ 774813 h 1477406"/>
                <a:gd name="connsiteX72" fmla="*/ 736346 w 3550584"/>
                <a:gd name="connsiteY72" fmla="*/ 759613 h 1477406"/>
                <a:gd name="connsiteX73" fmla="*/ 929974 w 3550584"/>
                <a:gd name="connsiteY73" fmla="*/ 899936 h 1477406"/>
                <a:gd name="connsiteX74" fmla="*/ 962246 w 3550584"/>
                <a:gd name="connsiteY74" fmla="*/ 978886 h 1477406"/>
                <a:gd name="connsiteX75" fmla="*/ 979246 w 3550584"/>
                <a:gd name="connsiteY75" fmla="*/ 1089819 h 1477406"/>
                <a:gd name="connsiteX76" fmla="*/ 967144 w 3550584"/>
                <a:gd name="connsiteY76" fmla="*/ 1170497 h 1477406"/>
                <a:gd name="connsiteX77" fmla="*/ 932568 w 3550584"/>
                <a:gd name="connsiteY77" fmla="*/ 1240514 h 1477406"/>
                <a:gd name="connsiteX78" fmla="*/ 921906 w 3550584"/>
                <a:gd name="connsiteY78" fmla="*/ 1252040 h 1477406"/>
                <a:gd name="connsiteX79" fmla="*/ 827397 w 3550584"/>
                <a:gd name="connsiteY79" fmla="*/ 1320041 h 1477406"/>
                <a:gd name="connsiteX80" fmla="*/ 816448 w 3550584"/>
                <a:gd name="connsiteY80" fmla="*/ 1314854 h 1477406"/>
                <a:gd name="connsiteX81" fmla="*/ 814143 w 3550584"/>
                <a:gd name="connsiteY81" fmla="*/ 1306786 h 1477406"/>
                <a:gd name="connsiteX82" fmla="*/ 821058 w 3550584"/>
                <a:gd name="connsiteY82" fmla="*/ 1266735 h 1477406"/>
                <a:gd name="connsiteX83" fmla="*/ 830279 w 3550584"/>
                <a:gd name="connsiteY83" fmla="*/ 1229277 h 1477406"/>
                <a:gd name="connsiteX84" fmla="*/ 817601 w 3550584"/>
                <a:gd name="connsiteY84" fmla="*/ 1187497 h 1477406"/>
                <a:gd name="connsiteX85" fmla="*/ 805499 w 3550584"/>
                <a:gd name="connsiteY85" fmla="*/ 1155226 h 1477406"/>
                <a:gd name="connsiteX86" fmla="*/ 741533 w 3550584"/>
                <a:gd name="connsiteY86" fmla="*/ 937682 h 1477406"/>
                <a:gd name="connsiteX87" fmla="*/ 714448 w 3550584"/>
                <a:gd name="connsiteY87" fmla="*/ 845478 h 1477406"/>
                <a:gd name="connsiteX88" fmla="*/ 680447 w 3550584"/>
                <a:gd name="connsiteY88" fmla="*/ 814071 h 1477406"/>
                <a:gd name="connsiteX89" fmla="*/ 660278 w 3550584"/>
                <a:gd name="connsiteY89" fmla="*/ 794190 h 1477406"/>
                <a:gd name="connsiteX90" fmla="*/ 655379 w 3550584"/>
                <a:gd name="connsiteY90" fmla="*/ 778342 h 1477406"/>
                <a:gd name="connsiteX91" fmla="*/ 665464 w 3550584"/>
                <a:gd name="connsiteY91" fmla="*/ 761918 h 1477406"/>
                <a:gd name="connsiteX92" fmla="*/ 736346 w 3550584"/>
                <a:gd name="connsiteY92" fmla="*/ 759613 h 1477406"/>
                <a:gd name="connsiteX93" fmla="*/ 1139738 w 3550584"/>
                <a:gd name="connsiteY93" fmla="*/ 634273 h 1477406"/>
                <a:gd name="connsiteX94" fmla="*/ 1169128 w 3550584"/>
                <a:gd name="connsiteY94" fmla="*/ 644070 h 1477406"/>
                <a:gd name="connsiteX95" fmla="*/ 1165959 w 3550584"/>
                <a:gd name="connsiteY95" fmla="*/ 677206 h 1477406"/>
                <a:gd name="connsiteX96" fmla="*/ 1163654 w 3550584"/>
                <a:gd name="connsiteY96" fmla="*/ 723308 h 1477406"/>
                <a:gd name="connsiteX97" fmla="*/ 1270553 w 3550584"/>
                <a:gd name="connsiteY97" fmla="*/ 892733 h 1477406"/>
                <a:gd name="connsiteX98" fmla="*/ 1276604 w 3550584"/>
                <a:gd name="connsiteY98" fmla="*/ 906563 h 1477406"/>
                <a:gd name="connsiteX99" fmla="*/ 1335672 w 3550584"/>
                <a:gd name="connsiteY99" fmla="*/ 1000784 h 1477406"/>
                <a:gd name="connsiteX100" fmla="*/ 1341434 w 3550584"/>
                <a:gd name="connsiteY100" fmla="*/ 1019513 h 1477406"/>
                <a:gd name="connsiteX101" fmla="*/ 1343451 w 3550584"/>
                <a:gd name="connsiteY101" fmla="*/ 1091836 h 1477406"/>
                <a:gd name="connsiteX102" fmla="*/ 1344028 w 3550584"/>
                <a:gd name="connsiteY102" fmla="*/ 1147446 h 1477406"/>
                <a:gd name="connsiteX103" fmla="*/ 1333655 w 3550584"/>
                <a:gd name="connsiteY103" fmla="*/ 1160700 h 1477406"/>
                <a:gd name="connsiteX104" fmla="*/ 1313485 w 3550584"/>
                <a:gd name="connsiteY104" fmla="*/ 1166751 h 1477406"/>
                <a:gd name="connsiteX105" fmla="*/ 1311468 w 3550584"/>
                <a:gd name="connsiteY105" fmla="*/ 1169633 h 1477406"/>
                <a:gd name="connsiteX106" fmla="*/ 1246637 w 3550584"/>
                <a:gd name="connsiteY106" fmla="*/ 1188938 h 1477406"/>
                <a:gd name="connsiteX107" fmla="*/ 1232519 w 3550584"/>
                <a:gd name="connsiteY107" fmla="*/ 1180582 h 1477406"/>
                <a:gd name="connsiteX108" fmla="*/ 1206874 w 3550584"/>
                <a:gd name="connsiteY108" fmla="*/ 1139378 h 1477406"/>
                <a:gd name="connsiteX109" fmla="*/ 1097382 w 3550584"/>
                <a:gd name="connsiteY109" fmla="*/ 971970 h 1477406"/>
                <a:gd name="connsiteX110" fmla="*/ 1093925 w 3550584"/>
                <a:gd name="connsiteY110" fmla="*/ 963614 h 1477406"/>
                <a:gd name="connsiteX111" fmla="*/ 1001721 w 3550584"/>
                <a:gd name="connsiteY111" fmla="*/ 820122 h 1477406"/>
                <a:gd name="connsiteX112" fmla="*/ 968585 w 3550584"/>
                <a:gd name="connsiteY112" fmla="*/ 768257 h 1477406"/>
                <a:gd name="connsiteX113" fmla="*/ 931991 w 3550584"/>
                <a:gd name="connsiteY113" fmla="*/ 743189 h 1477406"/>
                <a:gd name="connsiteX114" fmla="*/ 913839 w 3550584"/>
                <a:gd name="connsiteY114" fmla="*/ 728494 h 1477406"/>
                <a:gd name="connsiteX115" fmla="*/ 920178 w 3550584"/>
                <a:gd name="connsiteY115" fmla="*/ 706884 h 1477406"/>
                <a:gd name="connsiteX116" fmla="*/ 980687 w 3550584"/>
                <a:gd name="connsiteY116" fmla="*/ 683257 h 1477406"/>
                <a:gd name="connsiteX117" fmla="*/ 1001721 w 3550584"/>
                <a:gd name="connsiteY117" fmla="*/ 676341 h 1477406"/>
                <a:gd name="connsiteX118" fmla="*/ 1026500 w 3550584"/>
                <a:gd name="connsiteY118" fmla="*/ 666833 h 1477406"/>
                <a:gd name="connsiteX119" fmla="*/ 1063382 w 3550584"/>
                <a:gd name="connsiteY119" fmla="*/ 655884 h 1477406"/>
                <a:gd name="connsiteX120" fmla="*/ 1139738 w 3550584"/>
                <a:gd name="connsiteY120" fmla="*/ 634273 h 1477406"/>
                <a:gd name="connsiteX121" fmla="*/ 1371112 w 3550584"/>
                <a:gd name="connsiteY121" fmla="*/ 574052 h 1477406"/>
                <a:gd name="connsiteX122" fmla="*/ 1381773 w 3550584"/>
                <a:gd name="connsiteY122" fmla="*/ 583273 h 1477406"/>
                <a:gd name="connsiteX123" fmla="*/ 1372265 w 3550584"/>
                <a:gd name="connsiteY123" fmla="*/ 613815 h 1477406"/>
                <a:gd name="connsiteX124" fmla="*/ 1335383 w 3550584"/>
                <a:gd name="connsiteY124" fmla="*/ 695358 h 1477406"/>
                <a:gd name="connsiteX125" fmla="*/ 1338841 w 3550584"/>
                <a:gd name="connsiteY125" fmla="*/ 870834 h 1477406"/>
                <a:gd name="connsiteX126" fmla="*/ 1338841 w 3550584"/>
                <a:gd name="connsiteY126" fmla="*/ 951224 h 1477406"/>
                <a:gd name="connsiteX127" fmla="*/ 1301383 w 3550584"/>
                <a:gd name="connsiteY127" fmla="*/ 891868 h 1477406"/>
                <a:gd name="connsiteX128" fmla="*/ 1296197 w 3550584"/>
                <a:gd name="connsiteY128" fmla="*/ 870546 h 1477406"/>
                <a:gd name="connsiteX129" fmla="*/ 1293027 w 3550584"/>
                <a:gd name="connsiteY129" fmla="*/ 705731 h 1477406"/>
                <a:gd name="connsiteX130" fmla="*/ 1282366 w 3550584"/>
                <a:gd name="connsiteY130" fmla="*/ 668849 h 1477406"/>
                <a:gd name="connsiteX131" fmla="*/ 1245773 w 3550584"/>
                <a:gd name="connsiteY131" fmla="*/ 653002 h 1477406"/>
                <a:gd name="connsiteX132" fmla="*/ 1226468 w 3550584"/>
                <a:gd name="connsiteY132" fmla="*/ 645222 h 1477406"/>
                <a:gd name="connsiteX133" fmla="*/ 1229349 w 3550584"/>
                <a:gd name="connsiteY133" fmla="*/ 614680 h 1477406"/>
                <a:gd name="connsiteX134" fmla="*/ 1252688 w 3550584"/>
                <a:gd name="connsiteY134" fmla="*/ 603730 h 1477406"/>
                <a:gd name="connsiteX135" fmla="*/ 1348062 w 3550584"/>
                <a:gd name="connsiteY135" fmla="*/ 575781 h 1477406"/>
                <a:gd name="connsiteX136" fmla="*/ 1352672 w 3550584"/>
                <a:gd name="connsiteY136" fmla="*/ 574340 h 1477406"/>
                <a:gd name="connsiteX137" fmla="*/ 1371112 w 3550584"/>
                <a:gd name="connsiteY137" fmla="*/ 574052 h 1477406"/>
                <a:gd name="connsiteX138" fmla="*/ 1649165 w 3550584"/>
                <a:gd name="connsiteY138" fmla="*/ 485018 h 1477406"/>
                <a:gd name="connsiteX139" fmla="*/ 1658674 w 3550584"/>
                <a:gd name="connsiteY139" fmla="*/ 486170 h 1477406"/>
                <a:gd name="connsiteX140" fmla="*/ 1677403 w 3550584"/>
                <a:gd name="connsiteY140" fmla="*/ 504035 h 1477406"/>
                <a:gd name="connsiteX141" fmla="*/ 1669047 w 3550584"/>
                <a:gd name="connsiteY141" fmla="*/ 528239 h 1477406"/>
                <a:gd name="connsiteX142" fmla="*/ 1655504 w 3550584"/>
                <a:gd name="connsiteY142" fmla="*/ 577222 h 1477406"/>
                <a:gd name="connsiteX143" fmla="*/ 1711691 w 3550584"/>
                <a:gd name="connsiteY143" fmla="*/ 768257 h 1477406"/>
                <a:gd name="connsiteX144" fmla="*/ 1713996 w 3550584"/>
                <a:gd name="connsiteY144" fmla="*/ 785833 h 1477406"/>
                <a:gd name="connsiteX145" fmla="*/ 1749725 w 3550584"/>
                <a:gd name="connsiteY145" fmla="*/ 907427 h 1477406"/>
                <a:gd name="connsiteX146" fmla="*/ 1763844 w 3550584"/>
                <a:gd name="connsiteY146" fmla="*/ 946326 h 1477406"/>
                <a:gd name="connsiteX147" fmla="*/ 1786607 w 3550584"/>
                <a:gd name="connsiteY147" fmla="*/ 978597 h 1477406"/>
                <a:gd name="connsiteX148" fmla="*/ 1799285 w 3550584"/>
                <a:gd name="connsiteY148" fmla="*/ 980038 h 1477406"/>
                <a:gd name="connsiteX149" fmla="*/ 1818014 w 3550584"/>
                <a:gd name="connsiteY149" fmla="*/ 993580 h 1477406"/>
                <a:gd name="connsiteX150" fmla="*/ 1811675 w 3550584"/>
                <a:gd name="connsiteY150" fmla="*/ 1017208 h 1477406"/>
                <a:gd name="connsiteX151" fmla="*/ 1793810 w 3550584"/>
                <a:gd name="connsiteY151" fmla="*/ 1026140 h 1477406"/>
                <a:gd name="connsiteX152" fmla="*/ 1722928 w 3550584"/>
                <a:gd name="connsiteY152" fmla="*/ 1047462 h 1477406"/>
                <a:gd name="connsiteX153" fmla="*/ 1677114 w 3550584"/>
                <a:gd name="connsiteY153" fmla="*/ 1060717 h 1477406"/>
                <a:gd name="connsiteX154" fmla="*/ 1602487 w 3550584"/>
                <a:gd name="connsiteY154" fmla="*/ 1082327 h 1477406"/>
                <a:gd name="connsiteX155" fmla="*/ 1581453 w 3550584"/>
                <a:gd name="connsiteY155" fmla="*/ 1085208 h 1477406"/>
                <a:gd name="connsiteX156" fmla="*/ 1562724 w 3550584"/>
                <a:gd name="connsiteY156" fmla="*/ 1069649 h 1477406"/>
                <a:gd name="connsiteX157" fmla="*/ 1569927 w 3550584"/>
                <a:gd name="connsiteY157" fmla="*/ 1047462 h 1477406"/>
                <a:gd name="connsiteX158" fmla="*/ 1578571 w 3550584"/>
                <a:gd name="connsiteY158" fmla="*/ 1041123 h 1477406"/>
                <a:gd name="connsiteX159" fmla="*/ 1588368 w 3550584"/>
                <a:gd name="connsiteY159" fmla="*/ 1009716 h 1477406"/>
                <a:gd name="connsiteX160" fmla="*/ 1580300 w 3550584"/>
                <a:gd name="connsiteY160" fmla="*/ 992140 h 1477406"/>
                <a:gd name="connsiteX161" fmla="*/ 1567622 w 3550584"/>
                <a:gd name="connsiteY161" fmla="*/ 948343 h 1477406"/>
                <a:gd name="connsiteX162" fmla="*/ 1503656 w 3550584"/>
                <a:gd name="connsiteY162" fmla="*/ 731375 h 1477406"/>
                <a:gd name="connsiteX163" fmla="*/ 1470520 w 3550584"/>
                <a:gd name="connsiteY163" fmla="*/ 617273 h 1477406"/>
                <a:gd name="connsiteX164" fmla="*/ 1448333 w 3550584"/>
                <a:gd name="connsiteY164" fmla="*/ 597680 h 1477406"/>
                <a:gd name="connsiteX165" fmla="*/ 1436520 w 3550584"/>
                <a:gd name="connsiteY165" fmla="*/ 595663 h 1477406"/>
                <a:gd name="connsiteX166" fmla="*/ 1416350 w 3550584"/>
                <a:gd name="connsiteY166" fmla="*/ 576934 h 1477406"/>
                <a:gd name="connsiteX167" fmla="*/ 1428452 w 3550584"/>
                <a:gd name="connsiteY167" fmla="*/ 550425 h 1477406"/>
                <a:gd name="connsiteX168" fmla="*/ 1449486 w 3550584"/>
                <a:gd name="connsiteY168" fmla="*/ 542357 h 1477406"/>
                <a:gd name="connsiteX169" fmla="*/ 1635334 w 3550584"/>
                <a:gd name="connsiteY169" fmla="*/ 487899 h 1477406"/>
                <a:gd name="connsiteX170" fmla="*/ 1649165 w 3550584"/>
                <a:gd name="connsiteY170" fmla="*/ 485018 h 1477406"/>
                <a:gd name="connsiteX171" fmla="*/ 2584927 w 3550584"/>
                <a:gd name="connsiteY171" fmla="*/ 448172 h 1477406"/>
                <a:gd name="connsiteX172" fmla="*/ 2589069 w 3550584"/>
                <a:gd name="connsiteY172" fmla="*/ 454763 h 1477406"/>
                <a:gd name="connsiteX173" fmla="*/ 2615866 w 3550584"/>
                <a:gd name="connsiteY173" fmla="*/ 546679 h 1477406"/>
                <a:gd name="connsiteX174" fmla="*/ 2610679 w 3550584"/>
                <a:gd name="connsiteY174" fmla="*/ 557628 h 1477406"/>
                <a:gd name="connsiteX175" fmla="*/ 2374695 w 3550584"/>
                <a:gd name="connsiteY175" fmla="*/ 626493 h 1477406"/>
                <a:gd name="connsiteX176" fmla="*/ 2371525 w 3550584"/>
                <a:gd name="connsiteY176" fmla="*/ 627934 h 1477406"/>
                <a:gd name="connsiteX177" fmla="*/ 2366339 w 3550584"/>
                <a:gd name="connsiteY177" fmla="*/ 623324 h 1477406"/>
                <a:gd name="connsiteX178" fmla="*/ 2337525 w 3550584"/>
                <a:gd name="connsiteY178" fmla="*/ 525933 h 1477406"/>
                <a:gd name="connsiteX179" fmla="*/ 2345017 w 3550584"/>
                <a:gd name="connsiteY179" fmla="*/ 517289 h 1477406"/>
                <a:gd name="connsiteX180" fmla="*/ 2540085 w 3550584"/>
                <a:gd name="connsiteY180" fmla="*/ 459950 h 1477406"/>
                <a:gd name="connsiteX181" fmla="*/ 2577543 w 3550584"/>
                <a:gd name="connsiteY181" fmla="*/ 448712 h 1477406"/>
                <a:gd name="connsiteX182" fmla="*/ 2584927 w 3550584"/>
                <a:gd name="connsiteY182" fmla="*/ 448172 h 1477406"/>
                <a:gd name="connsiteX183" fmla="*/ 1932872 w 3550584"/>
                <a:gd name="connsiteY183" fmla="*/ 406356 h 1477406"/>
                <a:gd name="connsiteX184" fmla="*/ 1938167 w 3550584"/>
                <a:gd name="connsiteY184" fmla="*/ 417018 h 1477406"/>
                <a:gd name="connsiteX185" fmla="*/ 1948540 w 3550584"/>
                <a:gd name="connsiteY185" fmla="*/ 441797 h 1477406"/>
                <a:gd name="connsiteX186" fmla="*/ 1966404 w 3550584"/>
                <a:gd name="connsiteY186" fmla="*/ 502018 h 1477406"/>
                <a:gd name="connsiteX187" fmla="*/ 1976777 w 3550584"/>
                <a:gd name="connsiteY187" fmla="*/ 537459 h 1477406"/>
                <a:gd name="connsiteX188" fmla="*/ 1991184 w 3550584"/>
                <a:gd name="connsiteY188" fmla="*/ 587595 h 1477406"/>
                <a:gd name="connsiteX189" fmla="*/ 2064371 w 3550584"/>
                <a:gd name="connsiteY189" fmla="*/ 837410 h 1477406"/>
                <a:gd name="connsiteX190" fmla="*/ 2090015 w 3550584"/>
                <a:gd name="connsiteY190" fmla="*/ 925004 h 1477406"/>
                <a:gd name="connsiteX191" fmla="*/ 2079354 w 3550584"/>
                <a:gd name="connsiteY191" fmla="*/ 946038 h 1477406"/>
                <a:gd name="connsiteX192" fmla="*/ 2007896 w 3550584"/>
                <a:gd name="connsiteY192" fmla="*/ 967360 h 1477406"/>
                <a:gd name="connsiteX193" fmla="*/ 1993777 w 3550584"/>
                <a:gd name="connsiteY193" fmla="*/ 967936 h 1477406"/>
                <a:gd name="connsiteX194" fmla="*/ 1911946 w 3550584"/>
                <a:gd name="connsiteY194" fmla="*/ 991275 h 1477406"/>
                <a:gd name="connsiteX195" fmla="*/ 1888607 w 3550584"/>
                <a:gd name="connsiteY195" fmla="*/ 995309 h 1477406"/>
                <a:gd name="connsiteX196" fmla="*/ 1869590 w 3550584"/>
                <a:gd name="connsiteY196" fmla="*/ 982055 h 1477406"/>
                <a:gd name="connsiteX197" fmla="*/ 1874200 w 3550584"/>
                <a:gd name="connsiteY197" fmla="*/ 959004 h 1477406"/>
                <a:gd name="connsiteX198" fmla="*/ 1875929 w 3550584"/>
                <a:gd name="connsiteY198" fmla="*/ 957563 h 1477406"/>
                <a:gd name="connsiteX199" fmla="*/ 1890624 w 3550584"/>
                <a:gd name="connsiteY199" fmla="*/ 905987 h 1477406"/>
                <a:gd name="connsiteX200" fmla="*/ 1873048 w 3550584"/>
                <a:gd name="connsiteY200" fmla="*/ 849800 h 1477406"/>
                <a:gd name="connsiteX201" fmla="*/ 1853454 w 3550584"/>
                <a:gd name="connsiteY201" fmla="*/ 791884 h 1477406"/>
                <a:gd name="connsiteX202" fmla="*/ 1832708 w 3550584"/>
                <a:gd name="connsiteY202" fmla="*/ 721579 h 1477406"/>
                <a:gd name="connsiteX203" fmla="*/ 1804183 w 3550584"/>
                <a:gd name="connsiteY203" fmla="*/ 623900 h 1477406"/>
                <a:gd name="connsiteX204" fmla="*/ 1776233 w 3550584"/>
                <a:gd name="connsiteY204" fmla="*/ 528239 h 1477406"/>
                <a:gd name="connsiteX205" fmla="*/ 1750013 w 3550584"/>
                <a:gd name="connsiteY205" fmla="*/ 507781 h 1477406"/>
                <a:gd name="connsiteX206" fmla="*/ 1744250 w 3550584"/>
                <a:gd name="connsiteY206" fmla="*/ 507204 h 1477406"/>
                <a:gd name="connsiteX207" fmla="*/ 1720911 w 3550584"/>
                <a:gd name="connsiteY207" fmla="*/ 485306 h 1477406"/>
                <a:gd name="connsiteX208" fmla="*/ 1737911 w 3550584"/>
                <a:gd name="connsiteY208" fmla="*/ 459374 h 1477406"/>
                <a:gd name="connsiteX209" fmla="*/ 1771623 w 3550584"/>
                <a:gd name="connsiteY209" fmla="*/ 448136 h 1477406"/>
                <a:gd name="connsiteX210" fmla="*/ 1870742 w 3550584"/>
                <a:gd name="connsiteY210" fmla="*/ 419323 h 1477406"/>
                <a:gd name="connsiteX211" fmla="*/ 1909641 w 3550584"/>
                <a:gd name="connsiteY211" fmla="*/ 410967 h 1477406"/>
                <a:gd name="connsiteX212" fmla="*/ 1920878 w 3550584"/>
                <a:gd name="connsiteY212" fmla="*/ 407797 h 1477406"/>
                <a:gd name="connsiteX213" fmla="*/ 1932872 w 3550584"/>
                <a:gd name="connsiteY213" fmla="*/ 406356 h 1477406"/>
                <a:gd name="connsiteX214" fmla="*/ 3263727 w 3550584"/>
                <a:gd name="connsiteY214" fmla="*/ 398322 h 1477406"/>
                <a:gd name="connsiteX215" fmla="*/ 3291611 w 3550584"/>
                <a:gd name="connsiteY215" fmla="*/ 399023 h 1477406"/>
                <a:gd name="connsiteX216" fmla="*/ 3324972 w 3550584"/>
                <a:gd name="connsiteY216" fmla="*/ 416442 h 1477406"/>
                <a:gd name="connsiteX217" fmla="*/ 3341684 w 3550584"/>
                <a:gd name="connsiteY217" fmla="*/ 482713 h 1477406"/>
                <a:gd name="connsiteX218" fmla="*/ 3335921 w 3550584"/>
                <a:gd name="connsiteY218" fmla="*/ 496832 h 1477406"/>
                <a:gd name="connsiteX219" fmla="*/ 3360989 w 3550584"/>
                <a:gd name="connsiteY219" fmla="*/ 530256 h 1477406"/>
                <a:gd name="connsiteX220" fmla="*/ 3375684 w 3550584"/>
                <a:gd name="connsiteY220" fmla="*/ 540629 h 1477406"/>
                <a:gd name="connsiteX221" fmla="*/ 3379142 w 3550584"/>
                <a:gd name="connsiteY221" fmla="*/ 553307 h 1477406"/>
                <a:gd name="connsiteX222" fmla="*/ 3365599 w 3550584"/>
                <a:gd name="connsiteY222" fmla="*/ 575494 h 1477406"/>
                <a:gd name="connsiteX223" fmla="*/ 3334769 w 3550584"/>
                <a:gd name="connsiteY223" fmla="*/ 578663 h 1477406"/>
                <a:gd name="connsiteX224" fmla="*/ 3238531 w 3550584"/>
                <a:gd name="connsiteY224" fmla="*/ 552443 h 1477406"/>
                <a:gd name="connsiteX225" fmla="*/ 3199632 w 3550584"/>
                <a:gd name="connsiteY225" fmla="*/ 450442 h 1477406"/>
                <a:gd name="connsiteX226" fmla="*/ 3263727 w 3550584"/>
                <a:gd name="connsiteY226" fmla="*/ 398322 h 1477406"/>
                <a:gd name="connsiteX227" fmla="*/ 2038511 w 3550584"/>
                <a:gd name="connsiteY227" fmla="*/ 383661 h 1477406"/>
                <a:gd name="connsiteX228" fmla="*/ 2196050 w 3550584"/>
                <a:gd name="connsiteY228" fmla="*/ 455340 h 1477406"/>
                <a:gd name="connsiteX229" fmla="*/ 2293440 w 3550584"/>
                <a:gd name="connsiteY229" fmla="*/ 685273 h 1477406"/>
                <a:gd name="connsiteX230" fmla="*/ 2144473 w 3550584"/>
                <a:gd name="connsiteY230" fmla="*/ 921834 h 1477406"/>
                <a:gd name="connsiteX231" fmla="*/ 2137270 w 3550584"/>
                <a:gd name="connsiteY231" fmla="*/ 925580 h 1477406"/>
                <a:gd name="connsiteX232" fmla="*/ 2116812 w 3550584"/>
                <a:gd name="connsiteY232" fmla="*/ 920393 h 1477406"/>
                <a:gd name="connsiteX233" fmla="*/ 2112778 w 3550584"/>
                <a:gd name="connsiteY233" fmla="*/ 908004 h 1477406"/>
                <a:gd name="connsiteX234" fmla="*/ 2123439 w 3550584"/>
                <a:gd name="connsiteY234" fmla="*/ 876020 h 1477406"/>
                <a:gd name="connsiteX235" fmla="*/ 2137846 w 3550584"/>
                <a:gd name="connsiteY235" fmla="*/ 830495 h 1477406"/>
                <a:gd name="connsiteX236" fmla="*/ 2115083 w 3550584"/>
                <a:gd name="connsiteY236" fmla="*/ 745782 h 1477406"/>
                <a:gd name="connsiteX237" fmla="*/ 2038727 w 3550584"/>
                <a:gd name="connsiteY237" fmla="*/ 487323 h 1477406"/>
                <a:gd name="connsiteX238" fmla="*/ 2017116 w 3550584"/>
                <a:gd name="connsiteY238" fmla="*/ 449865 h 1477406"/>
                <a:gd name="connsiteX239" fmla="*/ 1991472 w 3550584"/>
                <a:gd name="connsiteY239" fmla="*/ 439492 h 1477406"/>
                <a:gd name="connsiteX240" fmla="*/ 1975336 w 3550584"/>
                <a:gd name="connsiteY240" fmla="*/ 429407 h 1477406"/>
                <a:gd name="connsiteX241" fmla="*/ 1968709 w 3550584"/>
                <a:gd name="connsiteY241" fmla="*/ 405492 h 1477406"/>
                <a:gd name="connsiteX242" fmla="*/ 1976489 w 3550584"/>
                <a:gd name="connsiteY242" fmla="*/ 391373 h 1477406"/>
                <a:gd name="connsiteX243" fmla="*/ 2038511 w 3550584"/>
                <a:gd name="connsiteY243" fmla="*/ 383661 h 1477406"/>
                <a:gd name="connsiteX244" fmla="*/ 2876558 w 3550584"/>
                <a:gd name="connsiteY244" fmla="*/ 129421 h 1477406"/>
                <a:gd name="connsiteX245" fmla="*/ 2880952 w 3550584"/>
                <a:gd name="connsiteY245" fmla="*/ 136660 h 1477406"/>
                <a:gd name="connsiteX246" fmla="*/ 2963936 w 3550584"/>
                <a:gd name="connsiteY246" fmla="*/ 420763 h 1477406"/>
                <a:gd name="connsiteX247" fmla="*/ 3013784 w 3550584"/>
                <a:gd name="connsiteY247" fmla="*/ 589900 h 1477406"/>
                <a:gd name="connsiteX248" fmla="*/ 3043173 w 3550584"/>
                <a:gd name="connsiteY248" fmla="*/ 612087 h 1477406"/>
                <a:gd name="connsiteX249" fmla="*/ 3057292 w 3550584"/>
                <a:gd name="connsiteY249" fmla="*/ 611799 h 1477406"/>
                <a:gd name="connsiteX250" fmla="*/ 3075157 w 3550584"/>
                <a:gd name="connsiteY250" fmla="*/ 623324 h 1477406"/>
                <a:gd name="connsiteX251" fmla="*/ 3071699 w 3550584"/>
                <a:gd name="connsiteY251" fmla="*/ 646375 h 1477406"/>
                <a:gd name="connsiteX252" fmla="*/ 3054411 w 3550584"/>
                <a:gd name="connsiteY252" fmla="*/ 656460 h 1477406"/>
                <a:gd name="connsiteX253" fmla="*/ 2864817 w 3550584"/>
                <a:gd name="connsiteY253" fmla="*/ 712070 h 1477406"/>
                <a:gd name="connsiteX254" fmla="*/ 2853579 w 3550584"/>
                <a:gd name="connsiteY254" fmla="*/ 713799 h 1477406"/>
                <a:gd name="connsiteX255" fmla="*/ 2829664 w 3550584"/>
                <a:gd name="connsiteY255" fmla="*/ 698240 h 1477406"/>
                <a:gd name="connsiteX256" fmla="*/ 2840901 w 3550584"/>
                <a:gd name="connsiteY256" fmla="*/ 673748 h 1477406"/>
                <a:gd name="connsiteX257" fmla="*/ 2844935 w 3550584"/>
                <a:gd name="connsiteY257" fmla="*/ 671443 h 1477406"/>
                <a:gd name="connsiteX258" fmla="*/ 2861359 w 3550584"/>
                <a:gd name="connsiteY258" fmla="*/ 629087 h 1477406"/>
                <a:gd name="connsiteX259" fmla="*/ 2755036 w 3550584"/>
                <a:gd name="connsiteY259" fmla="*/ 266898 h 1477406"/>
                <a:gd name="connsiteX260" fmla="*/ 2751867 w 3550584"/>
                <a:gd name="connsiteY260" fmla="*/ 256813 h 1477406"/>
                <a:gd name="connsiteX261" fmla="*/ 2713545 w 3550584"/>
                <a:gd name="connsiteY261" fmla="*/ 231745 h 1477406"/>
                <a:gd name="connsiteX262" fmla="*/ 2686748 w 3550584"/>
                <a:gd name="connsiteY262" fmla="*/ 217050 h 1477406"/>
                <a:gd name="connsiteX263" fmla="*/ 2704612 w 3550584"/>
                <a:gd name="connsiteY263" fmla="*/ 188813 h 1477406"/>
                <a:gd name="connsiteX264" fmla="*/ 2809206 w 3550584"/>
                <a:gd name="connsiteY264" fmla="*/ 151355 h 1477406"/>
                <a:gd name="connsiteX265" fmla="*/ 2868274 w 3550584"/>
                <a:gd name="connsiteY265" fmla="*/ 130609 h 1477406"/>
                <a:gd name="connsiteX266" fmla="*/ 2876558 w 3550584"/>
                <a:gd name="connsiteY266" fmla="*/ 129421 h 1477406"/>
                <a:gd name="connsiteX267" fmla="*/ 3220090 w 3550584"/>
                <a:gd name="connsiteY267" fmla="*/ 16975 h 1477406"/>
                <a:gd name="connsiteX268" fmla="*/ 3224124 w 3550584"/>
                <a:gd name="connsiteY268" fmla="*/ 25151 h 1477406"/>
                <a:gd name="connsiteX269" fmla="*/ 3227870 w 3550584"/>
                <a:gd name="connsiteY269" fmla="*/ 37541 h 1477406"/>
                <a:gd name="connsiteX270" fmla="*/ 3221242 w 3550584"/>
                <a:gd name="connsiteY270" fmla="*/ 67219 h 1477406"/>
                <a:gd name="connsiteX271" fmla="*/ 3214615 w 3550584"/>
                <a:gd name="connsiteY271" fmla="*/ 91999 h 1477406"/>
                <a:gd name="connsiteX272" fmla="*/ 3262446 w 3550584"/>
                <a:gd name="connsiteY272" fmla="*/ 254220 h 1477406"/>
                <a:gd name="connsiteX273" fmla="*/ 3316904 w 3550584"/>
                <a:gd name="connsiteY273" fmla="*/ 268627 h 1477406"/>
                <a:gd name="connsiteX274" fmla="*/ 3325548 w 3550584"/>
                <a:gd name="connsiteY274" fmla="*/ 258542 h 1477406"/>
                <a:gd name="connsiteX275" fmla="*/ 3337362 w 3550584"/>
                <a:gd name="connsiteY275" fmla="*/ 297153 h 1477406"/>
                <a:gd name="connsiteX276" fmla="*/ 3335057 w 3550584"/>
                <a:gd name="connsiteY276" fmla="*/ 305797 h 1477406"/>
                <a:gd name="connsiteX277" fmla="*/ 3114055 w 3550584"/>
                <a:gd name="connsiteY277" fmla="*/ 302915 h 1477406"/>
                <a:gd name="connsiteX278" fmla="*/ 3079190 w 3550584"/>
                <a:gd name="connsiteY278" fmla="*/ 186220 h 1477406"/>
                <a:gd name="connsiteX279" fmla="*/ 3210869 w 3550584"/>
                <a:gd name="connsiteY279" fmla="*/ 17659 h 1477406"/>
                <a:gd name="connsiteX280" fmla="*/ 3220090 w 3550584"/>
                <a:gd name="connsiteY280" fmla="*/ 16975 h 1477406"/>
                <a:gd name="connsiteX281" fmla="*/ 3325513 w 3550584"/>
                <a:gd name="connsiteY281" fmla="*/ 2604 h 1477406"/>
                <a:gd name="connsiteX282" fmla="*/ 3384329 w 3550584"/>
                <a:gd name="connsiteY282" fmla="*/ 23422 h 1477406"/>
                <a:gd name="connsiteX283" fmla="*/ 3506499 w 3550584"/>
                <a:gd name="connsiteY283" fmla="*/ 155389 h 1477406"/>
                <a:gd name="connsiteX284" fmla="*/ 3550584 w 3550584"/>
                <a:gd name="connsiteY284" fmla="*/ 341525 h 1477406"/>
                <a:gd name="connsiteX285" fmla="*/ 3499296 w 3550584"/>
                <a:gd name="connsiteY285" fmla="*/ 502594 h 1477406"/>
                <a:gd name="connsiteX286" fmla="*/ 3424668 w 3550584"/>
                <a:gd name="connsiteY286" fmla="*/ 559357 h 1477406"/>
                <a:gd name="connsiteX287" fmla="*/ 3413431 w 3550584"/>
                <a:gd name="connsiteY287" fmla="*/ 553883 h 1477406"/>
                <a:gd name="connsiteX288" fmla="*/ 3410549 w 3550584"/>
                <a:gd name="connsiteY288" fmla="*/ 543510 h 1477406"/>
                <a:gd name="connsiteX289" fmla="*/ 3418041 w 3550584"/>
                <a:gd name="connsiteY289" fmla="*/ 508069 h 1477406"/>
                <a:gd name="connsiteX290" fmla="*/ 3428990 w 3550584"/>
                <a:gd name="connsiteY290" fmla="*/ 462255 h 1477406"/>
                <a:gd name="connsiteX291" fmla="*/ 3387498 w 3550584"/>
                <a:gd name="connsiteY291" fmla="*/ 316746 h 1477406"/>
                <a:gd name="connsiteX292" fmla="*/ 3323532 w 3550584"/>
                <a:gd name="connsiteY292" fmla="*/ 98626 h 1477406"/>
                <a:gd name="connsiteX293" fmla="*/ 3313159 w 3550584"/>
                <a:gd name="connsiteY293" fmla="*/ 72405 h 1477406"/>
                <a:gd name="connsiteX294" fmla="*/ 3271955 w 3550584"/>
                <a:gd name="connsiteY294" fmla="*/ 47049 h 1477406"/>
                <a:gd name="connsiteX295" fmla="*/ 3263311 w 3550584"/>
                <a:gd name="connsiteY295" fmla="*/ 40422 h 1477406"/>
                <a:gd name="connsiteX296" fmla="*/ 3255820 w 3550584"/>
                <a:gd name="connsiteY296" fmla="*/ 15354 h 1477406"/>
                <a:gd name="connsiteX297" fmla="*/ 3263023 w 3550584"/>
                <a:gd name="connsiteY297" fmla="*/ 2964 h 1477406"/>
                <a:gd name="connsiteX298" fmla="*/ 3325513 w 3550584"/>
                <a:gd name="connsiteY298" fmla="*/ 2604 h 147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Lst>
              <a:rect l="l" t="t" r="r" b="b"/>
              <a:pathLst>
                <a:path w="3550584" h="1477406">
                  <a:moveTo>
                    <a:pt x="468666" y="1251464"/>
                  </a:moveTo>
                  <a:cubicBezTo>
                    <a:pt x="487683" y="1267023"/>
                    <a:pt x="484802" y="1288346"/>
                    <a:pt x="481344" y="1308227"/>
                  </a:cubicBezTo>
                  <a:cubicBezTo>
                    <a:pt x="472988" y="1356058"/>
                    <a:pt x="448785" y="1395533"/>
                    <a:pt x="413344" y="1428092"/>
                  </a:cubicBezTo>
                  <a:cubicBezTo>
                    <a:pt x="411903" y="1429533"/>
                    <a:pt x="410751" y="1430974"/>
                    <a:pt x="409310" y="1432126"/>
                  </a:cubicBezTo>
                  <a:cubicBezTo>
                    <a:pt x="398937" y="1445380"/>
                    <a:pt x="383954" y="1452008"/>
                    <a:pt x="368971" y="1458058"/>
                  </a:cubicBezTo>
                  <a:cubicBezTo>
                    <a:pt x="361479" y="1461228"/>
                    <a:pt x="357157" y="1458347"/>
                    <a:pt x="354564" y="1450855"/>
                  </a:cubicBezTo>
                  <a:cubicBezTo>
                    <a:pt x="351683" y="1441923"/>
                    <a:pt x="349089" y="1432702"/>
                    <a:pt x="346496" y="1423482"/>
                  </a:cubicBezTo>
                  <a:cubicBezTo>
                    <a:pt x="343903" y="1414550"/>
                    <a:pt x="346496" y="1411956"/>
                    <a:pt x="362056" y="1406194"/>
                  </a:cubicBezTo>
                  <a:cubicBezTo>
                    <a:pt x="405852" y="1377380"/>
                    <a:pt x="430632" y="1337617"/>
                    <a:pt x="434954" y="1285176"/>
                  </a:cubicBezTo>
                  <a:cubicBezTo>
                    <a:pt x="435242" y="1282007"/>
                    <a:pt x="434954" y="1278837"/>
                    <a:pt x="435242" y="1275667"/>
                  </a:cubicBezTo>
                  <a:cubicBezTo>
                    <a:pt x="436395" y="1254633"/>
                    <a:pt x="448209" y="1246277"/>
                    <a:pt x="468666" y="1251464"/>
                  </a:cubicBezTo>
                  <a:close/>
                  <a:moveTo>
                    <a:pt x="164105" y="914055"/>
                  </a:moveTo>
                  <a:cubicBezTo>
                    <a:pt x="166338" y="915352"/>
                    <a:pt x="167563" y="918233"/>
                    <a:pt x="168427" y="922699"/>
                  </a:cubicBezTo>
                  <a:cubicBezTo>
                    <a:pt x="169292" y="927597"/>
                    <a:pt x="171309" y="932496"/>
                    <a:pt x="173038" y="937106"/>
                  </a:cubicBezTo>
                  <a:cubicBezTo>
                    <a:pt x="180241" y="947190"/>
                    <a:pt x="180817" y="952953"/>
                    <a:pt x="172461" y="959292"/>
                  </a:cubicBezTo>
                  <a:cubicBezTo>
                    <a:pt x="148834" y="977157"/>
                    <a:pt x="147682" y="1001072"/>
                    <a:pt x="152868" y="1027293"/>
                  </a:cubicBezTo>
                  <a:cubicBezTo>
                    <a:pt x="173038" y="1099327"/>
                    <a:pt x="194648" y="1171073"/>
                    <a:pt x="215682" y="1242819"/>
                  </a:cubicBezTo>
                  <a:cubicBezTo>
                    <a:pt x="228360" y="1286616"/>
                    <a:pt x="240750" y="1330413"/>
                    <a:pt x="254581" y="1373922"/>
                  </a:cubicBezTo>
                  <a:cubicBezTo>
                    <a:pt x="257462" y="1383142"/>
                    <a:pt x="261496" y="1391498"/>
                    <a:pt x="267259" y="1399278"/>
                  </a:cubicBezTo>
                  <a:cubicBezTo>
                    <a:pt x="269276" y="1402159"/>
                    <a:pt x="271004" y="1405329"/>
                    <a:pt x="273886" y="1407634"/>
                  </a:cubicBezTo>
                  <a:cubicBezTo>
                    <a:pt x="284259" y="1415990"/>
                    <a:pt x="295496" y="1421753"/>
                    <a:pt x="309327" y="1422329"/>
                  </a:cubicBezTo>
                  <a:cubicBezTo>
                    <a:pt x="313361" y="1422617"/>
                    <a:pt x="317395" y="1423770"/>
                    <a:pt x="318835" y="1428092"/>
                  </a:cubicBezTo>
                  <a:cubicBezTo>
                    <a:pt x="322869" y="1439905"/>
                    <a:pt x="328632" y="1451719"/>
                    <a:pt x="328056" y="1464973"/>
                  </a:cubicBezTo>
                  <a:cubicBezTo>
                    <a:pt x="310767" y="1474482"/>
                    <a:pt x="291174" y="1475635"/>
                    <a:pt x="272157" y="1476787"/>
                  </a:cubicBezTo>
                  <a:cubicBezTo>
                    <a:pt x="190326" y="1482262"/>
                    <a:pt x="123478" y="1451431"/>
                    <a:pt x="75935" y="1385447"/>
                  </a:cubicBezTo>
                  <a:cubicBezTo>
                    <a:pt x="7935" y="1290938"/>
                    <a:pt x="-17421" y="1185480"/>
                    <a:pt x="12257" y="1071378"/>
                  </a:cubicBezTo>
                  <a:cubicBezTo>
                    <a:pt x="31850" y="995886"/>
                    <a:pt x="80834" y="944021"/>
                    <a:pt x="153732" y="914919"/>
                  </a:cubicBezTo>
                  <a:cubicBezTo>
                    <a:pt x="158630" y="913046"/>
                    <a:pt x="161872" y="912758"/>
                    <a:pt x="164105" y="914055"/>
                  </a:cubicBezTo>
                  <a:close/>
                  <a:moveTo>
                    <a:pt x="341022" y="859596"/>
                  </a:moveTo>
                  <a:cubicBezTo>
                    <a:pt x="353123" y="858444"/>
                    <a:pt x="360903" y="864783"/>
                    <a:pt x="364361" y="875732"/>
                  </a:cubicBezTo>
                  <a:cubicBezTo>
                    <a:pt x="371852" y="898495"/>
                    <a:pt x="378191" y="921834"/>
                    <a:pt x="385107" y="944885"/>
                  </a:cubicBezTo>
                  <a:cubicBezTo>
                    <a:pt x="387412" y="952665"/>
                    <a:pt x="390005" y="960733"/>
                    <a:pt x="392598" y="968512"/>
                  </a:cubicBezTo>
                  <a:cubicBezTo>
                    <a:pt x="397496" y="974851"/>
                    <a:pt x="398937" y="982919"/>
                    <a:pt x="401819" y="990123"/>
                  </a:cubicBezTo>
                  <a:cubicBezTo>
                    <a:pt x="407005" y="1009428"/>
                    <a:pt x="414208" y="1028445"/>
                    <a:pt x="418242" y="1048326"/>
                  </a:cubicBezTo>
                  <a:cubicBezTo>
                    <a:pt x="422276" y="1067920"/>
                    <a:pt x="412480" y="1081462"/>
                    <a:pt x="394039" y="1082615"/>
                  </a:cubicBezTo>
                  <a:cubicBezTo>
                    <a:pt x="382225" y="1083191"/>
                    <a:pt x="372717" y="1077428"/>
                    <a:pt x="366090" y="1067631"/>
                  </a:cubicBezTo>
                  <a:cubicBezTo>
                    <a:pt x="358886" y="1057259"/>
                    <a:pt x="353412" y="1045733"/>
                    <a:pt x="346208" y="1035360"/>
                  </a:cubicBezTo>
                  <a:cubicBezTo>
                    <a:pt x="329784" y="1009716"/>
                    <a:pt x="309903" y="987529"/>
                    <a:pt x="284547" y="970529"/>
                  </a:cubicBezTo>
                  <a:cubicBezTo>
                    <a:pt x="280801" y="967936"/>
                    <a:pt x="277055" y="965343"/>
                    <a:pt x="272733" y="963326"/>
                  </a:cubicBezTo>
                  <a:cubicBezTo>
                    <a:pt x="258614" y="955834"/>
                    <a:pt x="243919" y="950360"/>
                    <a:pt x="228072" y="948054"/>
                  </a:cubicBezTo>
                  <a:cubicBezTo>
                    <a:pt x="205597" y="944885"/>
                    <a:pt x="197529" y="934512"/>
                    <a:pt x="199546" y="911173"/>
                  </a:cubicBezTo>
                  <a:cubicBezTo>
                    <a:pt x="194071" y="896766"/>
                    <a:pt x="206173" y="901088"/>
                    <a:pt x="212224" y="899359"/>
                  </a:cubicBezTo>
                  <a:cubicBezTo>
                    <a:pt x="225478" y="893597"/>
                    <a:pt x="239597" y="895613"/>
                    <a:pt x="253140" y="897054"/>
                  </a:cubicBezTo>
                  <a:cubicBezTo>
                    <a:pt x="273309" y="898783"/>
                    <a:pt x="293767" y="899647"/>
                    <a:pt x="314225" y="895325"/>
                  </a:cubicBezTo>
                  <a:cubicBezTo>
                    <a:pt x="319699" y="891580"/>
                    <a:pt x="320276" y="885241"/>
                    <a:pt x="320852" y="879478"/>
                  </a:cubicBezTo>
                  <a:cubicBezTo>
                    <a:pt x="322581" y="867376"/>
                    <a:pt x="329496" y="861037"/>
                    <a:pt x="341022" y="859596"/>
                  </a:cubicBezTo>
                  <a:close/>
                  <a:moveTo>
                    <a:pt x="624260" y="774813"/>
                  </a:moveTo>
                  <a:cubicBezTo>
                    <a:pt x="626565" y="775893"/>
                    <a:pt x="628006" y="778919"/>
                    <a:pt x="629735" y="784393"/>
                  </a:cubicBezTo>
                  <a:cubicBezTo>
                    <a:pt x="630888" y="788139"/>
                    <a:pt x="631464" y="792173"/>
                    <a:pt x="633193" y="795631"/>
                  </a:cubicBezTo>
                  <a:cubicBezTo>
                    <a:pt x="638667" y="808597"/>
                    <a:pt x="639532" y="818970"/>
                    <a:pt x="627142" y="830495"/>
                  </a:cubicBezTo>
                  <a:cubicBezTo>
                    <a:pt x="609566" y="846631"/>
                    <a:pt x="612735" y="867665"/>
                    <a:pt x="620515" y="887835"/>
                  </a:cubicBezTo>
                  <a:cubicBezTo>
                    <a:pt x="644430" y="968225"/>
                    <a:pt x="667769" y="1048903"/>
                    <a:pt x="691685" y="1129294"/>
                  </a:cubicBezTo>
                  <a:cubicBezTo>
                    <a:pt x="697159" y="1149463"/>
                    <a:pt x="703786" y="1169345"/>
                    <a:pt x="709261" y="1189803"/>
                  </a:cubicBezTo>
                  <a:cubicBezTo>
                    <a:pt x="710702" y="1194413"/>
                    <a:pt x="711566" y="1199023"/>
                    <a:pt x="713295" y="1203633"/>
                  </a:cubicBezTo>
                  <a:cubicBezTo>
                    <a:pt x="717905" y="1217752"/>
                    <a:pt x="721939" y="1232159"/>
                    <a:pt x="725973" y="1246566"/>
                  </a:cubicBezTo>
                  <a:cubicBezTo>
                    <a:pt x="731159" y="1266735"/>
                    <a:pt x="742109" y="1281142"/>
                    <a:pt x="763431" y="1286040"/>
                  </a:cubicBezTo>
                  <a:cubicBezTo>
                    <a:pt x="765160" y="1286905"/>
                    <a:pt x="766600" y="1287769"/>
                    <a:pt x="768041" y="1289210"/>
                  </a:cubicBezTo>
                  <a:cubicBezTo>
                    <a:pt x="773228" y="1290074"/>
                    <a:pt x="776109" y="1292956"/>
                    <a:pt x="777261" y="1298142"/>
                  </a:cubicBezTo>
                  <a:cubicBezTo>
                    <a:pt x="779278" y="1306786"/>
                    <a:pt x="781295" y="1315719"/>
                    <a:pt x="784753" y="1324075"/>
                  </a:cubicBezTo>
                  <a:cubicBezTo>
                    <a:pt x="787923" y="1331854"/>
                    <a:pt x="784465" y="1333583"/>
                    <a:pt x="778126" y="1334159"/>
                  </a:cubicBezTo>
                  <a:cubicBezTo>
                    <a:pt x="761990" y="1335600"/>
                    <a:pt x="746143" y="1337329"/>
                    <a:pt x="730007" y="1338770"/>
                  </a:cubicBezTo>
                  <a:cubicBezTo>
                    <a:pt x="714447" y="1341363"/>
                    <a:pt x="699176" y="1341939"/>
                    <a:pt x="684481" y="1333871"/>
                  </a:cubicBezTo>
                  <a:cubicBezTo>
                    <a:pt x="665176" y="1328397"/>
                    <a:pt x="645871" y="1322634"/>
                    <a:pt x="627718" y="1313702"/>
                  </a:cubicBezTo>
                  <a:cubicBezTo>
                    <a:pt x="612735" y="1310532"/>
                    <a:pt x="600345" y="1303041"/>
                    <a:pt x="591413" y="1290651"/>
                  </a:cubicBezTo>
                  <a:cubicBezTo>
                    <a:pt x="554819" y="1261261"/>
                    <a:pt x="528023" y="1224091"/>
                    <a:pt x="506700" y="1182887"/>
                  </a:cubicBezTo>
                  <a:cubicBezTo>
                    <a:pt x="500650" y="1178853"/>
                    <a:pt x="499209" y="1171938"/>
                    <a:pt x="496327" y="1165887"/>
                  </a:cubicBezTo>
                  <a:cubicBezTo>
                    <a:pt x="482209" y="1134480"/>
                    <a:pt x="474141" y="1101056"/>
                    <a:pt x="467802" y="1067344"/>
                  </a:cubicBezTo>
                  <a:cubicBezTo>
                    <a:pt x="465209" y="1052937"/>
                    <a:pt x="465209" y="1038530"/>
                    <a:pt x="462904" y="1024124"/>
                  </a:cubicBezTo>
                  <a:cubicBezTo>
                    <a:pt x="462039" y="961021"/>
                    <a:pt x="475582" y="901953"/>
                    <a:pt x="514768" y="850665"/>
                  </a:cubicBezTo>
                  <a:cubicBezTo>
                    <a:pt x="520819" y="842885"/>
                    <a:pt x="528023" y="836258"/>
                    <a:pt x="534938" y="829055"/>
                  </a:cubicBezTo>
                  <a:cubicBezTo>
                    <a:pt x="557413" y="806004"/>
                    <a:pt x="584498" y="790156"/>
                    <a:pt x="613599" y="776902"/>
                  </a:cubicBezTo>
                  <a:cubicBezTo>
                    <a:pt x="618785" y="774597"/>
                    <a:pt x="621955" y="773732"/>
                    <a:pt x="624260" y="774813"/>
                  </a:cubicBezTo>
                  <a:close/>
                  <a:moveTo>
                    <a:pt x="736346" y="759613"/>
                  </a:moveTo>
                  <a:cubicBezTo>
                    <a:pt x="826533" y="770851"/>
                    <a:pt x="887906" y="822715"/>
                    <a:pt x="929974" y="899936"/>
                  </a:cubicBezTo>
                  <a:cubicBezTo>
                    <a:pt x="943517" y="925004"/>
                    <a:pt x="954466" y="951513"/>
                    <a:pt x="962246" y="978886"/>
                  </a:cubicBezTo>
                  <a:cubicBezTo>
                    <a:pt x="973195" y="1015191"/>
                    <a:pt x="979534" y="1052073"/>
                    <a:pt x="979246" y="1089819"/>
                  </a:cubicBezTo>
                  <a:cubicBezTo>
                    <a:pt x="978958" y="1117192"/>
                    <a:pt x="975500" y="1144277"/>
                    <a:pt x="967144" y="1170497"/>
                  </a:cubicBezTo>
                  <a:cubicBezTo>
                    <a:pt x="958500" y="1195277"/>
                    <a:pt x="948415" y="1219192"/>
                    <a:pt x="932568" y="1240514"/>
                  </a:cubicBezTo>
                  <a:cubicBezTo>
                    <a:pt x="930551" y="1245413"/>
                    <a:pt x="927957" y="1250599"/>
                    <a:pt x="921906" y="1252040"/>
                  </a:cubicBezTo>
                  <a:cubicBezTo>
                    <a:pt x="895686" y="1282006"/>
                    <a:pt x="863991" y="1304193"/>
                    <a:pt x="827397" y="1320041"/>
                  </a:cubicBezTo>
                  <a:cubicBezTo>
                    <a:pt x="821058" y="1322922"/>
                    <a:pt x="817313" y="1322922"/>
                    <a:pt x="816448" y="1314854"/>
                  </a:cubicBezTo>
                  <a:cubicBezTo>
                    <a:pt x="816160" y="1312261"/>
                    <a:pt x="815296" y="1309379"/>
                    <a:pt x="814143" y="1306786"/>
                  </a:cubicBezTo>
                  <a:cubicBezTo>
                    <a:pt x="807804" y="1291803"/>
                    <a:pt x="805787" y="1279125"/>
                    <a:pt x="821058" y="1266735"/>
                  </a:cubicBezTo>
                  <a:cubicBezTo>
                    <a:pt x="831720" y="1258091"/>
                    <a:pt x="834025" y="1243684"/>
                    <a:pt x="830279" y="1229277"/>
                  </a:cubicBezTo>
                  <a:cubicBezTo>
                    <a:pt x="826821" y="1215158"/>
                    <a:pt x="823652" y="1201040"/>
                    <a:pt x="817601" y="1187497"/>
                  </a:cubicBezTo>
                  <a:cubicBezTo>
                    <a:pt x="809821" y="1177989"/>
                    <a:pt x="810397" y="1165599"/>
                    <a:pt x="805499" y="1155226"/>
                  </a:cubicBezTo>
                  <a:cubicBezTo>
                    <a:pt x="784465" y="1082615"/>
                    <a:pt x="762855" y="1010005"/>
                    <a:pt x="741533" y="937682"/>
                  </a:cubicBezTo>
                  <a:cubicBezTo>
                    <a:pt x="733176" y="906563"/>
                    <a:pt x="723956" y="876021"/>
                    <a:pt x="714448" y="845478"/>
                  </a:cubicBezTo>
                  <a:cubicBezTo>
                    <a:pt x="709261" y="828766"/>
                    <a:pt x="697736" y="817241"/>
                    <a:pt x="680447" y="814071"/>
                  </a:cubicBezTo>
                  <a:cubicBezTo>
                    <a:pt x="668346" y="812054"/>
                    <a:pt x="662295" y="805715"/>
                    <a:pt x="660278" y="794190"/>
                  </a:cubicBezTo>
                  <a:cubicBezTo>
                    <a:pt x="659413" y="788715"/>
                    <a:pt x="656820" y="783817"/>
                    <a:pt x="655379" y="778342"/>
                  </a:cubicBezTo>
                  <a:cubicBezTo>
                    <a:pt x="652498" y="766817"/>
                    <a:pt x="654227" y="763935"/>
                    <a:pt x="665464" y="761918"/>
                  </a:cubicBezTo>
                  <a:cubicBezTo>
                    <a:pt x="689092" y="757308"/>
                    <a:pt x="712719" y="756732"/>
                    <a:pt x="736346" y="759613"/>
                  </a:cubicBezTo>
                  <a:close/>
                  <a:moveTo>
                    <a:pt x="1139738" y="634273"/>
                  </a:moveTo>
                  <a:cubicBezTo>
                    <a:pt x="1151552" y="631680"/>
                    <a:pt x="1161925" y="633697"/>
                    <a:pt x="1169128" y="644070"/>
                  </a:cubicBezTo>
                  <a:cubicBezTo>
                    <a:pt x="1175467" y="653002"/>
                    <a:pt x="1173739" y="666833"/>
                    <a:pt x="1165959" y="677206"/>
                  </a:cubicBezTo>
                  <a:cubicBezTo>
                    <a:pt x="1150399" y="697664"/>
                    <a:pt x="1149823" y="701409"/>
                    <a:pt x="1163654" y="723308"/>
                  </a:cubicBezTo>
                  <a:cubicBezTo>
                    <a:pt x="1199095" y="779783"/>
                    <a:pt x="1234824" y="836258"/>
                    <a:pt x="1270553" y="892733"/>
                  </a:cubicBezTo>
                  <a:cubicBezTo>
                    <a:pt x="1273434" y="897055"/>
                    <a:pt x="1276315" y="901377"/>
                    <a:pt x="1276604" y="906563"/>
                  </a:cubicBezTo>
                  <a:cubicBezTo>
                    <a:pt x="1296197" y="937970"/>
                    <a:pt x="1315790" y="969665"/>
                    <a:pt x="1335672" y="1000784"/>
                  </a:cubicBezTo>
                  <a:cubicBezTo>
                    <a:pt x="1339418" y="1006547"/>
                    <a:pt x="1341146" y="1012310"/>
                    <a:pt x="1341434" y="1019513"/>
                  </a:cubicBezTo>
                  <a:cubicBezTo>
                    <a:pt x="1341723" y="1043717"/>
                    <a:pt x="1340570" y="1067632"/>
                    <a:pt x="1343451" y="1091836"/>
                  </a:cubicBezTo>
                  <a:cubicBezTo>
                    <a:pt x="1343451" y="1110276"/>
                    <a:pt x="1342875" y="1129005"/>
                    <a:pt x="1344028" y="1147446"/>
                  </a:cubicBezTo>
                  <a:cubicBezTo>
                    <a:pt x="1344604" y="1156378"/>
                    <a:pt x="1341146" y="1158972"/>
                    <a:pt x="1333655" y="1160700"/>
                  </a:cubicBezTo>
                  <a:cubicBezTo>
                    <a:pt x="1326740" y="1162141"/>
                    <a:pt x="1320112" y="1164734"/>
                    <a:pt x="1313485" y="1166751"/>
                  </a:cubicBezTo>
                  <a:cubicBezTo>
                    <a:pt x="1313197" y="1167904"/>
                    <a:pt x="1312621" y="1169056"/>
                    <a:pt x="1311468" y="1169633"/>
                  </a:cubicBezTo>
                  <a:cubicBezTo>
                    <a:pt x="1290146" y="1177124"/>
                    <a:pt x="1268536" y="1183175"/>
                    <a:pt x="1246637" y="1188938"/>
                  </a:cubicBezTo>
                  <a:cubicBezTo>
                    <a:pt x="1239722" y="1190667"/>
                    <a:pt x="1235688" y="1185768"/>
                    <a:pt x="1232519" y="1180582"/>
                  </a:cubicBezTo>
                  <a:cubicBezTo>
                    <a:pt x="1223874" y="1166751"/>
                    <a:pt x="1214366" y="1153785"/>
                    <a:pt x="1206874" y="1139378"/>
                  </a:cubicBezTo>
                  <a:cubicBezTo>
                    <a:pt x="1169128" y="1084344"/>
                    <a:pt x="1134552" y="1027581"/>
                    <a:pt x="1097382" y="971970"/>
                  </a:cubicBezTo>
                  <a:cubicBezTo>
                    <a:pt x="1094789" y="969665"/>
                    <a:pt x="1093060" y="967072"/>
                    <a:pt x="1093925" y="963614"/>
                  </a:cubicBezTo>
                  <a:cubicBezTo>
                    <a:pt x="1063094" y="915784"/>
                    <a:pt x="1032551" y="867953"/>
                    <a:pt x="1001721" y="820122"/>
                  </a:cubicBezTo>
                  <a:cubicBezTo>
                    <a:pt x="990483" y="802834"/>
                    <a:pt x="978381" y="786122"/>
                    <a:pt x="968585" y="768257"/>
                  </a:cubicBezTo>
                  <a:cubicBezTo>
                    <a:pt x="960229" y="752986"/>
                    <a:pt x="949856" y="743189"/>
                    <a:pt x="931991" y="743189"/>
                  </a:cubicBezTo>
                  <a:cubicBezTo>
                    <a:pt x="921330" y="743766"/>
                    <a:pt x="916432" y="737138"/>
                    <a:pt x="913839" y="728494"/>
                  </a:cubicBezTo>
                  <a:cubicBezTo>
                    <a:pt x="911245" y="720138"/>
                    <a:pt x="911534" y="712070"/>
                    <a:pt x="920178" y="706884"/>
                  </a:cubicBezTo>
                  <a:cubicBezTo>
                    <a:pt x="938042" y="692765"/>
                    <a:pt x="960229" y="690460"/>
                    <a:pt x="980687" y="683257"/>
                  </a:cubicBezTo>
                  <a:cubicBezTo>
                    <a:pt x="987602" y="680952"/>
                    <a:pt x="994517" y="678647"/>
                    <a:pt x="1001721" y="676341"/>
                  </a:cubicBezTo>
                  <a:cubicBezTo>
                    <a:pt x="1008636" y="669714"/>
                    <a:pt x="1018144" y="669714"/>
                    <a:pt x="1026500" y="666833"/>
                  </a:cubicBezTo>
                  <a:cubicBezTo>
                    <a:pt x="1038602" y="662799"/>
                    <a:pt x="1050992" y="659053"/>
                    <a:pt x="1063382" y="655884"/>
                  </a:cubicBezTo>
                  <a:cubicBezTo>
                    <a:pt x="1088738" y="648680"/>
                    <a:pt x="1113806" y="639748"/>
                    <a:pt x="1139738" y="634273"/>
                  </a:cubicBezTo>
                  <a:close/>
                  <a:moveTo>
                    <a:pt x="1371112" y="574052"/>
                  </a:moveTo>
                  <a:cubicBezTo>
                    <a:pt x="1375866" y="575493"/>
                    <a:pt x="1379324" y="578519"/>
                    <a:pt x="1381773" y="583273"/>
                  </a:cubicBezTo>
                  <a:cubicBezTo>
                    <a:pt x="1387536" y="594510"/>
                    <a:pt x="1385519" y="604307"/>
                    <a:pt x="1372265" y="613815"/>
                  </a:cubicBezTo>
                  <a:cubicBezTo>
                    <a:pt x="1343739" y="633985"/>
                    <a:pt x="1334807" y="662799"/>
                    <a:pt x="1335383" y="695358"/>
                  </a:cubicBezTo>
                  <a:cubicBezTo>
                    <a:pt x="1336248" y="753850"/>
                    <a:pt x="1337688" y="812342"/>
                    <a:pt x="1338841" y="870834"/>
                  </a:cubicBezTo>
                  <a:cubicBezTo>
                    <a:pt x="1338841" y="897054"/>
                    <a:pt x="1338841" y="923275"/>
                    <a:pt x="1338841" y="951224"/>
                  </a:cubicBezTo>
                  <a:cubicBezTo>
                    <a:pt x="1326163" y="931054"/>
                    <a:pt x="1313773" y="911461"/>
                    <a:pt x="1301383" y="891868"/>
                  </a:cubicBezTo>
                  <a:cubicBezTo>
                    <a:pt x="1297061" y="885241"/>
                    <a:pt x="1296485" y="878037"/>
                    <a:pt x="1296197" y="870546"/>
                  </a:cubicBezTo>
                  <a:cubicBezTo>
                    <a:pt x="1295332" y="815511"/>
                    <a:pt x="1294180" y="760765"/>
                    <a:pt x="1293027" y="705731"/>
                  </a:cubicBezTo>
                  <a:cubicBezTo>
                    <a:pt x="1292739" y="692477"/>
                    <a:pt x="1289858" y="679799"/>
                    <a:pt x="1282366" y="668849"/>
                  </a:cubicBezTo>
                  <a:cubicBezTo>
                    <a:pt x="1273722" y="655883"/>
                    <a:pt x="1259891" y="653866"/>
                    <a:pt x="1245773" y="653002"/>
                  </a:cubicBezTo>
                  <a:cubicBezTo>
                    <a:pt x="1238569" y="652426"/>
                    <a:pt x="1231654" y="651273"/>
                    <a:pt x="1226468" y="645222"/>
                  </a:cubicBezTo>
                  <a:cubicBezTo>
                    <a:pt x="1218688" y="636002"/>
                    <a:pt x="1219840" y="622459"/>
                    <a:pt x="1229349" y="614680"/>
                  </a:cubicBezTo>
                  <a:cubicBezTo>
                    <a:pt x="1236264" y="608917"/>
                    <a:pt x="1244332" y="606324"/>
                    <a:pt x="1252688" y="603730"/>
                  </a:cubicBezTo>
                  <a:cubicBezTo>
                    <a:pt x="1284383" y="594510"/>
                    <a:pt x="1316078" y="585001"/>
                    <a:pt x="1348062" y="575781"/>
                  </a:cubicBezTo>
                  <a:cubicBezTo>
                    <a:pt x="1349502" y="575205"/>
                    <a:pt x="1350943" y="574629"/>
                    <a:pt x="1352672" y="574340"/>
                  </a:cubicBezTo>
                  <a:cubicBezTo>
                    <a:pt x="1360307" y="572756"/>
                    <a:pt x="1366358" y="572612"/>
                    <a:pt x="1371112" y="574052"/>
                  </a:cubicBezTo>
                  <a:close/>
                  <a:moveTo>
                    <a:pt x="1649165" y="485018"/>
                  </a:moveTo>
                  <a:cubicBezTo>
                    <a:pt x="1652335" y="484730"/>
                    <a:pt x="1655504" y="485306"/>
                    <a:pt x="1658674" y="486170"/>
                  </a:cubicBezTo>
                  <a:cubicBezTo>
                    <a:pt x="1668182" y="488476"/>
                    <a:pt x="1674809" y="494238"/>
                    <a:pt x="1677403" y="504035"/>
                  </a:cubicBezTo>
                  <a:cubicBezTo>
                    <a:pt x="1680284" y="514120"/>
                    <a:pt x="1677403" y="523340"/>
                    <a:pt x="1669047" y="528239"/>
                  </a:cubicBezTo>
                  <a:cubicBezTo>
                    <a:pt x="1648013" y="540628"/>
                    <a:pt x="1649453" y="557052"/>
                    <a:pt x="1655504" y="577222"/>
                  </a:cubicBezTo>
                  <a:cubicBezTo>
                    <a:pt x="1674809" y="640612"/>
                    <a:pt x="1692962" y="704579"/>
                    <a:pt x="1711691" y="768257"/>
                  </a:cubicBezTo>
                  <a:cubicBezTo>
                    <a:pt x="1713420" y="774020"/>
                    <a:pt x="1714572" y="779782"/>
                    <a:pt x="1713996" y="785833"/>
                  </a:cubicBezTo>
                  <a:cubicBezTo>
                    <a:pt x="1725810" y="826461"/>
                    <a:pt x="1737623" y="866800"/>
                    <a:pt x="1749725" y="907427"/>
                  </a:cubicBezTo>
                  <a:cubicBezTo>
                    <a:pt x="1756928" y="919529"/>
                    <a:pt x="1760386" y="933072"/>
                    <a:pt x="1763844" y="946326"/>
                  </a:cubicBezTo>
                  <a:cubicBezTo>
                    <a:pt x="1767301" y="959868"/>
                    <a:pt x="1772200" y="972258"/>
                    <a:pt x="1786607" y="978597"/>
                  </a:cubicBezTo>
                  <a:cubicBezTo>
                    <a:pt x="1790929" y="979173"/>
                    <a:pt x="1794963" y="979750"/>
                    <a:pt x="1799285" y="980038"/>
                  </a:cubicBezTo>
                  <a:cubicBezTo>
                    <a:pt x="1808505" y="980614"/>
                    <a:pt x="1815420" y="984648"/>
                    <a:pt x="1818014" y="993580"/>
                  </a:cubicBezTo>
                  <a:cubicBezTo>
                    <a:pt x="1820607" y="1002224"/>
                    <a:pt x="1819454" y="1010581"/>
                    <a:pt x="1811675" y="1017208"/>
                  </a:cubicBezTo>
                  <a:cubicBezTo>
                    <a:pt x="1806488" y="1021530"/>
                    <a:pt x="1800437" y="1024123"/>
                    <a:pt x="1793810" y="1026140"/>
                  </a:cubicBezTo>
                  <a:cubicBezTo>
                    <a:pt x="1770183" y="1033055"/>
                    <a:pt x="1746556" y="1040259"/>
                    <a:pt x="1722928" y="1047462"/>
                  </a:cubicBezTo>
                  <a:cubicBezTo>
                    <a:pt x="1708809" y="1056106"/>
                    <a:pt x="1693538" y="1060140"/>
                    <a:pt x="1677114" y="1060717"/>
                  </a:cubicBezTo>
                  <a:cubicBezTo>
                    <a:pt x="1652335" y="1067920"/>
                    <a:pt x="1627267" y="1075123"/>
                    <a:pt x="1602487" y="1082327"/>
                  </a:cubicBezTo>
                  <a:cubicBezTo>
                    <a:pt x="1595571" y="1084344"/>
                    <a:pt x="1588944" y="1086073"/>
                    <a:pt x="1581453" y="1085208"/>
                  </a:cubicBezTo>
                  <a:cubicBezTo>
                    <a:pt x="1571944" y="1084056"/>
                    <a:pt x="1565605" y="1079157"/>
                    <a:pt x="1562724" y="1069649"/>
                  </a:cubicBezTo>
                  <a:cubicBezTo>
                    <a:pt x="1559554" y="1060428"/>
                    <a:pt x="1563300" y="1053513"/>
                    <a:pt x="1569927" y="1047462"/>
                  </a:cubicBezTo>
                  <a:cubicBezTo>
                    <a:pt x="1572520" y="1045157"/>
                    <a:pt x="1575690" y="1043428"/>
                    <a:pt x="1578571" y="1041123"/>
                  </a:cubicBezTo>
                  <a:cubicBezTo>
                    <a:pt x="1591826" y="1031326"/>
                    <a:pt x="1592978" y="1026716"/>
                    <a:pt x="1588368" y="1009716"/>
                  </a:cubicBezTo>
                  <a:cubicBezTo>
                    <a:pt x="1582605" y="1005106"/>
                    <a:pt x="1582317" y="998191"/>
                    <a:pt x="1580300" y="992140"/>
                  </a:cubicBezTo>
                  <a:cubicBezTo>
                    <a:pt x="1575978" y="977445"/>
                    <a:pt x="1571080" y="963326"/>
                    <a:pt x="1567622" y="948343"/>
                  </a:cubicBezTo>
                  <a:cubicBezTo>
                    <a:pt x="1546012" y="876020"/>
                    <a:pt x="1525266" y="803698"/>
                    <a:pt x="1503656" y="731375"/>
                  </a:cubicBezTo>
                  <a:cubicBezTo>
                    <a:pt x="1492995" y="693341"/>
                    <a:pt x="1481469" y="655307"/>
                    <a:pt x="1470520" y="617273"/>
                  </a:cubicBezTo>
                  <a:cubicBezTo>
                    <a:pt x="1467062" y="605748"/>
                    <a:pt x="1460723" y="598544"/>
                    <a:pt x="1448333" y="597680"/>
                  </a:cubicBezTo>
                  <a:cubicBezTo>
                    <a:pt x="1444299" y="597392"/>
                    <a:pt x="1440554" y="596527"/>
                    <a:pt x="1436520" y="595663"/>
                  </a:cubicBezTo>
                  <a:cubicBezTo>
                    <a:pt x="1424706" y="593358"/>
                    <a:pt x="1418079" y="587019"/>
                    <a:pt x="1416350" y="576934"/>
                  </a:cubicBezTo>
                  <a:cubicBezTo>
                    <a:pt x="1414621" y="566273"/>
                    <a:pt x="1418943" y="556476"/>
                    <a:pt x="1428452" y="550425"/>
                  </a:cubicBezTo>
                  <a:cubicBezTo>
                    <a:pt x="1434791" y="546391"/>
                    <a:pt x="1442282" y="544374"/>
                    <a:pt x="1449486" y="542357"/>
                  </a:cubicBezTo>
                  <a:cubicBezTo>
                    <a:pt x="1511435" y="523917"/>
                    <a:pt x="1573385" y="506340"/>
                    <a:pt x="1635334" y="487899"/>
                  </a:cubicBezTo>
                  <a:cubicBezTo>
                    <a:pt x="1639945" y="486459"/>
                    <a:pt x="1644555" y="485306"/>
                    <a:pt x="1649165" y="485018"/>
                  </a:cubicBezTo>
                  <a:close/>
                  <a:moveTo>
                    <a:pt x="2584927" y="448172"/>
                  </a:moveTo>
                  <a:cubicBezTo>
                    <a:pt x="2586764" y="449000"/>
                    <a:pt x="2588061" y="451017"/>
                    <a:pt x="2589069" y="454763"/>
                  </a:cubicBezTo>
                  <a:cubicBezTo>
                    <a:pt x="2597425" y="485594"/>
                    <a:pt x="2606645" y="516137"/>
                    <a:pt x="2615866" y="546679"/>
                  </a:cubicBezTo>
                  <a:cubicBezTo>
                    <a:pt x="2617594" y="552442"/>
                    <a:pt x="2618171" y="555611"/>
                    <a:pt x="2610679" y="557628"/>
                  </a:cubicBezTo>
                  <a:cubicBezTo>
                    <a:pt x="2532018" y="580391"/>
                    <a:pt x="2453356" y="603442"/>
                    <a:pt x="2374695" y="626493"/>
                  </a:cubicBezTo>
                  <a:cubicBezTo>
                    <a:pt x="2373542" y="626781"/>
                    <a:pt x="2372390" y="627358"/>
                    <a:pt x="2371525" y="627934"/>
                  </a:cubicBezTo>
                  <a:cubicBezTo>
                    <a:pt x="2366915" y="629375"/>
                    <a:pt x="2367203" y="625341"/>
                    <a:pt x="2366339" y="623324"/>
                  </a:cubicBezTo>
                  <a:cubicBezTo>
                    <a:pt x="2356542" y="590764"/>
                    <a:pt x="2347321" y="558205"/>
                    <a:pt x="2337525" y="525933"/>
                  </a:cubicBezTo>
                  <a:cubicBezTo>
                    <a:pt x="2335220" y="517865"/>
                    <a:pt x="2340983" y="518442"/>
                    <a:pt x="2345017" y="517289"/>
                  </a:cubicBezTo>
                  <a:cubicBezTo>
                    <a:pt x="2410136" y="497984"/>
                    <a:pt x="2474966" y="479255"/>
                    <a:pt x="2540085" y="459950"/>
                  </a:cubicBezTo>
                  <a:cubicBezTo>
                    <a:pt x="2552476" y="456204"/>
                    <a:pt x="2565154" y="452746"/>
                    <a:pt x="2577543" y="448712"/>
                  </a:cubicBezTo>
                  <a:cubicBezTo>
                    <a:pt x="2580713" y="447703"/>
                    <a:pt x="2583090" y="447343"/>
                    <a:pt x="2584927" y="448172"/>
                  </a:cubicBezTo>
                  <a:close/>
                  <a:moveTo>
                    <a:pt x="1932872" y="406356"/>
                  </a:moveTo>
                  <a:cubicBezTo>
                    <a:pt x="1935790" y="407797"/>
                    <a:pt x="1937591" y="411255"/>
                    <a:pt x="1938167" y="417018"/>
                  </a:cubicBezTo>
                  <a:cubicBezTo>
                    <a:pt x="1945082" y="423645"/>
                    <a:pt x="1945946" y="433153"/>
                    <a:pt x="1948540" y="441797"/>
                  </a:cubicBezTo>
                  <a:cubicBezTo>
                    <a:pt x="1954302" y="461967"/>
                    <a:pt x="1960641" y="481848"/>
                    <a:pt x="1966404" y="502018"/>
                  </a:cubicBezTo>
                  <a:cubicBezTo>
                    <a:pt x="1969286" y="514120"/>
                    <a:pt x="1973608" y="525357"/>
                    <a:pt x="1976777" y="537459"/>
                  </a:cubicBezTo>
                  <a:cubicBezTo>
                    <a:pt x="1981099" y="554171"/>
                    <a:pt x="1986862" y="570883"/>
                    <a:pt x="1991184" y="587595"/>
                  </a:cubicBezTo>
                  <a:cubicBezTo>
                    <a:pt x="2015964" y="670867"/>
                    <a:pt x="2040167" y="754138"/>
                    <a:pt x="2064371" y="837410"/>
                  </a:cubicBezTo>
                  <a:cubicBezTo>
                    <a:pt x="2073303" y="866512"/>
                    <a:pt x="2081371" y="895614"/>
                    <a:pt x="2090015" y="925004"/>
                  </a:cubicBezTo>
                  <a:cubicBezTo>
                    <a:pt x="2094049" y="939123"/>
                    <a:pt x="2092608" y="942004"/>
                    <a:pt x="2079354" y="946038"/>
                  </a:cubicBezTo>
                  <a:cubicBezTo>
                    <a:pt x="2055727" y="953529"/>
                    <a:pt x="2031523" y="960157"/>
                    <a:pt x="2007896" y="967360"/>
                  </a:cubicBezTo>
                  <a:cubicBezTo>
                    <a:pt x="2003286" y="968224"/>
                    <a:pt x="1998676" y="969377"/>
                    <a:pt x="1993777" y="967936"/>
                  </a:cubicBezTo>
                  <a:cubicBezTo>
                    <a:pt x="1966404" y="975716"/>
                    <a:pt x="1939319" y="983496"/>
                    <a:pt x="1911946" y="991275"/>
                  </a:cubicBezTo>
                  <a:cubicBezTo>
                    <a:pt x="1904455" y="993580"/>
                    <a:pt x="1896675" y="995309"/>
                    <a:pt x="1888607" y="995309"/>
                  </a:cubicBezTo>
                  <a:cubicBezTo>
                    <a:pt x="1879099" y="995309"/>
                    <a:pt x="1872759" y="990987"/>
                    <a:pt x="1869590" y="982055"/>
                  </a:cubicBezTo>
                  <a:cubicBezTo>
                    <a:pt x="1866420" y="973699"/>
                    <a:pt x="1867573" y="965631"/>
                    <a:pt x="1874200" y="959004"/>
                  </a:cubicBezTo>
                  <a:cubicBezTo>
                    <a:pt x="1874776" y="958428"/>
                    <a:pt x="1875353" y="957851"/>
                    <a:pt x="1875929" y="957563"/>
                  </a:cubicBezTo>
                  <a:cubicBezTo>
                    <a:pt x="1900421" y="945750"/>
                    <a:pt x="1898980" y="927597"/>
                    <a:pt x="1890624" y="905987"/>
                  </a:cubicBezTo>
                  <a:cubicBezTo>
                    <a:pt x="1883709" y="887546"/>
                    <a:pt x="1878810" y="868529"/>
                    <a:pt x="1873048" y="849800"/>
                  </a:cubicBezTo>
                  <a:cubicBezTo>
                    <a:pt x="1862098" y="831935"/>
                    <a:pt x="1859793" y="811189"/>
                    <a:pt x="1853454" y="791884"/>
                  </a:cubicBezTo>
                  <a:cubicBezTo>
                    <a:pt x="1845963" y="768545"/>
                    <a:pt x="1839624" y="744918"/>
                    <a:pt x="1832708" y="721579"/>
                  </a:cubicBezTo>
                  <a:cubicBezTo>
                    <a:pt x="1823488" y="689019"/>
                    <a:pt x="1813979" y="656460"/>
                    <a:pt x="1804183" y="623900"/>
                  </a:cubicBezTo>
                  <a:cubicBezTo>
                    <a:pt x="1795250" y="591917"/>
                    <a:pt x="1785454" y="560222"/>
                    <a:pt x="1776233" y="528239"/>
                  </a:cubicBezTo>
                  <a:cubicBezTo>
                    <a:pt x="1772488" y="514984"/>
                    <a:pt x="1764708" y="506916"/>
                    <a:pt x="1750013" y="507781"/>
                  </a:cubicBezTo>
                  <a:cubicBezTo>
                    <a:pt x="1747996" y="507781"/>
                    <a:pt x="1745979" y="507493"/>
                    <a:pt x="1744250" y="507204"/>
                  </a:cubicBezTo>
                  <a:cubicBezTo>
                    <a:pt x="1730996" y="504611"/>
                    <a:pt x="1722640" y="496832"/>
                    <a:pt x="1720911" y="485306"/>
                  </a:cubicBezTo>
                  <a:cubicBezTo>
                    <a:pt x="1719470" y="475221"/>
                    <a:pt x="1726097" y="464848"/>
                    <a:pt x="1737911" y="459374"/>
                  </a:cubicBezTo>
                  <a:cubicBezTo>
                    <a:pt x="1748572" y="454187"/>
                    <a:pt x="1760386" y="451306"/>
                    <a:pt x="1771623" y="448136"/>
                  </a:cubicBezTo>
                  <a:cubicBezTo>
                    <a:pt x="1804759" y="438628"/>
                    <a:pt x="1837607" y="428831"/>
                    <a:pt x="1870742" y="419323"/>
                  </a:cubicBezTo>
                  <a:cubicBezTo>
                    <a:pt x="1883709" y="416153"/>
                    <a:pt x="1895810" y="409526"/>
                    <a:pt x="1909641" y="410967"/>
                  </a:cubicBezTo>
                  <a:cubicBezTo>
                    <a:pt x="1913387" y="409814"/>
                    <a:pt x="1917421" y="409238"/>
                    <a:pt x="1920878" y="407797"/>
                  </a:cubicBezTo>
                  <a:cubicBezTo>
                    <a:pt x="1925921" y="405492"/>
                    <a:pt x="1929955" y="404916"/>
                    <a:pt x="1932872" y="406356"/>
                  </a:cubicBezTo>
                  <a:close/>
                  <a:moveTo>
                    <a:pt x="3263727" y="398322"/>
                  </a:moveTo>
                  <a:cubicBezTo>
                    <a:pt x="3273014" y="396903"/>
                    <a:pt x="3282487" y="397088"/>
                    <a:pt x="3291611" y="399023"/>
                  </a:cubicBezTo>
                  <a:cubicBezTo>
                    <a:pt x="3303776" y="401603"/>
                    <a:pt x="3315320" y="407293"/>
                    <a:pt x="3324972" y="416442"/>
                  </a:cubicBezTo>
                  <a:cubicBezTo>
                    <a:pt x="3344277" y="434883"/>
                    <a:pt x="3349463" y="457357"/>
                    <a:pt x="3341684" y="482713"/>
                  </a:cubicBezTo>
                  <a:cubicBezTo>
                    <a:pt x="3340243" y="487612"/>
                    <a:pt x="3337650" y="492222"/>
                    <a:pt x="3335921" y="496832"/>
                  </a:cubicBezTo>
                  <a:cubicBezTo>
                    <a:pt x="3327853" y="518154"/>
                    <a:pt x="3337650" y="532561"/>
                    <a:pt x="3360989" y="530256"/>
                  </a:cubicBezTo>
                  <a:cubicBezTo>
                    <a:pt x="3370786" y="529104"/>
                    <a:pt x="3374243" y="531985"/>
                    <a:pt x="3375684" y="540629"/>
                  </a:cubicBezTo>
                  <a:cubicBezTo>
                    <a:pt x="3376548" y="544951"/>
                    <a:pt x="3377701" y="548985"/>
                    <a:pt x="3379142" y="553307"/>
                  </a:cubicBezTo>
                  <a:cubicBezTo>
                    <a:pt x="3384905" y="572612"/>
                    <a:pt x="3384905" y="572900"/>
                    <a:pt x="3365599" y="575494"/>
                  </a:cubicBezTo>
                  <a:cubicBezTo>
                    <a:pt x="3354074" y="577222"/>
                    <a:pt x="3343125" y="577799"/>
                    <a:pt x="3334769" y="578663"/>
                  </a:cubicBezTo>
                  <a:cubicBezTo>
                    <a:pt x="3298751" y="577222"/>
                    <a:pt x="3266768" y="571460"/>
                    <a:pt x="3238531" y="552443"/>
                  </a:cubicBezTo>
                  <a:cubicBezTo>
                    <a:pt x="3202801" y="528527"/>
                    <a:pt x="3186954" y="487035"/>
                    <a:pt x="3199632" y="450442"/>
                  </a:cubicBezTo>
                  <a:cubicBezTo>
                    <a:pt x="3209681" y="421268"/>
                    <a:pt x="3235866" y="402578"/>
                    <a:pt x="3263727" y="398322"/>
                  </a:cubicBezTo>
                  <a:close/>
                  <a:moveTo>
                    <a:pt x="2038511" y="383661"/>
                  </a:moveTo>
                  <a:cubicBezTo>
                    <a:pt x="2098317" y="383647"/>
                    <a:pt x="2151316" y="406933"/>
                    <a:pt x="2196050" y="455340"/>
                  </a:cubicBezTo>
                  <a:cubicBezTo>
                    <a:pt x="2255694" y="519882"/>
                    <a:pt x="2288254" y="597680"/>
                    <a:pt x="2293440" y="685273"/>
                  </a:cubicBezTo>
                  <a:cubicBezTo>
                    <a:pt x="2299491" y="787274"/>
                    <a:pt x="2238694" y="882359"/>
                    <a:pt x="2144473" y="921834"/>
                  </a:cubicBezTo>
                  <a:cubicBezTo>
                    <a:pt x="2141880" y="922987"/>
                    <a:pt x="2139575" y="924427"/>
                    <a:pt x="2137270" y="925580"/>
                  </a:cubicBezTo>
                  <a:cubicBezTo>
                    <a:pt x="2127185" y="933071"/>
                    <a:pt x="2121422" y="931631"/>
                    <a:pt x="2116812" y="920393"/>
                  </a:cubicBezTo>
                  <a:cubicBezTo>
                    <a:pt x="2115083" y="916359"/>
                    <a:pt x="2113931" y="912326"/>
                    <a:pt x="2112778" y="908004"/>
                  </a:cubicBezTo>
                  <a:cubicBezTo>
                    <a:pt x="2107304" y="888122"/>
                    <a:pt x="2107304" y="888122"/>
                    <a:pt x="2123439" y="876020"/>
                  </a:cubicBezTo>
                  <a:cubicBezTo>
                    <a:pt x="2136693" y="863630"/>
                    <a:pt x="2140439" y="847783"/>
                    <a:pt x="2137846" y="830495"/>
                  </a:cubicBezTo>
                  <a:cubicBezTo>
                    <a:pt x="2133524" y="801393"/>
                    <a:pt x="2123439" y="773731"/>
                    <a:pt x="2115083" y="745782"/>
                  </a:cubicBezTo>
                  <a:cubicBezTo>
                    <a:pt x="2089727" y="659629"/>
                    <a:pt x="2065235" y="573188"/>
                    <a:pt x="2038727" y="487323"/>
                  </a:cubicBezTo>
                  <a:cubicBezTo>
                    <a:pt x="2034405" y="473204"/>
                    <a:pt x="2028642" y="459950"/>
                    <a:pt x="2017116" y="449865"/>
                  </a:cubicBezTo>
                  <a:cubicBezTo>
                    <a:pt x="2009625" y="443238"/>
                    <a:pt x="2001557" y="439204"/>
                    <a:pt x="1991472" y="439492"/>
                  </a:cubicBezTo>
                  <a:cubicBezTo>
                    <a:pt x="1984557" y="438628"/>
                    <a:pt x="1975625" y="440933"/>
                    <a:pt x="1975336" y="429407"/>
                  </a:cubicBezTo>
                  <a:cubicBezTo>
                    <a:pt x="1973320" y="421339"/>
                    <a:pt x="1971879" y="413272"/>
                    <a:pt x="1968709" y="405492"/>
                  </a:cubicBezTo>
                  <a:cubicBezTo>
                    <a:pt x="1965252" y="396560"/>
                    <a:pt x="1967557" y="393390"/>
                    <a:pt x="1976489" y="391373"/>
                  </a:cubicBezTo>
                  <a:cubicBezTo>
                    <a:pt x="1997883" y="386258"/>
                    <a:pt x="2018575" y="383665"/>
                    <a:pt x="2038511" y="383661"/>
                  </a:cubicBezTo>
                  <a:close/>
                  <a:moveTo>
                    <a:pt x="2876558" y="129421"/>
                  </a:moveTo>
                  <a:cubicBezTo>
                    <a:pt x="2878503" y="130249"/>
                    <a:pt x="2879800" y="132482"/>
                    <a:pt x="2880952" y="136660"/>
                  </a:cubicBezTo>
                  <a:cubicBezTo>
                    <a:pt x="2908325" y="231457"/>
                    <a:pt x="2936275" y="325966"/>
                    <a:pt x="2963936" y="420763"/>
                  </a:cubicBezTo>
                  <a:cubicBezTo>
                    <a:pt x="2980360" y="477238"/>
                    <a:pt x="2997072" y="533425"/>
                    <a:pt x="3013784" y="589900"/>
                  </a:cubicBezTo>
                  <a:cubicBezTo>
                    <a:pt x="3019258" y="608629"/>
                    <a:pt x="3023292" y="611799"/>
                    <a:pt x="3043173" y="612087"/>
                  </a:cubicBezTo>
                  <a:cubicBezTo>
                    <a:pt x="3047784" y="612087"/>
                    <a:pt x="3052682" y="611799"/>
                    <a:pt x="3057292" y="611799"/>
                  </a:cubicBezTo>
                  <a:cubicBezTo>
                    <a:pt x="3065936" y="611510"/>
                    <a:pt x="3071699" y="615544"/>
                    <a:pt x="3075157" y="623324"/>
                  </a:cubicBezTo>
                  <a:cubicBezTo>
                    <a:pt x="3078903" y="631680"/>
                    <a:pt x="3078326" y="639460"/>
                    <a:pt x="3071699" y="646375"/>
                  </a:cubicBezTo>
                  <a:cubicBezTo>
                    <a:pt x="3066801" y="651273"/>
                    <a:pt x="3060750" y="654443"/>
                    <a:pt x="3054411" y="656460"/>
                  </a:cubicBezTo>
                  <a:cubicBezTo>
                    <a:pt x="2991309" y="675189"/>
                    <a:pt x="2927919" y="693630"/>
                    <a:pt x="2864817" y="712070"/>
                  </a:cubicBezTo>
                  <a:cubicBezTo>
                    <a:pt x="2861071" y="712935"/>
                    <a:pt x="2856749" y="713223"/>
                    <a:pt x="2853579" y="713799"/>
                  </a:cubicBezTo>
                  <a:cubicBezTo>
                    <a:pt x="2841477" y="713511"/>
                    <a:pt x="2832833" y="709477"/>
                    <a:pt x="2829664" y="698240"/>
                  </a:cubicBezTo>
                  <a:cubicBezTo>
                    <a:pt x="2826494" y="687002"/>
                    <a:pt x="2830816" y="678935"/>
                    <a:pt x="2840901" y="673748"/>
                  </a:cubicBezTo>
                  <a:cubicBezTo>
                    <a:pt x="2842342" y="673172"/>
                    <a:pt x="2843783" y="672307"/>
                    <a:pt x="2844935" y="671443"/>
                  </a:cubicBezTo>
                  <a:cubicBezTo>
                    <a:pt x="2867410" y="657612"/>
                    <a:pt x="2868850" y="654155"/>
                    <a:pt x="2861359" y="629087"/>
                  </a:cubicBezTo>
                  <a:cubicBezTo>
                    <a:pt x="2825918" y="508357"/>
                    <a:pt x="2790477" y="387628"/>
                    <a:pt x="2755036" y="266898"/>
                  </a:cubicBezTo>
                  <a:cubicBezTo>
                    <a:pt x="2754172" y="263441"/>
                    <a:pt x="2753019" y="259983"/>
                    <a:pt x="2751867" y="256813"/>
                  </a:cubicBezTo>
                  <a:cubicBezTo>
                    <a:pt x="2742934" y="231457"/>
                    <a:pt x="2740341" y="229728"/>
                    <a:pt x="2713545" y="231745"/>
                  </a:cubicBezTo>
                  <a:cubicBezTo>
                    <a:pt x="2696256" y="232898"/>
                    <a:pt x="2689917" y="229440"/>
                    <a:pt x="2686748" y="217050"/>
                  </a:cubicBezTo>
                  <a:cubicBezTo>
                    <a:pt x="2683866" y="205237"/>
                    <a:pt x="2689629" y="194576"/>
                    <a:pt x="2704612" y="188813"/>
                  </a:cubicBezTo>
                  <a:cubicBezTo>
                    <a:pt x="2739189" y="175847"/>
                    <a:pt x="2774342" y="163745"/>
                    <a:pt x="2809206" y="151355"/>
                  </a:cubicBezTo>
                  <a:cubicBezTo>
                    <a:pt x="2828800" y="144440"/>
                    <a:pt x="2848969" y="137813"/>
                    <a:pt x="2868274" y="130609"/>
                  </a:cubicBezTo>
                  <a:cubicBezTo>
                    <a:pt x="2872020" y="129168"/>
                    <a:pt x="2874613" y="128592"/>
                    <a:pt x="2876558" y="129421"/>
                  </a:cubicBezTo>
                  <a:close/>
                  <a:moveTo>
                    <a:pt x="3220090" y="16975"/>
                  </a:moveTo>
                  <a:cubicBezTo>
                    <a:pt x="3222323" y="17947"/>
                    <a:pt x="3223692" y="20396"/>
                    <a:pt x="3224124" y="25151"/>
                  </a:cubicBezTo>
                  <a:cubicBezTo>
                    <a:pt x="3224700" y="29473"/>
                    <a:pt x="3226429" y="33507"/>
                    <a:pt x="3227870" y="37541"/>
                  </a:cubicBezTo>
                  <a:cubicBezTo>
                    <a:pt x="3232192" y="48778"/>
                    <a:pt x="3235073" y="58863"/>
                    <a:pt x="3221242" y="67219"/>
                  </a:cubicBezTo>
                  <a:cubicBezTo>
                    <a:pt x="3213174" y="72117"/>
                    <a:pt x="3212022" y="82490"/>
                    <a:pt x="3214615" y="91999"/>
                  </a:cubicBezTo>
                  <a:cubicBezTo>
                    <a:pt x="3230463" y="146169"/>
                    <a:pt x="3246022" y="200338"/>
                    <a:pt x="3262446" y="254220"/>
                  </a:cubicBezTo>
                  <a:cubicBezTo>
                    <a:pt x="3271090" y="283034"/>
                    <a:pt x="3294429" y="288797"/>
                    <a:pt x="3316904" y="268627"/>
                  </a:cubicBezTo>
                  <a:cubicBezTo>
                    <a:pt x="3319497" y="266322"/>
                    <a:pt x="3321514" y="263152"/>
                    <a:pt x="3325548" y="258542"/>
                  </a:cubicBezTo>
                  <a:cubicBezTo>
                    <a:pt x="3329870" y="273237"/>
                    <a:pt x="3333616" y="285339"/>
                    <a:pt x="3337362" y="297153"/>
                  </a:cubicBezTo>
                  <a:cubicBezTo>
                    <a:pt x="3338226" y="300322"/>
                    <a:pt x="3337650" y="303203"/>
                    <a:pt x="3335057" y="305797"/>
                  </a:cubicBezTo>
                  <a:cubicBezTo>
                    <a:pt x="3268497" y="374085"/>
                    <a:pt x="3169378" y="372068"/>
                    <a:pt x="3114055" y="302915"/>
                  </a:cubicBezTo>
                  <a:cubicBezTo>
                    <a:pt x="3086682" y="268915"/>
                    <a:pt x="3077750" y="228576"/>
                    <a:pt x="3079190" y="186220"/>
                  </a:cubicBezTo>
                  <a:cubicBezTo>
                    <a:pt x="3082072" y="105541"/>
                    <a:pt x="3133360" y="40710"/>
                    <a:pt x="3210869" y="17659"/>
                  </a:cubicBezTo>
                  <a:cubicBezTo>
                    <a:pt x="3214759" y="16506"/>
                    <a:pt x="3217857" y="16002"/>
                    <a:pt x="3220090" y="16975"/>
                  </a:cubicBezTo>
                  <a:close/>
                  <a:moveTo>
                    <a:pt x="3325513" y="2604"/>
                  </a:moveTo>
                  <a:cubicBezTo>
                    <a:pt x="3345719" y="6133"/>
                    <a:pt x="3365312" y="13193"/>
                    <a:pt x="3384329" y="23422"/>
                  </a:cubicBezTo>
                  <a:cubicBezTo>
                    <a:pt x="3440227" y="53388"/>
                    <a:pt x="3477973" y="100066"/>
                    <a:pt x="3506499" y="155389"/>
                  </a:cubicBezTo>
                  <a:cubicBezTo>
                    <a:pt x="3535889" y="212152"/>
                    <a:pt x="3549720" y="272372"/>
                    <a:pt x="3550584" y="341525"/>
                  </a:cubicBezTo>
                  <a:cubicBezTo>
                    <a:pt x="3549720" y="396272"/>
                    <a:pt x="3537042" y="453323"/>
                    <a:pt x="3499296" y="502594"/>
                  </a:cubicBezTo>
                  <a:cubicBezTo>
                    <a:pt x="3479702" y="528239"/>
                    <a:pt x="3454922" y="547256"/>
                    <a:pt x="3424668" y="559357"/>
                  </a:cubicBezTo>
                  <a:cubicBezTo>
                    <a:pt x="3418329" y="561951"/>
                    <a:pt x="3414583" y="561662"/>
                    <a:pt x="3413431" y="553883"/>
                  </a:cubicBezTo>
                  <a:cubicBezTo>
                    <a:pt x="3413142" y="550425"/>
                    <a:pt x="3411702" y="546967"/>
                    <a:pt x="3410549" y="543510"/>
                  </a:cubicBezTo>
                  <a:cubicBezTo>
                    <a:pt x="3405363" y="529967"/>
                    <a:pt x="3402482" y="519018"/>
                    <a:pt x="3418041" y="508069"/>
                  </a:cubicBezTo>
                  <a:cubicBezTo>
                    <a:pt x="3432736" y="497696"/>
                    <a:pt x="3433312" y="478679"/>
                    <a:pt x="3428990" y="462255"/>
                  </a:cubicBezTo>
                  <a:cubicBezTo>
                    <a:pt x="3415736" y="413560"/>
                    <a:pt x="3401617" y="365153"/>
                    <a:pt x="3387498" y="316746"/>
                  </a:cubicBezTo>
                  <a:cubicBezTo>
                    <a:pt x="3366464" y="244135"/>
                    <a:pt x="3344854" y="171524"/>
                    <a:pt x="3323532" y="98626"/>
                  </a:cubicBezTo>
                  <a:cubicBezTo>
                    <a:pt x="3320939" y="89405"/>
                    <a:pt x="3317769" y="80473"/>
                    <a:pt x="3313159" y="72405"/>
                  </a:cubicBezTo>
                  <a:cubicBezTo>
                    <a:pt x="3304227" y="56269"/>
                    <a:pt x="3290684" y="47049"/>
                    <a:pt x="3271955" y="47049"/>
                  </a:cubicBezTo>
                  <a:cubicBezTo>
                    <a:pt x="3266480" y="47049"/>
                    <a:pt x="3264464" y="45608"/>
                    <a:pt x="3263311" y="40422"/>
                  </a:cubicBezTo>
                  <a:cubicBezTo>
                    <a:pt x="3261294" y="32066"/>
                    <a:pt x="3259277" y="23422"/>
                    <a:pt x="3255820" y="15354"/>
                  </a:cubicBezTo>
                  <a:cubicBezTo>
                    <a:pt x="3252362" y="6998"/>
                    <a:pt x="3254955" y="4405"/>
                    <a:pt x="3263023" y="2964"/>
                  </a:cubicBezTo>
                  <a:cubicBezTo>
                    <a:pt x="3284490" y="-926"/>
                    <a:pt x="3305308" y="-926"/>
                    <a:pt x="3325513" y="2604"/>
                  </a:cubicBezTo>
                  <a:close/>
                </a:path>
              </a:pathLst>
            </a:custGeom>
            <a:solidFill>
              <a:schemeClr val="bg1"/>
            </a:solidFill>
            <a:ln w="2878" cap="flat">
              <a:noFill/>
              <a:prstDash val="solid"/>
              <a:miter/>
            </a:ln>
          </p:spPr>
          <p:txBody>
            <a:bodyPr rtlCol="0" anchor="ctr"/>
            <a:lstStyle/>
            <a:p>
              <a:endParaRPr lang="en-US" dirty="0"/>
            </a:p>
          </p:txBody>
        </p:sp>
      </p:grpSp>
      <p:sp>
        <p:nvSpPr>
          <p:cNvPr id="11" name="TextBox 10">
            <a:extLst>
              <a:ext uri="{FF2B5EF4-FFF2-40B4-BE49-F238E27FC236}">
                <a16:creationId xmlns:a16="http://schemas.microsoft.com/office/drawing/2014/main" id="{C87838D7-1A36-151D-D2DB-F84379915A79}"/>
              </a:ext>
            </a:extLst>
          </p:cNvPr>
          <p:cNvSpPr txBox="1"/>
          <p:nvPr/>
        </p:nvSpPr>
        <p:spPr>
          <a:xfrm>
            <a:off x="5845956" y="2527706"/>
            <a:ext cx="5151739" cy="523220"/>
          </a:xfrm>
          <a:prstGeom prst="rect">
            <a:avLst/>
          </a:prstGeom>
          <a:noFill/>
        </p:spPr>
        <p:txBody>
          <a:bodyPr wrap="square" rtlCol="0" anchor="ctr">
            <a:spAutoFit/>
          </a:bodyPr>
          <a:lstStyle/>
          <a:p>
            <a:pPr marL="171450" indent="-171450">
              <a:buFont typeface="Wingdings" panose="05000000000000000000" pitchFamily="2" charset="2"/>
              <a:buChar char="ü"/>
            </a:pPr>
            <a:r>
              <a:rPr lang="en-US" altLang="ko-KR" sz="1400" dirty="0">
                <a:solidFill>
                  <a:schemeClr val="bg1"/>
                </a:solidFill>
              </a:rPr>
              <a:t>COVID-19 a </a:t>
            </a:r>
            <a:r>
              <a:rPr lang="en-US" altLang="ko-KR" sz="1400" dirty="0" err="1">
                <a:solidFill>
                  <a:schemeClr val="bg1"/>
                </a:solidFill>
              </a:rPr>
              <a:t>fost</a:t>
            </a:r>
            <a:r>
              <a:rPr lang="en-US" altLang="ko-KR" sz="1400" dirty="0">
                <a:solidFill>
                  <a:schemeClr val="bg1"/>
                </a:solidFill>
              </a:rPr>
              <a:t> o </a:t>
            </a:r>
            <a:r>
              <a:rPr lang="en-US" altLang="ko-KR" sz="1400" dirty="0" err="1">
                <a:solidFill>
                  <a:schemeClr val="bg1"/>
                </a:solidFill>
              </a:rPr>
              <a:t>criză</a:t>
            </a:r>
            <a:r>
              <a:rPr lang="en-US" altLang="ko-KR" sz="1400" dirty="0">
                <a:solidFill>
                  <a:schemeClr val="bg1"/>
                </a:solidFill>
              </a:rPr>
              <a:t> </a:t>
            </a:r>
            <a:r>
              <a:rPr lang="en-US" altLang="ko-KR" sz="1400" dirty="0" err="1">
                <a:solidFill>
                  <a:schemeClr val="bg1"/>
                </a:solidFill>
              </a:rPr>
              <a:t>sanitară</a:t>
            </a:r>
            <a:r>
              <a:rPr lang="en-US" altLang="ko-KR" sz="1400" dirty="0">
                <a:solidFill>
                  <a:schemeClr val="bg1"/>
                </a:solidFill>
              </a:rPr>
              <a:t> </a:t>
            </a:r>
            <a:r>
              <a:rPr lang="en-US" altLang="ko-KR" sz="1400" dirty="0" err="1">
                <a:solidFill>
                  <a:schemeClr val="bg1"/>
                </a:solidFill>
              </a:rPr>
              <a:t>globală</a:t>
            </a:r>
            <a:r>
              <a:rPr lang="en-US" altLang="ko-KR" sz="1400" dirty="0">
                <a:solidFill>
                  <a:schemeClr val="bg1"/>
                </a:solidFill>
              </a:rPr>
              <a:t> </a:t>
            </a:r>
            <a:r>
              <a:rPr lang="en-US" altLang="ko-KR" sz="1400" dirty="0" err="1">
                <a:solidFill>
                  <a:schemeClr val="bg1"/>
                </a:solidFill>
              </a:rPr>
              <a:t>cauzată</a:t>
            </a:r>
            <a:r>
              <a:rPr lang="en-US" altLang="ko-KR" sz="1400" dirty="0">
                <a:solidFill>
                  <a:schemeClr val="bg1"/>
                </a:solidFill>
              </a:rPr>
              <a:t> de </a:t>
            </a:r>
            <a:r>
              <a:rPr lang="en-US" altLang="ko-KR" sz="1400" dirty="0" err="1">
                <a:solidFill>
                  <a:schemeClr val="bg1"/>
                </a:solidFill>
              </a:rPr>
              <a:t>virusul</a:t>
            </a:r>
            <a:r>
              <a:rPr lang="en-US" altLang="ko-KR" sz="1400" dirty="0">
                <a:solidFill>
                  <a:schemeClr val="bg1"/>
                </a:solidFill>
              </a:rPr>
              <a:t> SARS-CoV-2, </a:t>
            </a:r>
            <a:r>
              <a:rPr lang="en-US" altLang="ko-KR" sz="1400" dirty="0" err="1">
                <a:solidFill>
                  <a:schemeClr val="bg1"/>
                </a:solidFill>
              </a:rPr>
              <a:t>identificat</a:t>
            </a:r>
            <a:r>
              <a:rPr lang="en-US" altLang="ko-KR" sz="1400" dirty="0">
                <a:solidFill>
                  <a:schemeClr val="bg1"/>
                </a:solidFill>
              </a:rPr>
              <a:t> </a:t>
            </a:r>
            <a:r>
              <a:rPr lang="en-US" altLang="ko-KR" sz="1400" dirty="0" err="1">
                <a:solidFill>
                  <a:schemeClr val="bg1"/>
                </a:solidFill>
              </a:rPr>
              <a:t>în</a:t>
            </a:r>
            <a:r>
              <a:rPr lang="en-US" altLang="ko-KR" sz="1400" dirty="0">
                <a:solidFill>
                  <a:schemeClr val="bg1"/>
                </a:solidFill>
              </a:rPr>
              <a:t> </a:t>
            </a:r>
            <a:r>
              <a:rPr lang="en-US" altLang="ko-KR" sz="1400" dirty="0" err="1">
                <a:solidFill>
                  <a:schemeClr val="bg1"/>
                </a:solidFill>
              </a:rPr>
              <a:t>decembrie</a:t>
            </a:r>
            <a:r>
              <a:rPr lang="en-US" altLang="ko-KR" sz="1400" dirty="0">
                <a:solidFill>
                  <a:schemeClr val="bg1"/>
                </a:solidFill>
              </a:rPr>
              <a:t> 2019 </a:t>
            </a:r>
            <a:r>
              <a:rPr lang="en-US" altLang="ko-KR" sz="1400" dirty="0" err="1">
                <a:solidFill>
                  <a:schemeClr val="bg1"/>
                </a:solidFill>
              </a:rPr>
              <a:t>în</a:t>
            </a:r>
            <a:r>
              <a:rPr lang="en-US" altLang="ko-KR" sz="1400" dirty="0">
                <a:solidFill>
                  <a:schemeClr val="bg1"/>
                </a:solidFill>
              </a:rPr>
              <a:t> Wuhan, China.</a:t>
            </a:r>
            <a:endParaRPr lang="ko-KR" altLang="en-US" sz="1400" dirty="0">
              <a:solidFill>
                <a:schemeClr val="bg1"/>
              </a:solidFill>
              <a:cs typeface="Arial" pitchFamily="34" charset="0"/>
            </a:endParaRPr>
          </a:p>
        </p:txBody>
      </p:sp>
      <p:sp>
        <p:nvSpPr>
          <p:cNvPr id="12" name="TextBox 11">
            <a:extLst>
              <a:ext uri="{FF2B5EF4-FFF2-40B4-BE49-F238E27FC236}">
                <a16:creationId xmlns:a16="http://schemas.microsoft.com/office/drawing/2014/main" id="{B67BD955-52E8-B84C-9D42-A51CF78B2A6E}"/>
              </a:ext>
            </a:extLst>
          </p:cNvPr>
          <p:cNvSpPr txBox="1"/>
          <p:nvPr/>
        </p:nvSpPr>
        <p:spPr>
          <a:xfrm>
            <a:off x="5845955" y="1932201"/>
            <a:ext cx="5232722" cy="507831"/>
          </a:xfrm>
          <a:prstGeom prst="rect">
            <a:avLst/>
          </a:prstGeom>
          <a:noFill/>
        </p:spPr>
        <p:txBody>
          <a:bodyPr wrap="square" lIns="108000" rIns="108000" rtlCol="0">
            <a:spAutoFit/>
          </a:bodyPr>
          <a:lstStyle/>
          <a:p>
            <a:r>
              <a:rPr lang="en-US" altLang="ko-KR" sz="2700" b="1" dirty="0">
                <a:solidFill>
                  <a:schemeClr val="bg1"/>
                </a:solidFill>
                <a:cs typeface="Arial" pitchFamily="34" charset="0"/>
              </a:rPr>
              <a:t>O </a:t>
            </a:r>
            <a:r>
              <a:rPr lang="en-US" altLang="ko-KR" sz="2700" b="1" dirty="0" err="1">
                <a:solidFill>
                  <a:schemeClr val="bg1"/>
                </a:solidFill>
                <a:cs typeface="Arial" pitchFamily="34" charset="0"/>
              </a:rPr>
              <a:t>Criză</a:t>
            </a:r>
            <a:r>
              <a:rPr lang="en-US" altLang="ko-KR" sz="2700" b="1" dirty="0">
                <a:solidFill>
                  <a:schemeClr val="bg1"/>
                </a:solidFill>
                <a:cs typeface="Arial" pitchFamily="34" charset="0"/>
              </a:rPr>
              <a:t> </a:t>
            </a:r>
            <a:r>
              <a:rPr lang="en-US" altLang="ko-KR" sz="2700" b="1" dirty="0" err="1">
                <a:solidFill>
                  <a:schemeClr val="bg1"/>
                </a:solidFill>
                <a:cs typeface="Arial" pitchFamily="34" charset="0"/>
              </a:rPr>
              <a:t>Globală</a:t>
            </a:r>
            <a:endParaRPr lang="ko-KR" altLang="en-US" sz="2700" b="1" dirty="0">
              <a:solidFill>
                <a:schemeClr val="bg1"/>
              </a:solidFill>
              <a:cs typeface="Arial" pitchFamily="34" charset="0"/>
            </a:endParaRPr>
          </a:p>
        </p:txBody>
      </p:sp>
      <p:sp>
        <p:nvSpPr>
          <p:cNvPr id="13" name="TextBox 12">
            <a:extLst>
              <a:ext uri="{FF2B5EF4-FFF2-40B4-BE49-F238E27FC236}">
                <a16:creationId xmlns:a16="http://schemas.microsoft.com/office/drawing/2014/main" id="{BB36A5AA-D63A-2B39-A132-ADF82B00B4B2}"/>
              </a:ext>
            </a:extLst>
          </p:cNvPr>
          <p:cNvSpPr txBox="1"/>
          <p:nvPr/>
        </p:nvSpPr>
        <p:spPr>
          <a:xfrm>
            <a:off x="5845956" y="3898254"/>
            <a:ext cx="4980609" cy="738664"/>
          </a:xfrm>
          <a:prstGeom prst="rect">
            <a:avLst/>
          </a:prstGeom>
          <a:noFill/>
        </p:spPr>
        <p:txBody>
          <a:bodyPr wrap="square" rtlCol="0" anchor="ctr">
            <a:spAutoFit/>
          </a:bodyPr>
          <a:lstStyle/>
          <a:p>
            <a:pPr marL="171450" indent="-171450">
              <a:buFont typeface="Wingdings" panose="05000000000000000000" pitchFamily="2" charset="2"/>
              <a:buChar char="ü"/>
            </a:pPr>
            <a:r>
              <a:rPr lang="en-US" altLang="ko-KR" sz="1400" dirty="0">
                <a:solidFill>
                  <a:schemeClr val="bg1"/>
                </a:solidFill>
              </a:rPr>
              <a:t>Pandemia a </a:t>
            </a:r>
            <a:r>
              <a:rPr lang="en-US" altLang="ko-KR" sz="1400" dirty="0" err="1">
                <a:solidFill>
                  <a:schemeClr val="bg1"/>
                </a:solidFill>
              </a:rPr>
              <a:t>provocat</a:t>
            </a:r>
            <a:r>
              <a:rPr lang="en-US" altLang="ko-KR" sz="1400" dirty="0">
                <a:solidFill>
                  <a:schemeClr val="bg1"/>
                </a:solidFill>
              </a:rPr>
              <a:t> </a:t>
            </a:r>
            <a:r>
              <a:rPr lang="en-US" altLang="ko-KR" sz="1400" dirty="0" err="1">
                <a:solidFill>
                  <a:schemeClr val="bg1"/>
                </a:solidFill>
              </a:rPr>
              <a:t>perturbări</a:t>
            </a:r>
            <a:r>
              <a:rPr lang="en-US" altLang="ko-KR" sz="1400" dirty="0">
                <a:solidFill>
                  <a:schemeClr val="bg1"/>
                </a:solidFill>
              </a:rPr>
              <a:t> </a:t>
            </a:r>
            <a:r>
              <a:rPr lang="en-US" altLang="ko-KR" sz="1400" dirty="0" err="1">
                <a:solidFill>
                  <a:schemeClr val="bg1"/>
                </a:solidFill>
              </a:rPr>
              <a:t>majore</a:t>
            </a:r>
            <a:r>
              <a:rPr lang="en-US" altLang="ko-KR" sz="1400" dirty="0">
                <a:solidFill>
                  <a:schemeClr val="bg1"/>
                </a:solidFill>
              </a:rPr>
              <a:t>, </a:t>
            </a:r>
            <a:r>
              <a:rPr lang="en-US" altLang="ko-KR" sz="1400" dirty="0" err="1">
                <a:solidFill>
                  <a:schemeClr val="bg1"/>
                </a:solidFill>
              </a:rPr>
              <a:t>inclusiv</a:t>
            </a:r>
            <a:r>
              <a:rPr lang="en-US" altLang="ko-KR" sz="1400" dirty="0">
                <a:solidFill>
                  <a:schemeClr val="bg1"/>
                </a:solidFill>
              </a:rPr>
              <a:t> </a:t>
            </a:r>
            <a:r>
              <a:rPr lang="en-US" altLang="ko-KR" sz="1400" dirty="0" err="1">
                <a:solidFill>
                  <a:schemeClr val="bg1"/>
                </a:solidFill>
              </a:rPr>
              <a:t>cea</a:t>
            </a:r>
            <a:r>
              <a:rPr lang="en-US" altLang="ko-KR" sz="1400" dirty="0">
                <a:solidFill>
                  <a:schemeClr val="bg1"/>
                </a:solidFill>
              </a:rPr>
              <a:t> </a:t>
            </a:r>
            <a:r>
              <a:rPr lang="en-US" altLang="ko-KR" sz="1400" dirty="0" err="1">
                <a:solidFill>
                  <a:schemeClr val="bg1"/>
                </a:solidFill>
              </a:rPr>
              <a:t>mai</a:t>
            </a:r>
            <a:r>
              <a:rPr lang="en-US" altLang="ko-KR" sz="1400" dirty="0">
                <a:solidFill>
                  <a:schemeClr val="bg1"/>
                </a:solidFill>
              </a:rPr>
              <a:t> mare </a:t>
            </a:r>
            <a:r>
              <a:rPr lang="en-US" altLang="ko-KR" sz="1400" dirty="0" err="1">
                <a:solidFill>
                  <a:schemeClr val="bg1"/>
                </a:solidFill>
              </a:rPr>
              <a:t>recesiune</a:t>
            </a:r>
            <a:r>
              <a:rPr lang="en-US" altLang="ko-KR" sz="1400" dirty="0">
                <a:solidFill>
                  <a:schemeClr val="bg1"/>
                </a:solidFill>
              </a:rPr>
              <a:t> de la Marea </a:t>
            </a:r>
            <a:r>
              <a:rPr lang="en-US" altLang="ko-KR" sz="1400" dirty="0" err="1">
                <a:solidFill>
                  <a:schemeClr val="bg1"/>
                </a:solidFill>
              </a:rPr>
              <a:t>Depresiune</a:t>
            </a:r>
            <a:r>
              <a:rPr lang="en-US" altLang="ko-KR" sz="1400" dirty="0">
                <a:solidFill>
                  <a:schemeClr val="bg1"/>
                </a:solidFill>
              </a:rPr>
              <a:t>. </a:t>
            </a:r>
            <a:r>
              <a:rPr lang="en-US" altLang="ko-KR" sz="1400" dirty="0" err="1">
                <a:solidFill>
                  <a:schemeClr val="bg1"/>
                </a:solidFill>
              </a:rPr>
              <a:t>În</a:t>
            </a:r>
            <a:r>
              <a:rPr lang="en-US" altLang="ko-KR" sz="1400" dirty="0">
                <a:solidFill>
                  <a:schemeClr val="bg1"/>
                </a:solidFill>
              </a:rPr>
              <a:t> </a:t>
            </a:r>
            <a:r>
              <a:rPr lang="en-US" altLang="ko-KR" sz="1400" dirty="0" err="1">
                <a:solidFill>
                  <a:schemeClr val="bg1"/>
                </a:solidFill>
              </a:rPr>
              <a:t>același</a:t>
            </a:r>
            <a:r>
              <a:rPr lang="en-US" altLang="ko-KR" sz="1400" dirty="0">
                <a:solidFill>
                  <a:schemeClr val="bg1"/>
                </a:solidFill>
              </a:rPr>
              <a:t> </a:t>
            </a:r>
            <a:r>
              <a:rPr lang="en-US" altLang="ko-KR" sz="1400" dirty="0" err="1">
                <a:solidFill>
                  <a:schemeClr val="bg1"/>
                </a:solidFill>
              </a:rPr>
              <a:t>timp</a:t>
            </a:r>
            <a:r>
              <a:rPr lang="en-US" altLang="ko-KR" sz="1400" dirty="0">
                <a:solidFill>
                  <a:schemeClr val="bg1"/>
                </a:solidFill>
              </a:rPr>
              <a:t>, </a:t>
            </a:r>
            <a:r>
              <a:rPr lang="en-US" altLang="ko-KR" sz="1400" dirty="0" err="1">
                <a:solidFill>
                  <a:schemeClr val="bg1"/>
                </a:solidFill>
              </a:rPr>
              <a:t>rețelele</a:t>
            </a:r>
            <a:r>
              <a:rPr lang="en-US" altLang="ko-KR" sz="1400" dirty="0">
                <a:solidFill>
                  <a:schemeClr val="bg1"/>
                </a:solidFill>
              </a:rPr>
              <a:t> </a:t>
            </a:r>
            <a:r>
              <a:rPr lang="en-US" altLang="ko-KR" sz="1400" dirty="0" err="1">
                <a:solidFill>
                  <a:schemeClr val="bg1"/>
                </a:solidFill>
              </a:rPr>
              <a:t>sociale</a:t>
            </a:r>
            <a:r>
              <a:rPr lang="en-US" altLang="ko-KR" sz="1400" dirty="0">
                <a:solidFill>
                  <a:schemeClr val="bg1"/>
                </a:solidFill>
              </a:rPr>
              <a:t> </a:t>
            </a:r>
            <a:r>
              <a:rPr lang="en-US" altLang="ko-KR" sz="1400" dirty="0" err="1">
                <a:solidFill>
                  <a:schemeClr val="bg1"/>
                </a:solidFill>
              </a:rPr>
              <a:t>și</a:t>
            </a:r>
            <a:r>
              <a:rPr lang="en-US" altLang="ko-KR" sz="1400" dirty="0">
                <a:solidFill>
                  <a:schemeClr val="bg1"/>
                </a:solidFill>
              </a:rPr>
              <a:t> mass-media au </a:t>
            </a:r>
            <a:r>
              <a:rPr lang="en-US" altLang="ko-KR" sz="1400" dirty="0" err="1">
                <a:solidFill>
                  <a:schemeClr val="bg1"/>
                </a:solidFill>
              </a:rPr>
              <a:t>amplificat</a:t>
            </a:r>
            <a:r>
              <a:rPr lang="en-US" altLang="ko-KR" sz="1400" dirty="0">
                <a:solidFill>
                  <a:schemeClr val="bg1"/>
                </a:solidFill>
              </a:rPr>
              <a:t> </a:t>
            </a:r>
            <a:r>
              <a:rPr lang="en-US" altLang="ko-KR" sz="1400" dirty="0" err="1">
                <a:solidFill>
                  <a:schemeClr val="bg1"/>
                </a:solidFill>
              </a:rPr>
              <a:t>dezinformarea</a:t>
            </a:r>
            <a:r>
              <a:rPr lang="en-US" altLang="ko-KR" sz="1400" dirty="0">
                <a:solidFill>
                  <a:schemeClr val="bg1"/>
                </a:solidFill>
              </a:rPr>
              <a:t>.</a:t>
            </a:r>
            <a:endParaRPr lang="ko-KR" altLang="en-US" sz="1400" dirty="0">
              <a:solidFill>
                <a:schemeClr val="bg1"/>
              </a:solidFill>
              <a:cs typeface="Arial" pitchFamily="34" charset="0"/>
            </a:endParaRPr>
          </a:p>
        </p:txBody>
      </p:sp>
      <p:sp>
        <p:nvSpPr>
          <p:cNvPr id="14" name="TextBox 13">
            <a:extLst>
              <a:ext uri="{FF2B5EF4-FFF2-40B4-BE49-F238E27FC236}">
                <a16:creationId xmlns:a16="http://schemas.microsoft.com/office/drawing/2014/main" id="{E47BDCE0-35F9-2EE3-1CBC-6C08ACAC9D32}"/>
              </a:ext>
            </a:extLst>
          </p:cNvPr>
          <p:cNvSpPr txBox="1"/>
          <p:nvPr/>
        </p:nvSpPr>
        <p:spPr>
          <a:xfrm>
            <a:off x="5845955" y="3266942"/>
            <a:ext cx="5463274" cy="507831"/>
          </a:xfrm>
          <a:prstGeom prst="rect">
            <a:avLst/>
          </a:prstGeom>
          <a:noFill/>
        </p:spPr>
        <p:txBody>
          <a:bodyPr wrap="square" lIns="108000" rIns="108000" rtlCol="0">
            <a:spAutoFit/>
          </a:bodyPr>
          <a:lstStyle/>
          <a:p>
            <a:r>
              <a:rPr lang="en-US" altLang="ko-KR" sz="2700" b="1" dirty="0">
                <a:solidFill>
                  <a:schemeClr val="bg1"/>
                </a:solidFill>
                <a:cs typeface="Arial" pitchFamily="34" charset="0"/>
              </a:rPr>
              <a:t>Impact Social </a:t>
            </a:r>
            <a:r>
              <a:rPr lang="en-US" altLang="ko-KR" sz="2700" b="1" dirty="0" err="1">
                <a:solidFill>
                  <a:schemeClr val="bg1"/>
                </a:solidFill>
                <a:cs typeface="Arial" pitchFamily="34" charset="0"/>
              </a:rPr>
              <a:t>și</a:t>
            </a:r>
            <a:r>
              <a:rPr lang="en-US" altLang="ko-KR" sz="2700" b="1" dirty="0">
                <a:solidFill>
                  <a:schemeClr val="bg1"/>
                </a:solidFill>
                <a:cs typeface="Arial" pitchFamily="34" charset="0"/>
              </a:rPr>
              <a:t> Economic</a:t>
            </a:r>
            <a:endParaRPr lang="ko-KR" altLang="en-US" sz="2700" b="1" dirty="0">
              <a:solidFill>
                <a:schemeClr val="bg1"/>
              </a:solidFill>
              <a:cs typeface="Arial" pitchFamily="34" charset="0"/>
            </a:endParaRPr>
          </a:p>
        </p:txBody>
      </p:sp>
      <p:sp>
        <p:nvSpPr>
          <p:cNvPr id="15" name="TextBox 14">
            <a:extLst>
              <a:ext uri="{FF2B5EF4-FFF2-40B4-BE49-F238E27FC236}">
                <a16:creationId xmlns:a16="http://schemas.microsoft.com/office/drawing/2014/main" id="{30B24A37-2385-FFBD-024F-F0C63BBCE7C5}"/>
              </a:ext>
            </a:extLst>
          </p:cNvPr>
          <p:cNvSpPr txBox="1"/>
          <p:nvPr/>
        </p:nvSpPr>
        <p:spPr>
          <a:xfrm>
            <a:off x="5845955" y="5376524"/>
            <a:ext cx="4980609" cy="738664"/>
          </a:xfrm>
          <a:prstGeom prst="rect">
            <a:avLst/>
          </a:prstGeom>
          <a:noFill/>
        </p:spPr>
        <p:txBody>
          <a:bodyPr wrap="square" rtlCol="0" anchor="ctr">
            <a:spAutoFit/>
          </a:bodyPr>
          <a:lstStyle/>
          <a:p>
            <a:pPr marL="171450" indent="-171450">
              <a:buFont typeface="Wingdings" panose="05000000000000000000" pitchFamily="2" charset="2"/>
              <a:buChar char="ü"/>
            </a:pPr>
            <a:r>
              <a:rPr lang="en-US" altLang="ko-KR" sz="1400" dirty="0" err="1">
                <a:solidFill>
                  <a:schemeClr val="bg1"/>
                </a:solidFill>
              </a:rPr>
              <a:t>Criza</a:t>
            </a:r>
            <a:r>
              <a:rPr lang="en-US" altLang="ko-KR" sz="1400" dirty="0">
                <a:solidFill>
                  <a:schemeClr val="bg1"/>
                </a:solidFill>
              </a:rPr>
              <a:t> COVID-19 a </a:t>
            </a:r>
            <a:r>
              <a:rPr lang="en-US" altLang="ko-KR" sz="1400" dirty="0" err="1">
                <a:solidFill>
                  <a:schemeClr val="bg1"/>
                </a:solidFill>
              </a:rPr>
              <a:t>fost</a:t>
            </a:r>
            <a:r>
              <a:rPr lang="en-US" altLang="ko-KR" sz="1400" dirty="0">
                <a:solidFill>
                  <a:schemeClr val="bg1"/>
                </a:solidFill>
              </a:rPr>
              <a:t> </a:t>
            </a:r>
            <a:r>
              <a:rPr lang="en-US" altLang="ko-KR" sz="1400" dirty="0" err="1">
                <a:solidFill>
                  <a:schemeClr val="bg1"/>
                </a:solidFill>
              </a:rPr>
              <a:t>însoțită</a:t>
            </a:r>
            <a:r>
              <a:rPr lang="en-US" altLang="ko-KR" sz="1400" dirty="0">
                <a:solidFill>
                  <a:schemeClr val="bg1"/>
                </a:solidFill>
              </a:rPr>
              <a:t> de o „</a:t>
            </a:r>
            <a:r>
              <a:rPr lang="en-US" altLang="ko-KR" sz="1400" dirty="0" err="1">
                <a:solidFill>
                  <a:schemeClr val="bg1"/>
                </a:solidFill>
              </a:rPr>
              <a:t>pandemie</a:t>
            </a:r>
            <a:r>
              <a:rPr lang="en-US" altLang="ko-KR" sz="1400" dirty="0">
                <a:solidFill>
                  <a:schemeClr val="bg1"/>
                </a:solidFill>
              </a:rPr>
              <a:t> de </a:t>
            </a:r>
            <a:r>
              <a:rPr lang="en-US" altLang="ko-KR" sz="1400" dirty="0" err="1">
                <a:solidFill>
                  <a:schemeClr val="bg1"/>
                </a:solidFill>
              </a:rPr>
              <a:t>dezinformare</a:t>
            </a:r>
            <a:r>
              <a:rPr lang="en-US" altLang="ko-KR" sz="1400" dirty="0">
                <a:solidFill>
                  <a:schemeClr val="bg1"/>
                </a:solidFill>
              </a:rPr>
              <a:t>.” </a:t>
            </a:r>
            <a:r>
              <a:rPr lang="en-US" altLang="ko-KR" sz="1400" dirty="0" err="1">
                <a:solidFill>
                  <a:schemeClr val="bg1"/>
                </a:solidFill>
              </a:rPr>
              <a:t>Teoriile</a:t>
            </a:r>
            <a:r>
              <a:rPr lang="en-US" altLang="ko-KR" sz="1400" dirty="0">
                <a:solidFill>
                  <a:schemeClr val="bg1"/>
                </a:solidFill>
              </a:rPr>
              <a:t> </a:t>
            </a:r>
            <a:r>
              <a:rPr lang="en-US" altLang="ko-KR" sz="1400" dirty="0" err="1">
                <a:solidFill>
                  <a:schemeClr val="bg1"/>
                </a:solidFill>
              </a:rPr>
              <a:t>conspirației</a:t>
            </a:r>
            <a:r>
              <a:rPr lang="en-US" altLang="ko-KR" sz="1400" dirty="0">
                <a:solidFill>
                  <a:schemeClr val="bg1"/>
                </a:solidFill>
              </a:rPr>
              <a:t> </a:t>
            </a:r>
            <a:r>
              <a:rPr lang="en-US" altLang="ko-KR" sz="1400" dirty="0" err="1">
                <a:solidFill>
                  <a:schemeClr val="bg1"/>
                </a:solidFill>
              </a:rPr>
              <a:t>despre</a:t>
            </a:r>
            <a:r>
              <a:rPr lang="en-US" altLang="ko-KR" sz="1400" dirty="0">
                <a:solidFill>
                  <a:schemeClr val="bg1"/>
                </a:solidFill>
              </a:rPr>
              <a:t> </a:t>
            </a:r>
            <a:r>
              <a:rPr lang="en-US" altLang="ko-KR" sz="1400" dirty="0" err="1">
                <a:solidFill>
                  <a:schemeClr val="bg1"/>
                </a:solidFill>
              </a:rPr>
              <a:t>originea</a:t>
            </a:r>
            <a:r>
              <a:rPr lang="en-US" altLang="ko-KR" sz="1400" dirty="0">
                <a:solidFill>
                  <a:schemeClr val="bg1"/>
                </a:solidFill>
              </a:rPr>
              <a:t> </a:t>
            </a:r>
            <a:r>
              <a:rPr lang="en-US" altLang="ko-KR" sz="1400" dirty="0" err="1">
                <a:solidFill>
                  <a:schemeClr val="bg1"/>
                </a:solidFill>
              </a:rPr>
              <a:t>și</a:t>
            </a:r>
            <a:r>
              <a:rPr lang="en-US" altLang="ko-KR" sz="1400" dirty="0">
                <a:solidFill>
                  <a:schemeClr val="bg1"/>
                </a:solidFill>
              </a:rPr>
              <a:t> </a:t>
            </a:r>
            <a:r>
              <a:rPr lang="en-US" altLang="ko-KR" sz="1400" dirty="0" err="1">
                <a:solidFill>
                  <a:schemeClr val="bg1"/>
                </a:solidFill>
              </a:rPr>
              <a:t>efectele</a:t>
            </a:r>
            <a:r>
              <a:rPr lang="en-US" altLang="ko-KR" sz="1400" dirty="0">
                <a:solidFill>
                  <a:schemeClr val="bg1"/>
                </a:solidFill>
              </a:rPr>
              <a:t> </a:t>
            </a:r>
            <a:r>
              <a:rPr lang="en-US" altLang="ko-KR" sz="1400" dirty="0" err="1">
                <a:solidFill>
                  <a:schemeClr val="bg1"/>
                </a:solidFill>
              </a:rPr>
              <a:t>virusului</a:t>
            </a:r>
            <a:r>
              <a:rPr lang="en-US" altLang="ko-KR" sz="1400" dirty="0">
                <a:solidFill>
                  <a:schemeClr val="bg1"/>
                </a:solidFill>
              </a:rPr>
              <a:t> s-au </a:t>
            </a:r>
            <a:r>
              <a:rPr lang="en-US" altLang="ko-KR" sz="1400" dirty="0" err="1">
                <a:solidFill>
                  <a:schemeClr val="bg1"/>
                </a:solidFill>
              </a:rPr>
              <a:t>răspândit</a:t>
            </a:r>
            <a:r>
              <a:rPr lang="en-US" altLang="ko-KR" sz="1400" dirty="0">
                <a:solidFill>
                  <a:schemeClr val="bg1"/>
                </a:solidFill>
              </a:rPr>
              <a:t> rapid, </a:t>
            </a:r>
            <a:r>
              <a:rPr lang="en-US" altLang="ko-KR" sz="1400" dirty="0" err="1">
                <a:solidFill>
                  <a:schemeClr val="bg1"/>
                </a:solidFill>
              </a:rPr>
              <a:t>generând</a:t>
            </a:r>
            <a:r>
              <a:rPr lang="en-US" altLang="ko-KR" sz="1400" dirty="0">
                <a:solidFill>
                  <a:schemeClr val="bg1"/>
                </a:solidFill>
              </a:rPr>
              <a:t> </a:t>
            </a:r>
            <a:r>
              <a:rPr lang="en-US" altLang="ko-KR" sz="1400" dirty="0" err="1">
                <a:solidFill>
                  <a:schemeClr val="bg1"/>
                </a:solidFill>
              </a:rPr>
              <a:t>frică</a:t>
            </a:r>
            <a:r>
              <a:rPr lang="en-US" altLang="ko-KR" sz="1400" dirty="0">
                <a:solidFill>
                  <a:schemeClr val="bg1"/>
                </a:solidFill>
              </a:rPr>
              <a:t> </a:t>
            </a:r>
            <a:r>
              <a:rPr lang="en-US" altLang="ko-KR" sz="1400" dirty="0" err="1">
                <a:solidFill>
                  <a:schemeClr val="bg1"/>
                </a:solidFill>
              </a:rPr>
              <a:t>și</a:t>
            </a:r>
            <a:r>
              <a:rPr lang="en-US" altLang="ko-KR" sz="1400" dirty="0">
                <a:solidFill>
                  <a:schemeClr val="bg1"/>
                </a:solidFill>
              </a:rPr>
              <a:t> </a:t>
            </a:r>
            <a:r>
              <a:rPr lang="en-US" altLang="ko-KR" sz="1400" dirty="0" err="1">
                <a:solidFill>
                  <a:schemeClr val="bg1"/>
                </a:solidFill>
              </a:rPr>
              <a:t>confuzie</a:t>
            </a:r>
            <a:r>
              <a:rPr lang="en-US" altLang="ko-KR" sz="1400" dirty="0">
                <a:solidFill>
                  <a:schemeClr val="bg1"/>
                </a:solidFill>
              </a:rPr>
              <a:t>.</a:t>
            </a:r>
            <a:endParaRPr lang="ko-KR" altLang="en-US" sz="1400" dirty="0">
              <a:solidFill>
                <a:schemeClr val="bg1"/>
              </a:solidFill>
              <a:cs typeface="Arial" pitchFamily="34" charset="0"/>
            </a:endParaRPr>
          </a:p>
        </p:txBody>
      </p:sp>
      <p:sp>
        <p:nvSpPr>
          <p:cNvPr id="16" name="TextBox 15">
            <a:extLst>
              <a:ext uri="{FF2B5EF4-FFF2-40B4-BE49-F238E27FC236}">
                <a16:creationId xmlns:a16="http://schemas.microsoft.com/office/drawing/2014/main" id="{90BD4B0B-DB97-9A40-1709-DAB7C4F7BDC4}"/>
              </a:ext>
            </a:extLst>
          </p:cNvPr>
          <p:cNvSpPr txBox="1"/>
          <p:nvPr/>
        </p:nvSpPr>
        <p:spPr>
          <a:xfrm>
            <a:off x="5845956" y="4793503"/>
            <a:ext cx="4507692" cy="507831"/>
          </a:xfrm>
          <a:prstGeom prst="rect">
            <a:avLst/>
          </a:prstGeom>
          <a:noFill/>
        </p:spPr>
        <p:txBody>
          <a:bodyPr wrap="square" lIns="108000" rIns="108000" rtlCol="0">
            <a:spAutoFit/>
          </a:bodyPr>
          <a:lstStyle/>
          <a:p>
            <a:r>
              <a:rPr lang="en-US" altLang="ko-KR" sz="2700" b="1" dirty="0">
                <a:solidFill>
                  <a:schemeClr val="bg1"/>
                </a:solidFill>
                <a:cs typeface="Arial" pitchFamily="34" charset="0"/>
              </a:rPr>
              <a:t>Pandemia </a:t>
            </a:r>
            <a:r>
              <a:rPr lang="en-US" altLang="ko-KR" sz="2700" b="1" dirty="0" err="1">
                <a:solidFill>
                  <a:schemeClr val="bg1"/>
                </a:solidFill>
                <a:cs typeface="Arial" pitchFamily="34" charset="0"/>
              </a:rPr>
              <a:t>Dezinformării</a:t>
            </a:r>
            <a:endParaRPr lang="ko-KR" altLang="en-US" sz="2700" b="1" dirty="0">
              <a:solidFill>
                <a:schemeClr val="bg1"/>
              </a:solidFill>
              <a:cs typeface="Arial" pitchFamily="34" charset="0"/>
            </a:endParaRPr>
          </a:p>
        </p:txBody>
      </p:sp>
      <p:grpSp>
        <p:nvGrpSpPr>
          <p:cNvPr id="17" name="Graphic 183">
            <a:extLst>
              <a:ext uri="{FF2B5EF4-FFF2-40B4-BE49-F238E27FC236}">
                <a16:creationId xmlns:a16="http://schemas.microsoft.com/office/drawing/2014/main" id="{727DB8FF-4E3C-5AF4-AFA7-685751371A20}"/>
              </a:ext>
            </a:extLst>
          </p:cNvPr>
          <p:cNvGrpSpPr/>
          <p:nvPr/>
        </p:nvGrpSpPr>
        <p:grpSpPr>
          <a:xfrm>
            <a:off x="671750" y="2400935"/>
            <a:ext cx="3095578" cy="4220844"/>
            <a:chOff x="9397278" y="544131"/>
            <a:chExt cx="2419222" cy="3434715"/>
          </a:xfrm>
        </p:grpSpPr>
        <p:sp>
          <p:nvSpPr>
            <p:cNvPr id="18" name="Freeform: Shape 17">
              <a:extLst>
                <a:ext uri="{FF2B5EF4-FFF2-40B4-BE49-F238E27FC236}">
                  <a16:creationId xmlns:a16="http://schemas.microsoft.com/office/drawing/2014/main" id="{412D29E5-1DB7-19A1-F000-1A663F286907}"/>
                </a:ext>
              </a:extLst>
            </p:cNvPr>
            <p:cNvSpPr/>
            <p:nvPr/>
          </p:nvSpPr>
          <p:spPr>
            <a:xfrm>
              <a:off x="10239416" y="544350"/>
              <a:ext cx="1362409" cy="1719888"/>
            </a:xfrm>
            <a:custGeom>
              <a:avLst/>
              <a:gdLst>
                <a:gd name="connsiteX0" fmla="*/ 1291687 w 1362409"/>
                <a:gd name="connsiteY0" fmla="*/ 708119 h 1719888"/>
                <a:gd name="connsiteX1" fmla="*/ 1337534 w 1362409"/>
                <a:gd name="connsiteY1" fmla="*/ 514033 h 1719888"/>
                <a:gd name="connsiteX2" fmla="*/ 1359693 w 1362409"/>
                <a:gd name="connsiteY2" fmla="*/ 360063 h 1719888"/>
                <a:gd name="connsiteX3" fmla="*/ 1290540 w 1362409"/>
                <a:gd name="connsiteY3" fmla="*/ 206857 h 1719888"/>
                <a:gd name="connsiteX4" fmla="*/ 1237434 w 1362409"/>
                <a:gd name="connsiteY4" fmla="*/ 146110 h 1719888"/>
                <a:gd name="connsiteX5" fmla="*/ 1217949 w 1362409"/>
                <a:gd name="connsiteY5" fmla="*/ 141525 h 1719888"/>
                <a:gd name="connsiteX6" fmla="*/ 1217185 w 1362409"/>
                <a:gd name="connsiteY6" fmla="*/ 158718 h 1719888"/>
                <a:gd name="connsiteX7" fmla="*/ 1221006 w 1362409"/>
                <a:gd name="connsiteY7" fmla="*/ 177057 h 1719888"/>
                <a:gd name="connsiteX8" fmla="*/ 1154527 w 1362409"/>
                <a:gd name="connsiteY8" fmla="*/ 201890 h 1719888"/>
                <a:gd name="connsiteX9" fmla="*/ 1086521 w 1362409"/>
                <a:gd name="connsiteY9" fmla="*/ 181641 h 1719888"/>
                <a:gd name="connsiteX10" fmla="*/ 916122 w 1362409"/>
                <a:gd name="connsiteY10" fmla="*/ 71608 h 1719888"/>
                <a:gd name="connsiteX11" fmla="*/ 803796 w 1362409"/>
                <a:gd name="connsiteY11" fmla="*/ 30346 h 1719888"/>
                <a:gd name="connsiteX12" fmla="*/ 662817 w 1362409"/>
                <a:gd name="connsiteY12" fmla="*/ 2837 h 1719888"/>
                <a:gd name="connsiteX13" fmla="*/ 468348 w 1362409"/>
                <a:gd name="connsiteY13" fmla="*/ 2455 h 1719888"/>
                <a:gd name="connsiteX14" fmla="*/ 419827 w 1362409"/>
                <a:gd name="connsiteY14" fmla="*/ 11243 h 1719888"/>
                <a:gd name="connsiteX15" fmla="*/ 412568 w 1362409"/>
                <a:gd name="connsiteY15" fmla="*/ 16591 h 1719888"/>
                <a:gd name="connsiteX16" fmla="*/ 418298 w 1362409"/>
                <a:gd name="connsiteY16" fmla="*/ 24997 h 1719888"/>
                <a:gd name="connsiteX17" fmla="*/ 451156 w 1362409"/>
                <a:gd name="connsiteY17" fmla="*/ 33020 h 1719888"/>
                <a:gd name="connsiteX18" fmla="*/ 523747 w 1362409"/>
                <a:gd name="connsiteY18" fmla="*/ 36077 h 1719888"/>
                <a:gd name="connsiteX19" fmla="*/ 549345 w 1362409"/>
                <a:gd name="connsiteY19" fmla="*/ 47156 h 1719888"/>
                <a:gd name="connsiteX20" fmla="*/ 528332 w 1362409"/>
                <a:gd name="connsiteY20" fmla="*/ 58618 h 1719888"/>
                <a:gd name="connsiteX21" fmla="*/ 516488 w 1362409"/>
                <a:gd name="connsiteY21" fmla="*/ 63585 h 1719888"/>
                <a:gd name="connsiteX22" fmla="*/ 297186 w 1362409"/>
                <a:gd name="connsiteY22" fmla="*/ 85362 h 1719888"/>
                <a:gd name="connsiteX23" fmla="*/ 134810 w 1362409"/>
                <a:gd name="connsiteY23" fmla="*/ 126243 h 1719888"/>
                <a:gd name="connsiteX24" fmla="*/ 12551 w 1362409"/>
                <a:gd name="connsiteY24" fmla="*/ 195777 h 1719888"/>
                <a:gd name="connsiteX25" fmla="*/ 707 w 1362409"/>
                <a:gd name="connsiteY25" fmla="*/ 213352 h 1719888"/>
                <a:gd name="connsiteX26" fmla="*/ 21339 w 1362409"/>
                <a:gd name="connsiteY26" fmla="*/ 216791 h 1719888"/>
                <a:gd name="connsiteX27" fmla="*/ 28980 w 1362409"/>
                <a:gd name="connsiteY27" fmla="*/ 215645 h 1719888"/>
                <a:gd name="connsiteX28" fmla="*/ 105392 w 1362409"/>
                <a:gd name="connsiteY28" fmla="*/ 189664 h 1719888"/>
                <a:gd name="connsiteX29" fmla="*/ 160026 w 1362409"/>
                <a:gd name="connsiteY29" fmla="*/ 177439 h 1719888"/>
                <a:gd name="connsiteX30" fmla="*/ 174544 w 1362409"/>
                <a:gd name="connsiteY30" fmla="*/ 183169 h 1719888"/>
                <a:gd name="connsiteX31" fmla="*/ 165757 w 1362409"/>
                <a:gd name="connsiteY31" fmla="*/ 195395 h 1719888"/>
                <a:gd name="connsiteX32" fmla="*/ 146272 w 1362409"/>
                <a:gd name="connsiteY32" fmla="*/ 206857 h 1719888"/>
                <a:gd name="connsiteX33" fmla="*/ 32800 w 1362409"/>
                <a:gd name="connsiteY33" fmla="*/ 303518 h 1719888"/>
                <a:gd name="connsiteX34" fmla="*/ 26687 w 1362409"/>
                <a:gd name="connsiteY34" fmla="*/ 323767 h 1719888"/>
                <a:gd name="connsiteX35" fmla="*/ 46937 w 1362409"/>
                <a:gd name="connsiteY35" fmla="*/ 319947 h 1719888"/>
                <a:gd name="connsiteX36" fmla="*/ 62601 w 1362409"/>
                <a:gd name="connsiteY36" fmla="*/ 309631 h 1719888"/>
                <a:gd name="connsiteX37" fmla="*/ 115325 w 1362409"/>
                <a:gd name="connsiteY37" fmla="*/ 314216 h 1719888"/>
                <a:gd name="connsiteX38" fmla="*/ 137103 w 1362409"/>
                <a:gd name="connsiteY38" fmla="*/ 357771 h 1719888"/>
                <a:gd name="connsiteX39" fmla="*/ 175308 w 1362409"/>
                <a:gd name="connsiteY39" fmla="*/ 461691 h 1719888"/>
                <a:gd name="connsiteX40" fmla="*/ 220392 w 1362409"/>
                <a:gd name="connsiteY40" fmla="*/ 614515 h 1719888"/>
                <a:gd name="connsiteX41" fmla="*/ 221538 w 1362409"/>
                <a:gd name="connsiteY41" fmla="*/ 704299 h 1719888"/>
                <a:gd name="connsiteX42" fmla="*/ 221538 w 1362409"/>
                <a:gd name="connsiteY42" fmla="*/ 704299 h 1719888"/>
                <a:gd name="connsiteX43" fmla="*/ 221538 w 1362409"/>
                <a:gd name="connsiteY43" fmla="*/ 704299 h 1719888"/>
                <a:gd name="connsiteX44" fmla="*/ 160026 w 1362409"/>
                <a:gd name="connsiteY44" fmla="*/ 743651 h 1719888"/>
                <a:gd name="connsiteX45" fmla="*/ 152003 w 1362409"/>
                <a:gd name="connsiteY45" fmla="*/ 850246 h 1719888"/>
                <a:gd name="connsiteX46" fmla="*/ 197086 w 1362409"/>
                <a:gd name="connsiteY46" fmla="*/ 929714 h 1719888"/>
                <a:gd name="connsiteX47" fmla="*/ 226887 w 1362409"/>
                <a:gd name="connsiteY47" fmla="*/ 950345 h 1719888"/>
                <a:gd name="connsiteX48" fmla="*/ 251338 w 1362409"/>
                <a:gd name="connsiteY48" fmla="*/ 1020262 h 1719888"/>
                <a:gd name="connsiteX49" fmla="*/ 633780 w 1362409"/>
                <a:gd name="connsiteY49" fmla="*/ 1386275 h 1719888"/>
                <a:gd name="connsiteX50" fmla="*/ 634544 w 1362409"/>
                <a:gd name="connsiteY50" fmla="*/ 1484465 h 1719888"/>
                <a:gd name="connsiteX51" fmla="*/ 588315 w 1362409"/>
                <a:gd name="connsiteY51" fmla="*/ 1569664 h 1719888"/>
                <a:gd name="connsiteX52" fmla="*/ 585258 w 1362409"/>
                <a:gd name="connsiteY52" fmla="*/ 1601375 h 1719888"/>
                <a:gd name="connsiteX53" fmla="*/ 652119 w 1362409"/>
                <a:gd name="connsiteY53" fmla="*/ 1717903 h 1719888"/>
                <a:gd name="connsiteX54" fmla="*/ 835890 w 1362409"/>
                <a:gd name="connsiteY54" fmla="*/ 1719431 h 1719888"/>
                <a:gd name="connsiteX55" fmla="*/ 915358 w 1362409"/>
                <a:gd name="connsiteY55" fmla="*/ 1592970 h 1719888"/>
                <a:gd name="connsiteX56" fmla="*/ 909627 w 1362409"/>
                <a:gd name="connsiteY56" fmla="*/ 1565461 h 1719888"/>
                <a:gd name="connsiteX57" fmla="*/ 875242 w 1362409"/>
                <a:gd name="connsiteY57" fmla="*/ 1516176 h 1719888"/>
                <a:gd name="connsiteX58" fmla="*/ 865690 w 1362409"/>
                <a:gd name="connsiteY58" fmla="*/ 1387039 h 1719888"/>
                <a:gd name="connsiteX59" fmla="*/ 1090341 w 1362409"/>
                <a:gd name="connsiteY59" fmla="*/ 1274332 h 1719888"/>
                <a:gd name="connsiteX60" fmla="*/ 1191205 w 1362409"/>
                <a:gd name="connsiteY60" fmla="*/ 1166973 h 1719888"/>
                <a:gd name="connsiteX61" fmla="*/ 1263414 w 1362409"/>
                <a:gd name="connsiteY61" fmla="*/ 956840 h 1719888"/>
                <a:gd name="connsiteX62" fmla="*/ 1263414 w 1362409"/>
                <a:gd name="connsiteY62" fmla="*/ 956840 h 1719888"/>
                <a:gd name="connsiteX63" fmla="*/ 1338298 w 1362409"/>
                <a:gd name="connsiteY63" fmla="*/ 861325 h 1719888"/>
                <a:gd name="connsiteX64" fmla="*/ 1344029 w 1362409"/>
                <a:gd name="connsiteY64" fmla="*/ 791790 h 1719888"/>
                <a:gd name="connsiteX65" fmla="*/ 1291687 w 1362409"/>
                <a:gd name="connsiteY65" fmla="*/ 708119 h 1719888"/>
                <a:gd name="connsiteX66" fmla="*/ 272352 w 1362409"/>
                <a:gd name="connsiteY66" fmla="*/ 878518 h 1719888"/>
                <a:gd name="connsiteX67" fmla="*/ 272352 w 1362409"/>
                <a:gd name="connsiteY67" fmla="*/ 878518 h 1719888"/>
                <a:gd name="connsiteX68" fmla="*/ 272352 w 1362409"/>
                <a:gd name="connsiteY68" fmla="*/ 878518 h 1719888"/>
                <a:gd name="connsiteX69" fmla="*/ 272352 w 1362409"/>
                <a:gd name="connsiteY69" fmla="*/ 878518 h 171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62409" h="1719888">
                  <a:moveTo>
                    <a:pt x="1291687" y="708119"/>
                  </a:moveTo>
                  <a:cubicBezTo>
                    <a:pt x="1290158" y="639349"/>
                    <a:pt x="1315374" y="577073"/>
                    <a:pt x="1337534" y="514033"/>
                  </a:cubicBezTo>
                  <a:cubicBezTo>
                    <a:pt x="1359693" y="458634"/>
                    <a:pt x="1366952" y="396359"/>
                    <a:pt x="1359693" y="360063"/>
                  </a:cubicBezTo>
                  <a:cubicBezTo>
                    <a:pt x="1348614" y="305811"/>
                    <a:pt x="1302002" y="222904"/>
                    <a:pt x="1290540" y="206857"/>
                  </a:cubicBezTo>
                  <a:cubicBezTo>
                    <a:pt x="1274876" y="184698"/>
                    <a:pt x="1258065" y="163684"/>
                    <a:pt x="1237434" y="146110"/>
                  </a:cubicBezTo>
                  <a:cubicBezTo>
                    <a:pt x="1232085" y="141525"/>
                    <a:pt x="1224062" y="138086"/>
                    <a:pt x="1217949" y="141525"/>
                  </a:cubicBezTo>
                  <a:cubicBezTo>
                    <a:pt x="1211454" y="145346"/>
                    <a:pt x="1216039" y="152987"/>
                    <a:pt x="1217185" y="158718"/>
                  </a:cubicBezTo>
                  <a:cubicBezTo>
                    <a:pt x="1218331" y="164831"/>
                    <a:pt x="1219477" y="170944"/>
                    <a:pt x="1221006" y="177057"/>
                  </a:cubicBezTo>
                  <a:cubicBezTo>
                    <a:pt x="1202667" y="195777"/>
                    <a:pt x="1178597" y="199216"/>
                    <a:pt x="1154527" y="201890"/>
                  </a:cubicBezTo>
                  <a:cubicBezTo>
                    <a:pt x="1129311" y="203419"/>
                    <a:pt x="1107916" y="192339"/>
                    <a:pt x="1086521" y="181641"/>
                  </a:cubicBezTo>
                  <a:cubicBezTo>
                    <a:pt x="1025773" y="151076"/>
                    <a:pt x="978016" y="100645"/>
                    <a:pt x="916122" y="71608"/>
                  </a:cubicBezTo>
                  <a:cubicBezTo>
                    <a:pt x="879062" y="57090"/>
                    <a:pt x="843149" y="40661"/>
                    <a:pt x="803796" y="30346"/>
                  </a:cubicBezTo>
                  <a:cubicBezTo>
                    <a:pt x="757185" y="18502"/>
                    <a:pt x="710574" y="6276"/>
                    <a:pt x="662817" y="2837"/>
                  </a:cubicBezTo>
                  <a:cubicBezTo>
                    <a:pt x="597866" y="-2129"/>
                    <a:pt x="533298" y="545"/>
                    <a:pt x="468348" y="2455"/>
                  </a:cubicBezTo>
                  <a:cubicBezTo>
                    <a:pt x="451538" y="2837"/>
                    <a:pt x="436255" y="8950"/>
                    <a:pt x="419827" y="11243"/>
                  </a:cubicBezTo>
                  <a:cubicBezTo>
                    <a:pt x="416770" y="11625"/>
                    <a:pt x="413332" y="12771"/>
                    <a:pt x="412568" y="16591"/>
                  </a:cubicBezTo>
                  <a:cubicBezTo>
                    <a:pt x="411803" y="21176"/>
                    <a:pt x="414478" y="23469"/>
                    <a:pt x="418298" y="24997"/>
                  </a:cubicBezTo>
                  <a:cubicBezTo>
                    <a:pt x="428996" y="29199"/>
                    <a:pt x="439312" y="33020"/>
                    <a:pt x="451156" y="33020"/>
                  </a:cubicBezTo>
                  <a:cubicBezTo>
                    <a:pt x="475225" y="33402"/>
                    <a:pt x="499677" y="33784"/>
                    <a:pt x="523747" y="36077"/>
                  </a:cubicBezTo>
                  <a:cubicBezTo>
                    <a:pt x="532916" y="36841"/>
                    <a:pt x="548199" y="36841"/>
                    <a:pt x="549345" y="47156"/>
                  </a:cubicBezTo>
                  <a:cubicBezTo>
                    <a:pt x="550873" y="57854"/>
                    <a:pt x="535209" y="54033"/>
                    <a:pt x="528332" y="58618"/>
                  </a:cubicBezTo>
                  <a:cubicBezTo>
                    <a:pt x="524511" y="61292"/>
                    <a:pt x="521072" y="62821"/>
                    <a:pt x="516488" y="63585"/>
                  </a:cubicBezTo>
                  <a:cubicBezTo>
                    <a:pt x="443896" y="77721"/>
                    <a:pt x="370159" y="77721"/>
                    <a:pt x="297186" y="85362"/>
                  </a:cubicBezTo>
                  <a:cubicBezTo>
                    <a:pt x="240641" y="91475"/>
                    <a:pt x="186388" y="103701"/>
                    <a:pt x="134810" y="126243"/>
                  </a:cubicBezTo>
                  <a:cubicBezTo>
                    <a:pt x="91637" y="144964"/>
                    <a:pt x="49229" y="165595"/>
                    <a:pt x="12551" y="195777"/>
                  </a:cubicBezTo>
                  <a:cubicBezTo>
                    <a:pt x="7202" y="200362"/>
                    <a:pt x="-2731" y="204947"/>
                    <a:pt x="707" y="213352"/>
                  </a:cubicBezTo>
                  <a:cubicBezTo>
                    <a:pt x="4146" y="220993"/>
                    <a:pt x="14079" y="216791"/>
                    <a:pt x="21339" y="216791"/>
                  </a:cubicBezTo>
                  <a:cubicBezTo>
                    <a:pt x="24013" y="216791"/>
                    <a:pt x="26687" y="216791"/>
                    <a:pt x="28980" y="215645"/>
                  </a:cubicBezTo>
                  <a:cubicBezTo>
                    <a:pt x="54578" y="207239"/>
                    <a:pt x="79794" y="198070"/>
                    <a:pt x="105392" y="189664"/>
                  </a:cubicBezTo>
                  <a:cubicBezTo>
                    <a:pt x="123348" y="183934"/>
                    <a:pt x="140541" y="175910"/>
                    <a:pt x="160026" y="177439"/>
                  </a:cubicBezTo>
                  <a:cubicBezTo>
                    <a:pt x="165375" y="177821"/>
                    <a:pt x="172252" y="175910"/>
                    <a:pt x="174544" y="183169"/>
                  </a:cubicBezTo>
                  <a:cubicBezTo>
                    <a:pt x="176455" y="190429"/>
                    <a:pt x="171488" y="192721"/>
                    <a:pt x="165757" y="195395"/>
                  </a:cubicBezTo>
                  <a:cubicBezTo>
                    <a:pt x="158880" y="198452"/>
                    <a:pt x="153149" y="204565"/>
                    <a:pt x="146272" y="206857"/>
                  </a:cubicBezTo>
                  <a:cubicBezTo>
                    <a:pt x="95840" y="224432"/>
                    <a:pt x="64511" y="264166"/>
                    <a:pt x="32800" y="303518"/>
                  </a:cubicBezTo>
                  <a:cubicBezTo>
                    <a:pt x="28216" y="309249"/>
                    <a:pt x="22867" y="318037"/>
                    <a:pt x="26687" y="323767"/>
                  </a:cubicBezTo>
                  <a:cubicBezTo>
                    <a:pt x="32800" y="331409"/>
                    <a:pt x="40442" y="323385"/>
                    <a:pt x="46937" y="319947"/>
                  </a:cubicBezTo>
                  <a:cubicBezTo>
                    <a:pt x="52667" y="317272"/>
                    <a:pt x="57252" y="313070"/>
                    <a:pt x="62601" y="309631"/>
                  </a:cubicBezTo>
                  <a:cubicBezTo>
                    <a:pt x="83614" y="296641"/>
                    <a:pt x="101953" y="297787"/>
                    <a:pt x="115325" y="314216"/>
                  </a:cubicBezTo>
                  <a:cubicBezTo>
                    <a:pt x="126023" y="326824"/>
                    <a:pt x="132136" y="341724"/>
                    <a:pt x="137103" y="357771"/>
                  </a:cubicBezTo>
                  <a:cubicBezTo>
                    <a:pt x="147800" y="392920"/>
                    <a:pt x="151621" y="431126"/>
                    <a:pt x="175308" y="461691"/>
                  </a:cubicBezTo>
                  <a:cubicBezTo>
                    <a:pt x="210076" y="506774"/>
                    <a:pt x="223066" y="557970"/>
                    <a:pt x="220392" y="614515"/>
                  </a:cubicBezTo>
                  <a:cubicBezTo>
                    <a:pt x="218863" y="644315"/>
                    <a:pt x="221156" y="674116"/>
                    <a:pt x="221538" y="704299"/>
                  </a:cubicBezTo>
                  <a:cubicBezTo>
                    <a:pt x="221538" y="704299"/>
                    <a:pt x="221538" y="704299"/>
                    <a:pt x="221538" y="704299"/>
                  </a:cubicBezTo>
                  <a:cubicBezTo>
                    <a:pt x="221538" y="704299"/>
                    <a:pt x="221538" y="704299"/>
                    <a:pt x="221538" y="704299"/>
                  </a:cubicBezTo>
                  <a:cubicBezTo>
                    <a:pt x="196322" y="710412"/>
                    <a:pt x="174544" y="721109"/>
                    <a:pt x="160026" y="743651"/>
                  </a:cubicBezTo>
                  <a:cubicBezTo>
                    <a:pt x="140923" y="778036"/>
                    <a:pt x="147036" y="814332"/>
                    <a:pt x="152003" y="850246"/>
                  </a:cubicBezTo>
                  <a:cubicBezTo>
                    <a:pt x="163465" y="878900"/>
                    <a:pt x="174544" y="907555"/>
                    <a:pt x="197086" y="929714"/>
                  </a:cubicBezTo>
                  <a:cubicBezTo>
                    <a:pt x="205873" y="938119"/>
                    <a:pt x="212368" y="949963"/>
                    <a:pt x="226887" y="950345"/>
                  </a:cubicBezTo>
                  <a:cubicBezTo>
                    <a:pt x="234910" y="973651"/>
                    <a:pt x="242551" y="997339"/>
                    <a:pt x="251338" y="1020262"/>
                  </a:cubicBezTo>
                  <a:cubicBezTo>
                    <a:pt x="273880" y="1078717"/>
                    <a:pt x="444279" y="1312920"/>
                    <a:pt x="633780" y="1386275"/>
                  </a:cubicBezTo>
                  <a:cubicBezTo>
                    <a:pt x="634162" y="1419132"/>
                    <a:pt x="634162" y="1451607"/>
                    <a:pt x="634544" y="1484465"/>
                  </a:cubicBezTo>
                  <a:cubicBezTo>
                    <a:pt x="631870" y="1519996"/>
                    <a:pt x="620790" y="1550561"/>
                    <a:pt x="588315" y="1569664"/>
                  </a:cubicBezTo>
                  <a:cubicBezTo>
                    <a:pt x="575707" y="1583036"/>
                    <a:pt x="578763" y="1589531"/>
                    <a:pt x="585258" y="1601375"/>
                  </a:cubicBezTo>
                  <a:cubicBezTo>
                    <a:pt x="607418" y="1640727"/>
                    <a:pt x="640657" y="1706823"/>
                    <a:pt x="652119" y="1717903"/>
                  </a:cubicBezTo>
                  <a:cubicBezTo>
                    <a:pt x="656704" y="1720195"/>
                    <a:pt x="832833" y="1720195"/>
                    <a:pt x="835890" y="1719431"/>
                  </a:cubicBezTo>
                  <a:cubicBezTo>
                    <a:pt x="841238" y="1717139"/>
                    <a:pt x="888614" y="1628119"/>
                    <a:pt x="915358" y="1592970"/>
                  </a:cubicBezTo>
                  <a:cubicBezTo>
                    <a:pt x="921853" y="1584182"/>
                    <a:pt x="916504" y="1576159"/>
                    <a:pt x="909627" y="1565461"/>
                  </a:cubicBezTo>
                  <a:cubicBezTo>
                    <a:pt x="895109" y="1551325"/>
                    <a:pt x="883265" y="1535661"/>
                    <a:pt x="875242" y="1516176"/>
                  </a:cubicBezTo>
                  <a:cubicBezTo>
                    <a:pt x="867983" y="1498219"/>
                    <a:pt x="874096" y="1411491"/>
                    <a:pt x="865690" y="1387039"/>
                  </a:cubicBezTo>
                  <a:cubicBezTo>
                    <a:pt x="864926" y="1385893"/>
                    <a:pt x="1019278" y="1319797"/>
                    <a:pt x="1090341" y="1274332"/>
                  </a:cubicBezTo>
                  <a:cubicBezTo>
                    <a:pt x="1131604" y="1247970"/>
                    <a:pt x="1183946" y="1178817"/>
                    <a:pt x="1191205" y="1166973"/>
                  </a:cubicBezTo>
                  <a:cubicBezTo>
                    <a:pt x="1245839" y="1079099"/>
                    <a:pt x="1258065" y="967538"/>
                    <a:pt x="1263414" y="956840"/>
                  </a:cubicBezTo>
                  <a:cubicBezTo>
                    <a:pt x="1263414" y="956840"/>
                    <a:pt x="1263414" y="956840"/>
                    <a:pt x="1263414" y="956840"/>
                  </a:cubicBezTo>
                  <a:cubicBezTo>
                    <a:pt x="1302002" y="935827"/>
                    <a:pt x="1323780" y="902206"/>
                    <a:pt x="1338298" y="861325"/>
                  </a:cubicBezTo>
                  <a:cubicBezTo>
                    <a:pt x="1346703" y="837638"/>
                    <a:pt x="1342883" y="815096"/>
                    <a:pt x="1344029" y="791790"/>
                  </a:cubicBezTo>
                  <a:cubicBezTo>
                    <a:pt x="1347849" y="752438"/>
                    <a:pt x="1329128" y="724166"/>
                    <a:pt x="1291687" y="708119"/>
                  </a:cubicBezTo>
                  <a:close/>
                  <a:moveTo>
                    <a:pt x="272352" y="878518"/>
                  </a:moveTo>
                  <a:cubicBezTo>
                    <a:pt x="272352" y="878518"/>
                    <a:pt x="272352" y="878518"/>
                    <a:pt x="272352" y="878518"/>
                  </a:cubicBezTo>
                  <a:cubicBezTo>
                    <a:pt x="272352" y="878518"/>
                    <a:pt x="272352" y="878518"/>
                    <a:pt x="272352" y="878518"/>
                  </a:cubicBezTo>
                  <a:cubicBezTo>
                    <a:pt x="272352" y="878518"/>
                    <a:pt x="272352" y="878518"/>
                    <a:pt x="272352" y="878518"/>
                  </a:cubicBezTo>
                  <a:close/>
                </a:path>
              </a:pathLst>
            </a:custGeom>
            <a:solidFill>
              <a:srgbClr val="FEAD6D"/>
            </a:solidFill>
            <a:ln w="3807"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7FF47BA-C97C-124C-B48D-F34FBEB9CDCF}"/>
                </a:ext>
              </a:extLst>
            </p:cNvPr>
            <p:cNvSpPr/>
            <p:nvPr/>
          </p:nvSpPr>
          <p:spPr>
            <a:xfrm>
              <a:off x="10824292" y="2276007"/>
              <a:ext cx="317109" cy="1696726"/>
            </a:xfrm>
            <a:custGeom>
              <a:avLst/>
              <a:gdLst>
                <a:gd name="connsiteX0" fmla="*/ 0 w 317109"/>
                <a:gd name="connsiteY0" fmla="*/ 0 h 1696726"/>
                <a:gd name="connsiteX1" fmla="*/ 317109 w 317109"/>
                <a:gd name="connsiteY1" fmla="*/ 0 h 1696726"/>
                <a:gd name="connsiteX2" fmla="*/ 317109 w 317109"/>
                <a:gd name="connsiteY2" fmla="*/ 1696727 h 1696726"/>
                <a:gd name="connsiteX3" fmla="*/ 0 w 317109"/>
                <a:gd name="connsiteY3" fmla="*/ 1696727 h 1696726"/>
              </a:gdLst>
              <a:ahLst/>
              <a:cxnLst>
                <a:cxn ang="0">
                  <a:pos x="connsiteX0" y="connsiteY0"/>
                </a:cxn>
                <a:cxn ang="0">
                  <a:pos x="connsiteX1" y="connsiteY1"/>
                </a:cxn>
                <a:cxn ang="0">
                  <a:pos x="connsiteX2" y="connsiteY2"/>
                </a:cxn>
                <a:cxn ang="0">
                  <a:pos x="connsiteX3" y="connsiteY3"/>
                </a:cxn>
              </a:cxnLst>
              <a:rect l="l" t="t" r="r" b="b"/>
              <a:pathLst>
                <a:path w="317109" h="1696726">
                  <a:moveTo>
                    <a:pt x="0" y="0"/>
                  </a:moveTo>
                  <a:lnTo>
                    <a:pt x="317109" y="0"/>
                  </a:lnTo>
                  <a:lnTo>
                    <a:pt x="317109" y="1696727"/>
                  </a:lnTo>
                  <a:lnTo>
                    <a:pt x="0" y="1696727"/>
                  </a:lnTo>
                  <a:close/>
                </a:path>
              </a:pathLst>
            </a:custGeom>
            <a:solidFill>
              <a:schemeClr val="accent4">
                <a:lumMod val="75000"/>
              </a:schemeClr>
            </a:solidFill>
            <a:ln w="3807"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FD1B93C-312B-9558-A461-21749310F37A}"/>
                </a:ext>
              </a:extLst>
            </p:cNvPr>
            <p:cNvSpPr/>
            <p:nvPr/>
          </p:nvSpPr>
          <p:spPr>
            <a:xfrm>
              <a:off x="10878914" y="2229247"/>
              <a:ext cx="222682" cy="927105"/>
            </a:xfrm>
            <a:custGeom>
              <a:avLst/>
              <a:gdLst>
                <a:gd name="connsiteX0" fmla="*/ 1540 w 222682"/>
                <a:gd name="connsiteY0" fmla="*/ 77324 h 927105"/>
                <a:gd name="connsiteX1" fmla="*/ 12 w 222682"/>
                <a:gd name="connsiteY1" fmla="*/ 15049 h 927105"/>
                <a:gd name="connsiteX2" fmla="*/ 9946 w 222682"/>
                <a:gd name="connsiteY2" fmla="*/ 148 h 927105"/>
                <a:gd name="connsiteX3" fmla="*/ 198683 w 222682"/>
                <a:gd name="connsiteY3" fmla="*/ 531 h 927105"/>
                <a:gd name="connsiteX4" fmla="*/ 221989 w 222682"/>
                <a:gd name="connsiteY4" fmla="*/ 18105 h 927105"/>
                <a:gd name="connsiteX5" fmla="*/ 212437 w 222682"/>
                <a:gd name="connsiteY5" fmla="*/ 83437 h 927105"/>
                <a:gd name="connsiteX6" fmla="*/ 162769 w 222682"/>
                <a:gd name="connsiteY6" fmla="*/ 152208 h 927105"/>
                <a:gd name="connsiteX7" fmla="*/ 156274 w 222682"/>
                <a:gd name="connsiteY7" fmla="*/ 196909 h 927105"/>
                <a:gd name="connsiteX8" fmla="*/ 199829 w 222682"/>
                <a:gd name="connsiteY8" fmla="*/ 726826 h 927105"/>
                <a:gd name="connsiteX9" fmla="*/ 206706 w 222682"/>
                <a:gd name="connsiteY9" fmla="*/ 909832 h 927105"/>
                <a:gd name="connsiteX10" fmla="*/ 189896 w 222682"/>
                <a:gd name="connsiteY10" fmla="*/ 927025 h 927105"/>
                <a:gd name="connsiteX11" fmla="*/ 20643 w 222682"/>
                <a:gd name="connsiteY11" fmla="*/ 915181 h 927105"/>
                <a:gd name="connsiteX12" fmla="*/ 5743 w 222682"/>
                <a:gd name="connsiteY12" fmla="*/ 896460 h 927105"/>
                <a:gd name="connsiteX13" fmla="*/ 59613 w 222682"/>
                <a:gd name="connsiteY13" fmla="*/ 181627 h 927105"/>
                <a:gd name="connsiteX14" fmla="*/ 46623 w 222682"/>
                <a:gd name="connsiteY14" fmla="*/ 148005 h 927105"/>
                <a:gd name="connsiteX15" fmla="*/ 1540 w 222682"/>
                <a:gd name="connsiteY15" fmla="*/ 77324 h 92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2682" h="927105">
                  <a:moveTo>
                    <a:pt x="1540" y="77324"/>
                  </a:moveTo>
                  <a:cubicBezTo>
                    <a:pt x="1158" y="56693"/>
                    <a:pt x="394" y="35680"/>
                    <a:pt x="12" y="15049"/>
                  </a:cubicBezTo>
                  <a:cubicBezTo>
                    <a:pt x="12" y="8554"/>
                    <a:pt x="-752" y="531"/>
                    <a:pt x="9946" y="148"/>
                  </a:cubicBezTo>
                  <a:cubicBezTo>
                    <a:pt x="37836" y="3205"/>
                    <a:pt x="163151" y="3969"/>
                    <a:pt x="198683" y="531"/>
                  </a:cubicBezTo>
                  <a:cubicBezTo>
                    <a:pt x="216258" y="-1380"/>
                    <a:pt x="220460" y="1295"/>
                    <a:pt x="221989" y="18105"/>
                  </a:cubicBezTo>
                  <a:cubicBezTo>
                    <a:pt x="224281" y="40647"/>
                    <a:pt x="220842" y="62424"/>
                    <a:pt x="212437" y="83437"/>
                  </a:cubicBezTo>
                  <a:cubicBezTo>
                    <a:pt x="201357" y="110182"/>
                    <a:pt x="183783" y="132341"/>
                    <a:pt x="162769" y="152208"/>
                  </a:cubicBezTo>
                  <a:cubicBezTo>
                    <a:pt x="149397" y="164816"/>
                    <a:pt x="153982" y="180863"/>
                    <a:pt x="156274" y="196909"/>
                  </a:cubicBezTo>
                  <a:cubicBezTo>
                    <a:pt x="160477" y="225946"/>
                    <a:pt x="194098" y="640480"/>
                    <a:pt x="199829" y="726826"/>
                  </a:cubicBezTo>
                  <a:cubicBezTo>
                    <a:pt x="203268" y="779932"/>
                    <a:pt x="204032" y="856344"/>
                    <a:pt x="206706" y="909832"/>
                  </a:cubicBezTo>
                  <a:cubicBezTo>
                    <a:pt x="207470" y="923205"/>
                    <a:pt x="203650" y="927789"/>
                    <a:pt x="189896" y="927025"/>
                  </a:cubicBezTo>
                  <a:cubicBezTo>
                    <a:pt x="133351" y="923205"/>
                    <a:pt x="76806" y="921676"/>
                    <a:pt x="20643" y="915181"/>
                  </a:cubicBezTo>
                  <a:cubicBezTo>
                    <a:pt x="8035" y="913653"/>
                    <a:pt x="5743" y="907922"/>
                    <a:pt x="5743" y="896460"/>
                  </a:cubicBezTo>
                  <a:cubicBezTo>
                    <a:pt x="5361" y="825397"/>
                    <a:pt x="53500" y="214102"/>
                    <a:pt x="59613" y="181627"/>
                  </a:cubicBezTo>
                  <a:cubicBezTo>
                    <a:pt x="62288" y="167108"/>
                    <a:pt x="56175" y="157175"/>
                    <a:pt x="46623" y="148005"/>
                  </a:cubicBezTo>
                  <a:cubicBezTo>
                    <a:pt x="25610" y="127756"/>
                    <a:pt x="6507" y="107125"/>
                    <a:pt x="1540" y="77324"/>
                  </a:cubicBezTo>
                  <a:close/>
                </a:path>
              </a:pathLst>
            </a:custGeom>
            <a:solidFill>
              <a:schemeClr val="accent6"/>
            </a:solidFill>
            <a:ln w="3807"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3EF66B2-A08A-74F8-E4C1-C39CDEA6C3A0}"/>
                </a:ext>
              </a:extLst>
            </p:cNvPr>
            <p:cNvSpPr/>
            <p:nvPr/>
          </p:nvSpPr>
          <p:spPr>
            <a:xfrm>
              <a:off x="10239034" y="545375"/>
              <a:ext cx="1363185" cy="983705"/>
            </a:xfrm>
            <a:custGeom>
              <a:avLst/>
              <a:gdLst>
                <a:gd name="connsiteX0" fmla="*/ 1363132 w 1363185"/>
                <a:gd name="connsiteY0" fmla="*/ 368972 h 983705"/>
                <a:gd name="connsiteX1" fmla="*/ 1338298 w 1363185"/>
                <a:gd name="connsiteY1" fmla="*/ 513008 h 983705"/>
                <a:gd name="connsiteX2" fmla="*/ 1292451 w 1363185"/>
                <a:gd name="connsiteY2" fmla="*/ 707094 h 983705"/>
                <a:gd name="connsiteX3" fmla="*/ 1274876 w 1363185"/>
                <a:gd name="connsiteY3" fmla="*/ 752559 h 983705"/>
                <a:gd name="connsiteX4" fmla="*/ 1265706 w 1363185"/>
                <a:gd name="connsiteY4" fmla="*/ 957343 h 983705"/>
                <a:gd name="connsiteX5" fmla="*/ 1258829 w 1363185"/>
                <a:gd name="connsiteY5" fmla="*/ 970715 h 983705"/>
                <a:gd name="connsiteX6" fmla="*/ 1243547 w 1363185"/>
                <a:gd name="connsiteY6" fmla="*/ 983705 h 983705"/>
                <a:gd name="connsiteX7" fmla="*/ 1228265 w 1363185"/>
                <a:gd name="connsiteY7" fmla="*/ 938240 h 983705"/>
                <a:gd name="connsiteX8" fmla="*/ 1226737 w 1363185"/>
                <a:gd name="connsiteY8" fmla="*/ 688756 h 983705"/>
                <a:gd name="connsiteX9" fmla="*/ 1206869 w 1363185"/>
                <a:gd name="connsiteY9" fmla="*/ 553124 h 983705"/>
                <a:gd name="connsiteX10" fmla="*/ 1181653 w 1363185"/>
                <a:gd name="connsiteY10" fmla="*/ 493905 h 983705"/>
                <a:gd name="connsiteX11" fmla="*/ 1105242 w 1363185"/>
                <a:gd name="connsiteY11" fmla="*/ 446148 h 983705"/>
                <a:gd name="connsiteX12" fmla="*/ 867983 w 1363185"/>
                <a:gd name="connsiteY12" fmla="*/ 453407 h 983705"/>
                <a:gd name="connsiteX13" fmla="*/ 800358 w 1363185"/>
                <a:gd name="connsiteY13" fmla="*/ 478623 h 983705"/>
                <a:gd name="connsiteX14" fmla="*/ 694910 w 1363185"/>
                <a:gd name="connsiteY14" fmla="*/ 478241 h 983705"/>
                <a:gd name="connsiteX15" fmla="*/ 577617 w 1363185"/>
                <a:gd name="connsiteY15" fmla="*/ 442327 h 983705"/>
                <a:gd name="connsiteX16" fmla="*/ 361372 w 1363185"/>
                <a:gd name="connsiteY16" fmla="*/ 444619 h 983705"/>
                <a:gd name="connsiteX17" fmla="*/ 299478 w 1363185"/>
                <a:gd name="connsiteY17" fmla="*/ 499636 h 983705"/>
                <a:gd name="connsiteX18" fmla="*/ 282285 w 1363185"/>
                <a:gd name="connsiteY18" fmla="*/ 633357 h 983705"/>
                <a:gd name="connsiteX19" fmla="*/ 272734 w 1363185"/>
                <a:gd name="connsiteY19" fmla="*/ 768224 h 983705"/>
                <a:gd name="connsiteX20" fmla="*/ 261272 w 1363185"/>
                <a:gd name="connsiteY20" fmla="*/ 937476 h 983705"/>
                <a:gd name="connsiteX21" fmla="*/ 243697 w 1363185"/>
                <a:gd name="connsiteY21" fmla="*/ 960400 h 983705"/>
                <a:gd name="connsiteX22" fmla="*/ 228797 w 1363185"/>
                <a:gd name="connsiteY22" fmla="*/ 942443 h 983705"/>
                <a:gd name="connsiteX23" fmla="*/ 228415 w 1363185"/>
                <a:gd name="connsiteY23" fmla="*/ 735367 h 983705"/>
                <a:gd name="connsiteX24" fmla="*/ 220392 w 1363185"/>
                <a:gd name="connsiteY24" fmla="*/ 614636 h 983705"/>
                <a:gd name="connsiteX25" fmla="*/ 175309 w 1363185"/>
                <a:gd name="connsiteY25" fmla="*/ 461812 h 983705"/>
                <a:gd name="connsiteX26" fmla="*/ 137103 w 1363185"/>
                <a:gd name="connsiteY26" fmla="*/ 357892 h 983705"/>
                <a:gd name="connsiteX27" fmla="*/ 115325 w 1363185"/>
                <a:gd name="connsiteY27" fmla="*/ 314337 h 983705"/>
                <a:gd name="connsiteX28" fmla="*/ 62601 w 1363185"/>
                <a:gd name="connsiteY28" fmla="*/ 309752 h 983705"/>
                <a:gd name="connsiteX29" fmla="*/ 46937 w 1363185"/>
                <a:gd name="connsiteY29" fmla="*/ 320068 h 983705"/>
                <a:gd name="connsiteX30" fmla="*/ 26687 w 1363185"/>
                <a:gd name="connsiteY30" fmla="*/ 323889 h 983705"/>
                <a:gd name="connsiteX31" fmla="*/ 32800 w 1363185"/>
                <a:gd name="connsiteY31" fmla="*/ 303639 h 983705"/>
                <a:gd name="connsiteX32" fmla="*/ 146272 w 1363185"/>
                <a:gd name="connsiteY32" fmla="*/ 206978 h 983705"/>
                <a:gd name="connsiteX33" fmla="*/ 165757 w 1363185"/>
                <a:gd name="connsiteY33" fmla="*/ 195517 h 983705"/>
                <a:gd name="connsiteX34" fmla="*/ 174544 w 1363185"/>
                <a:gd name="connsiteY34" fmla="*/ 183291 h 983705"/>
                <a:gd name="connsiteX35" fmla="*/ 160026 w 1363185"/>
                <a:gd name="connsiteY35" fmla="*/ 177560 h 983705"/>
                <a:gd name="connsiteX36" fmla="*/ 105392 w 1363185"/>
                <a:gd name="connsiteY36" fmla="*/ 189786 h 983705"/>
                <a:gd name="connsiteX37" fmla="*/ 28980 w 1363185"/>
                <a:gd name="connsiteY37" fmla="*/ 215766 h 983705"/>
                <a:gd name="connsiteX38" fmla="*/ 21339 w 1363185"/>
                <a:gd name="connsiteY38" fmla="*/ 216912 h 983705"/>
                <a:gd name="connsiteX39" fmla="*/ 707 w 1363185"/>
                <a:gd name="connsiteY39" fmla="*/ 213473 h 983705"/>
                <a:gd name="connsiteX40" fmla="*/ 12551 w 1363185"/>
                <a:gd name="connsiteY40" fmla="*/ 195899 h 983705"/>
                <a:gd name="connsiteX41" fmla="*/ 134810 w 1363185"/>
                <a:gd name="connsiteY41" fmla="*/ 126364 h 983705"/>
                <a:gd name="connsiteX42" fmla="*/ 297186 w 1363185"/>
                <a:gd name="connsiteY42" fmla="*/ 85483 h 983705"/>
                <a:gd name="connsiteX43" fmla="*/ 516488 w 1363185"/>
                <a:gd name="connsiteY43" fmla="*/ 63706 h 983705"/>
                <a:gd name="connsiteX44" fmla="*/ 528332 w 1363185"/>
                <a:gd name="connsiteY44" fmla="*/ 58739 h 983705"/>
                <a:gd name="connsiteX45" fmla="*/ 549345 w 1363185"/>
                <a:gd name="connsiteY45" fmla="*/ 47277 h 983705"/>
                <a:gd name="connsiteX46" fmla="*/ 523747 w 1363185"/>
                <a:gd name="connsiteY46" fmla="*/ 36198 h 983705"/>
                <a:gd name="connsiteX47" fmla="*/ 451156 w 1363185"/>
                <a:gd name="connsiteY47" fmla="*/ 33141 h 983705"/>
                <a:gd name="connsiteX48" fmla="*/ 418298 w 1363185"/>
                <a:gd name="connsiteY48" fmla="*/ 25118 h 983705"/>
                <a:gd name="connsiteX49" fmla="*/ 412567 w 1363185"/>
                <a:gd name="connsiteY49" fmla="*/ 16713 h 983705"/>
                <a:gd name="connsiteX50" fmla="*/ 419827 w 1363185"/>
                <a:gd name="connsiteY50" fmla="*/ 11364 h 983705"/>
                <a:gd name="connsiteX51" fmla="*/ 468348 w 1363185"/>
                <a:gd name="connsiteY51" fmla="*/ 2576 h 983705"/>
                <a:gd name="connsiteX52" fmla="*/ 662817 w 1363185"/>
                <a:gd name="connsiteY52" fmla="*/ 2958 h 983705"/>
                <a:gd name="connsiteX53" fmla="*/ 803797 w 1363185"/>
                <a:gd name="connsiteY53" fmla="*/ 30467 h 983705"/>
                <a:gd name="connsiteX54" fmla="*/ 916122 w 1363185"/>
                <a:gd name="connsiteY54" fmla="*/ 71729 h 983705"/>
                <a:gd name="connsiteX55" fmla="*/ 1086521 w 1363185"/>
                <a:gd name="connsiteY55" fmla="*/ 181762 h 983705"/>
                <a:gd name="connsiteX56" fmla="*/ 1154527 w 1363185"/>
                <a:gd name="connsiteY56" fmla="*/ 202012 h 983705"/>
                <a:gd name="connsiteX57" fmla="*/ 1221006 w 1363185"/>
                <a:gd name="connsiteY57" fmla="*/ 177178 h 983705"/>
                <a:gd name="connsiteX58" fmla="*/ 1217185 w 1363185"/>
                <a:gd name="connsiteY58" fmla="*/ 158839 h 983705"/>
                <a:gd name="connsiteX59" fmla="*/ 1217949 w 1363185"/>
                <a:gd name="connsiteY59" fmla="*/ 141646 h 983705"/>
                <a:gd name="connsiteX60" fmla="*/ 1237434 w 1363185"/>
                <a:gd name="connsiteY60" fmla="*/ 146231 h 983705"/>
                <a:gd name="connsiteX61" fmla="*/ 1292451 w 1363185"/>
                <a:gd name="connsiteY61" fmla="*/ 202394 h 983705"/>
                <a:gd name="connsiteX62" fmla="*/ 1322633 w 1363185"/>
                <a:gd name="connsiteY62" fmla="*/ 255882 h 983705"/>
                <a:gd name="connsiteX63" fmla="*/ 1363132 w 1363185"/>
                <a:gd name="connsiteY63" fmla="*/ 368972 h 983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363185" h="983705">
                  <a:moveTo>
                    <a:pt x="1363132" y="368972"/>
                  </a:moveTo>
                  <a:cubicBezTo>
                    <a:pt x="1363896" y="412908"/>
                    <a:pt x="1356637" y="459902"/>
                    <a:pt x="1338298" y="513008"/>
                  </a:cubicBezTo>
                  <a:cubicBezTo>
                    <a:pt x="1315756" y="576048"/>
                    <a:pt x="1293979" y="705948"/>
                    <a:pt x="1292451" y="707094"/>
                  </a:cubicBezTo>
                  <a:cubicBezTo>
                    <a:pt x="1276404" y="717028"/>
                    <a:pt x="1276022" y="738423"/>
                    <a:pt x="1274876" y="752559"/>
                  </a:cubicBezTo>
                  <a:cubicBezTo>
                    <a:pt x="1272202" y="794968"/>
                    <a:pt x="1279079" y="916463"/>
                    <a:pt x="1265706" y="957343"/>
                  </a:cubicBezTo>
                  <a:cubicBezTo>
                    <a:pt x="1261886" y="968805"/>
                    <a:pt x="1264943" y="960400"/>
                    <a:pt x="1258829" y="970715"/>
                  </a:cubicBezTo>
                  <a:cubicBezTo>
                    <a:pt x="1255391" y="976828"/>
                    <a:pt x="1251952" y="982941"/>
                    <a:pt x="1243547" y="983705"/>
                  </a:cubicBezTo>
                  <a:cubicBezTo>
                    <a:pt x="1238580" y="981795"/>
                    <a:pt x="1224444" y="960400"/>
                    <a:pt x="1228265" y="938240"/>
                  </a:cubicBezTo>
                  <a:cubicBezTo>
                    <a:pt x="1236670" y="885898"/>
                    <a:pt x="1230175" y="741480"/>
                    <a:pt x="1226737" y="688756"/>
                  </a:cubicBezTo>
                  <a:cubicBezTo>
                    <a:pt x="1223680" y="642908"/>
                    <a:pt x="1217949" y="597825"/>
                    <a:pt x="1206869" y="553124"/>
                  </a:cubicBezTo>
                  <a:cubicBezTo>
                    <a:pt x="1201521" y="531729"/>
                    <a:pt x="1192733" y="512626"/>
                    <a:pt x="1181653" y="493905"/>
                  </a:cubicBezTo>
                  <a:cubicBezTo>
                    <a:pt x="1164079" y="464486"/>
                    <a:pt x="1137335" y="449586"/>
                    <a:pt x="1105242" y="446148"/>
                  </a:cubicBezTo>
                  <a:cubicBezTo>
                    <a:pt x="1026155" y="438124"/>
                    <a:pt x="946687" y="437742"/>
                    <a:pt x="867983" y="453407"/>
                  </a:cubicBezTo>
                  <a:cubicBezTo>
                    <a:pt x="843913" y="457991"/>
                    <a:pt x="821753" y="466779"/>
                    <a:pt x="800358" y="478623"/>
                  </a:cubicBezTo>
                  <a:cubicBezTo>
                    <a:pt x="765209" y="498490"/>
                    <a:pt x="729677" y="499254"/>
                    <a:pt x="694910" y="478241"/>
                  </a:cubicBezTo>
                  <a:cubicBezTo>
                    <a:pt x="658614" y="456463"/>
                    <a:pt x="619262" y="447676"/>
                    <a:pt x="577617" y="442327"/>
                  </a:cubicBezTo>
                  <a:cubicBezTo>
                    <a:pt x="505026" y="432776"/>
                    <a:pt x="433199" y="430483"/>
                    <a:pt x="361372" y="444619"/>
                  </a:cubicBezTo>
                  <a:cubicBezTo>
                    <a:pt x="329661" y="450732"/>
                    <a:pt x="309793" y="468689"/>
                    <a:pt x="299478" y="499636"/>
                  </a:cubicBezTo>
                  <a:cubicBezTo>
                    <a:pt x="284578" y="543191"/>
                    <a:pt x="284578" y="588656"/>
                    <a:pt x="282285" y="633357"/>
                  </a:cubicBezTo>
                  <a:cubicBezTo>
                    <a:pt x="280375" y="674619"/>
                    <a:pt x="276172" y="726197"/>
                    <a:pt x="272734" y="768224"/>
                  </a:cubicBezTo>
                  <a:cubicBezTo>
                    <a:pt x="273116" y="780068"/>
                    <a:pt x="261272" y="917227"/>
                    <a:pt x="261272" y="937476"/>
                  </a:cubicBezTo>
                  <a:cubicBezTo>
                    <a:pt x="261272" y="946264"/>
                    <a:pt x="255923" y="958490"/>
                    <a:pt x="243697" y="960400"/>
                  </a:cubicBezTo>
                  <a:cubicBezTo>
                    <a:pt x="229179" y="961546"/>
                    <a:pt x="231853" y="951230"/>
                    <a:pt x="228797" y="942443"/>
                  </a:cubicBezTo>
                  <a:cubicBezTo>
                    <a:pt x="215425" y="902709"/>
                    <a:pt x="237584" y="775865"/>
                    <a:pt x="228415" y="735367"/>
                  </a:cubicBezTo>
                  <a:cubicBezTo>
                    <a:pt x="227651" y="731546"/>
                    <a:pt x="218863" y="644437"/>
                    <a:pt x="220392" y="614636"/>
                  </a:cubicBezTo>
                  <a:cubicBezTo>
                    <a:pt x="223066" y="558091"/>
                    <a:pt x="210076" y="506513"/>
                    <a:pt x="175309" y="461812"/>
                  </a:cubicBezTo>
                  <a:cubicBezTo>
                    <a:pt x="151239" y="430865"/>
                    <a:pt x="147800" y="393041"/>
                    <a:pt x="137103" y="357892"/>
                  </a:cubicBezTo>
                  <a:cubicBezTo>
                    <a:pt x="132136" y="341845"/>
                    <a:pt x="126023" y="326945"/>
                    <a:pt x="115325" y="314337"/>
                  </a:cubicBezTo>
                  <a:cubicBezTo>
                    <a:pt x="101953" y="298291"/>
                    <a:pt x="83614" y="296762"/>
                    <a:pt x="62601" y="309752"/>
                  </a:cubicBezTo>
                  <a:cubicBezTo>
                    <a:pt x="57252" y="313191"/>
                    <a:pt x="52285" y="317394"/>
                    <a:pt x="46937" y="320068"/>
                  </a:cubicBezTo>
                  <a:cubicBezTo>
                    <a:pt x="40441" y="323124"/>
                    <a:pt x="32800" y="331530"/>
                    <a:pt x="26687" y="323889"/>
                  </a:cubicBezTo>
                  <a:cubicBezTo>
                    <a:pt x="22485" y="318540"/>
                    <a:pt x="28216" y="309370"/>
                    <a:pt x="32800" y="303639"/>
                  </a:cubicBezTo>
                  <a:cubicBezTo>
                    <a:pt x="64511" y="264287"/>
                    <a:pt x="95840" y="224553"/>
                    <a:pt x="146272" y="206978"/>
                  </a:cubicBezTo>
                  <a:cubicBezTo>
                    <a:pt x="153149" y="204686"/>
                    <a:pt x="158880" y="198573"/>
                    <a:pt x="165757" y="195517"/>
                  </a:cubicBezTo>
                  <a:cubicBezTo>
                    <a:pt x="171488" y="192842"/>
                    <a:pt x="176837" y="190550"/>
                    <a:pt x="174544" y="183291"/>
                  </a:cubicBezTo>
                  <a:cubicBezTo>
                    <a:pt x="172252" y="176031"/>
                    <a:pt x="165375" y="177942"/>
                    <a:pt x="160026" y="177560"/>
                  </a:cubicBezTo>
                  <a:cubicBezTo>
                    <a:pt x="140541" y="175649"/>
                    <a:pt x="122966" y="183673"/>
                    <a:pt x="105392" y="189786"/>
                  </a:cubicBezTo>
                  <a:cubicBezTo>
                    <a:pt x="79794" y="198191"/>
                    <a:pt x="54578" y="206978"/>
                    <a:pt x="28980" y="215766"/>
                  </a:cubicBezTo>
                  <a:cubicBezTo>
                    <a:pt x="26687" y="216530"/>
                    <a:pt x="24013" y="216912"/>
                    <a:pt x="21339" y="216912"/>
                  </a:cubicBezTo>
                  <a:cubicBezTo>
                    <a:pt x="14079" y="216530"/>
                    <a:pt x="4146" y="221115"/>
                    <a:pt x="707" y="213473"/>
                  </a:cubicBezTo>
                  <a:cubicBezTo>
                    <a:pt x="-2731" y="205450"/>
                    <a:pt x="7202" y="200483"/>
                    <a:pt x="12551" y="195899"/>
                  </a:cubicBezTo>
                  <a:cubicBezTo>
                    <a:pt x="49229" y="165334"/>
                    <a:pt x="91638" y="145085"/>
                    <a:pt x="134810" y="126364"/>
                  </a:cubicBezTo>
                  <a:cubicBezTo>
                    <a:pt x="186388" y="103822"/>
                    <a:pt x="240641" y="91596"/>
                    <a:pt x="297186" y="85483"/>
                  </a:cubicBezTo>
                  <a:cubicBezTo>
                    <a:pt x="370159" y="77842"/>
                    <a:pt x="444279" y="77842"/>
                    <a:pt x="516488" y="63706"/>
                  </a:cubicBezTo>
                  <a:cubicBezTo>
                    <a:pt x="521073" y="62942"/>
                    <a:pt x="524511" y="61414"/>
                    <a:pt x="528332" y="58739"/>
                  </a:cubicBezTo>
                  <a:cubicBezTo>
                    <a:pt x="535209" y="54154"/>
                    <a:pt x="550873" y="57975"/>
                    <a:pt x="549345" y="47277"/>
                  </a:cubicBezTo>
                  <a:cubicBezTo>
                    <a:pt x="547817" y="36962"/>
                    <a:pt x="532916" y="36962"/>
                    <a:pt x="523747" y="36198"/>
                  </a:cubicBezTo>
                  <a:cubicBezTo>
                    <a:pt x="499677" y="33905"/>
                    <a:pt x="475607" y="33523"/>
                    <a:pt x="451156" y="33141"/>
                  </a:cubicBezTo>
                  <a:cubicBezTo>
                    <a:pt x="439312" y="33141"/>
                    <a:pt x="428996" y="28939"/>
                    <a:pt x="418298" y="25118"/>
                  </a:cubicBezTo>
                  <a:cubicBezTo>
                    <a:pt x="414096" y="23590"/>
                    <a:pt x="411421" y="21297"/>
                    <a:pt x="412567" y="16713"/>
                  </a:cubicBezTo>
                  <a:cubicBezTo>
                    <a:pt x="413332" y="13274"/>
                    <a:pt x="416388" y="11746"/>
                    <a:pt x="419827" y="11364"/>
                  </a:cubicBezTo>
                  <a:cubicBezTo>
                    <a:pt x="435873" y="9071"/>
                    <a:pt x="451156" y="2958"/>
                    <a:pt x="468348" y="2576"/>
                  </a:cubicBezTo>
                  <a:cubicBezTo>
                    <a:pt x="533298" y="284"/>
                    <a:pt x="598248" y="-2008"/>
                    <a:pt x="662817" y="2958"/>
                  </a:cubicBezTo>
                  <a:cubicBezTo>
                    <a:pt x="710956" y="6397"/>
                    <a:pt x="757185" y="18623"/>
                    <a:pt x="803797" y="30467"/>
                  </a:cubicBezTo>
                  <a:cubicBezTo>
                    <a:pt x="842767" y="40400"/>
                    <a:pt x="879062" y="56829"/>
                    <a:pt x="916122" y="71729"/>
                  </a:cubicBezTo>
                  <a:cubicBezTo>
                    <a:pt x="977634" y="100766"/>
                    <a:pt x="1025773" y="151198"/>
                    <a:pt x="1086521" y="181762"/>
                  </a:cubicBezTo>
                  <a:cubicBezTo>
                    <a:pt x="1107916" y="192460"/>
                    <a:pt x="1129311" y="203540"/>
                    <a:pt x="1154527" y="202012"/>
                  </a:cubicBezTo>
                  <a:cubicBezTo>
                    <a:pt x="1178597" y="198955"/>
                    <a:pt x="1202667" y="195899"/>
                    <a:pt x="1221006" y="177178"/>
                  </a:cubicBezTo>
                  <a:cubicBezTo>
                    <a:pt x="1219859" y="171065"/>
                    <a:pt x="1218713" y="164952"/>
                    <a:pt x="1217185" y="158839"/>
                  </a:cubicBezTo>
                  <a:cubicBezTo>
                    <a:pt x="1216039" y="152726"/>
                    <a:pt x="1211454" y="145085"/>
                    <a:pt x="1217949" y="141646"/>
                  </a:cubicBezTo>
                  <a:cubicBezTo>
                    <a:pt x="1224062" y="138208"/>
                    <a:pt x="1231703" y="141646"/>
                    <a:pt x="1237434" y="146231"/>
                  </a:cubicBezTo>
                  <a:cubicBezTo>
                    <a:pt x="1258447" y="163806"/>
                    <a:pt x="1276786" y="180234"/>
                    <a:pt x="1292451" y="202394"/>
                  </a:cubicBezTo>
                  <a:cubicBezTo>
                    <a:pt x="1303912" y="218440"/>
                    <a:pt x="1314610" y="239835"/>
                    <a:pt x="1322633" y="255882"/>
                  </a:cubicBezTo>
                  <a:cubicBezTo>
                    <a:pt x="1333331" y="276895"/>
                    <a:pt x="1363132" y="323124"/>
                    <a:pt x="1363132" y="368972"/>
                  </a:cubicBezTo>
                  <a:close/>
                </a:path>
              </a:pathLst>
            </a:custGeom>
            <a:solidFill>
              <a:srgbClr val="582200"/>
            </a:solidFill>
            <a:ln w="380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A569500-7FDE-C292-A3A2-840EF80ECF32}"/>
                </a:ext>
              </a:extLst>
            </p:cNvPr>
            <p:cNvSpPr/>
            <p:nvPr/>
          </p:nvSpPr>
          <p:spPr>
            <a:xfrm>
              <a:off x="10739475" y="1309014"/>
              <a:ext cx="96279" cy="129136"/>
            </a:xfrm>
            <a:custGeom>
              <a:avLst/>
              <a:gdLst>
                <a:gd name="connsiteX0" fmla="*/ 96279 w 96279"/>
                <a:gd name="connsiteY0" fmla="*/ 64568 h 129136"/>
                <a:gd name="connsiteX1" fmla="*/ 48139 w 96279"/>
                <a:gd name="connsiteY1" fmla="*/ 129136 h 129136"/>
                <a:gd name="connsiteX2" fmla="*/ 0 w 96279"/>
                <a:gd name="connsiteY2" fmla="*/ 64568 h 129136"/>
                <a:gd name="connsiteX3" fmla="*/ 48139 w 96279"/>
                <a:gd name="connsiteY3" fmla="*/ 0 h 129136"/>
                <a:gd name="connsiteX4" fmla="*/ 96279 w 96279"/>
                <a:gd name="connsiteY4" fmla="*/ 64568 h 1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79" h="129136">
                  <a:moveTo>
                    <a:pt x="96279" y="64568"/>
                  </a:moveTo>
                  <a:cubicBezTo>
                    <a:pt x="96279" y="100228"/>
                    <a:pt x="74726" y="129136"/>
                    <a:pt x="48139" y="129136"/>
                  </a:cubicBezTo>
                  <a:cubicBezTo>
                    <a:pt x="21553" y="129136"/>
                    <a:pt x="0" y="100228"/>
                    <a:pt x="0" y="64568"/>
                  </a:cubicBezTo>
                  <a:cubicBezTo>
                    <a:pt x="0" y="28908"/>
                    <a:pt x="21553" y="0"/>
                    <a:pt x="48139" y="0"/>
                  </a:cubicBezTo>
                  <a:cubicBezTo>
                    <a:pt x="74726" y="0"/>
                    <a:pt x="96279" y="28908"/>
                    <a:pt x="96279" y="64568"/>
                  </a:cubicBezTo>
                  <a:close/>
                </a:path>
              </a:pathLst>
            </a:custGeom>
            <a:solidFill>
              <a:srgbClr val="2D2E2C"/>
            </a:solidFill>
            <a:ln w="3807"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1F823A3-ABAF-CCC7-625C-00BF18F25155}"/>
                </a:ext>
              </a:extLst>
            </p:cNvPr>
            <p:cNvSpPr/>
            <p:nvPr/>
          </p:nvSpPr>
          <p:spPr>
            <a:xfrm>
              <a:off x="11140637" y="1307486"/>
              <a:ext cx="96279" cy="129136"/>
            </a:xfrm>
            <a:custGeom>
              <a:avLst/>
              <a:gdLst>
                <a:gd name="connsiteX0" fmla="*/ 96279 w 96279"/>
                <a:gd name="connsiteY0" fmla="*/ 64568 h 129136"/>
                <a:gd name="connsiteX1" fmla="*/ 48139 w 96279"/>
                <a:gd name="connsiteY1" fmla="*/ 129136 h 129136"/>
                <a:gd name="connsiteX2" fmla="*/ 0 w 96279"/>
                <a:gd name="connsiteY2" fmla="*/ 64568 h 129136"/>
                <a:gd name="connsiteX3" fmla="*/ 48139 w 96279"/>
                <a:gd name="connsiteY3" fmla="*/ 0 h 129136"/>
                <a:gd name="connsiteX4" fmla="*/ 96279 w 96279"/>
                <a:gd name="connsiteY4" fmla="*/ 64568 h 1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79" h="129136">
                  <a:moveTo>
                    <a:pt x="96279" y="64568"/>
                  </a:moveTo>
                  <a:cubicBezTo>
                    <a:pt x="96279" y="100228"/>
                    <a:pt x="74726" y="129136"/>
                    <a:pt x="48139" y="129136"/>
                  </a:cubicBezTo>
                  <a:cubicBezTo>
                    <a:pt x="21553" y="129136"/>
                    <a:pt x="0" y="100228"/>
                    <a:pt x="0" y="64568"/>
                  </a:cubicBezTo>
                  <a:cubicBezTo>
                    <a:pt x="0" y="28908"/>
                    <a:pt x="21553" y="0"/>
                    <a:pt x="48139" y="0"/>
                  </a:cubicBezTo>
                  <a:cubicBezTo>
                    <a:pt x="74726" y="0"/>
                    <a:pt x="96279" y="28908"/>
                    <a:pt x="96279" y="64568"/>
                  </a:cubicBezTo>
                  <a:close/>
                </a:path>
              </a:pathLst>
            </a:custGeom>
            <a:solidFill>
              <a:srgbClr val="2D2E2C"/>
            </a:solidFill>
            <a:ln w="3807"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35A55B3-D9CC-CA86-F638-B007C0BA43FE}"/>
                </a:ext>
              </a:extLst>
            </p:cNvPr>
            <p:cNvSpPr/>
            <p:nvPr/>
          </p:nvSpPr>
          <p:spPr>
            <a:xfrm>
              <a:off x="10678145" y="1223613"/>
              <a:ext cx="204252" cy="51082"/>
            </a:xfrm>
            <a:custGeom>
              <a:avLst/>
              <a:gdLst>
                <a:gd name="connsiteX0" fmla="*/ 142708 w 204252"/>
                <a:gd name="connsiteY0" fmla="*/ 584 h 51082"/>
                <a:gd name="connsiteX1" fmla="*/ 176711 w 204252"/>
                <a:gd name="connsiteY1" fmla="*/ 966 h 51082"/>
                <a:gd name="connsiteX2" fmla="*/ 204220 w 204252"/>
                <a:gd name="connsiteY2" fmla="*/ 29238 h 51082"/>
                <a:gd name="connsiteX3" fmla="*/ 172126 w 204252"/>
                <a:gd name="connsiteY3" fmla="*/ 50634 h 51082"/>
                <a:gd name="connsiteX4" fmla="*/ 21977 w 204252"/>
                <a:gd name="connsiteY4" fmla="*/ 45667 h 51082"/>
                <a:gd name="connsiteX5" fmla="*/ 200 w 204252"/>
                <a:gd name="connsiteY5" fmla="*/ 40700 h 51082"/>
                <a:gd name="connsiteX6" fmla="*/ 18539 w 204252"/>
                <a:gd name="connsiteY6" fmla="*/ 24654 h 51082"/>
                <a:gd name="connsiteX7" fmla="*/ 142708 w 204252"/>
                <a:gd name="connsiteY7" fmla="*/ 584 h 5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252" h="51082">
                  <a:moveTo>
                    <a:pt x="142708" y="584"/>
                  </a:moveTo>
                  <a:cubicBezTo>
                    <a:pt x="151113" y="584"/>
                    <a:pt x="164103" y="-180"/>
                    <a:pt x="176711" y="966"/>
                  </a:cubicBezTo>
                  <a:cubicBezTo>
                    <a:pt x="192376" y="2112"/>
                    <a:pt x="204984" y="15866"/>
                    <a:pt x="204220" y="29238"/>
                  </a:cubicBezTo>
                  <a:cubicBezTo>
                    <a:pt x="203073" y="43757"/>
                    <a:pt x="190083" y="53308"/>
                    <a:pt x="172126" y="50634"/>
                  </a:cubicBezTo>
                  <a:cubicBezTo>
                    <a:pt x="122077" y="43757"/>
                    <a:pt x="72409" y="39554"/>
                    <a:pt x="21977" y="45667"/>
                  </a:cubicBezTo>
                  <a:cubicBezTo>
                    <a:pt x="14336" y="46431"/>
                    <a:pt x="2110" y="50252"/>
                    <a:pt x="200" y="40700"/>
                  </a:cubicBezTo>
                  <a:cubicBezTo>
                    <a:pt x="-1711" y="31531"/>
                    <a:pt x="10515" y="27710"/>
                    <a:pt x="18539" y="24654"/>
                  </a:cubicBezTo>
                  <a:cubicBezTo>
                    <a:pt x="57127" y="9371"/>
                    <a:pt x="96097" y="-2855"/>
                    <a:pt x="142708" y="584"/>
                  </a:cubicBezTo>
                  <a:close/>
                </a:path>
              </a:pathLst>
            </a:custGeom>
            <a:solidFill>
              <a:srgbClr val="552003"/>
            </a:solidFill>
            <a:ln w="3807"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E4020EC-587D-FED1-1C5F-85ABE4B7405A}"/>
                </a:ext>
              </a:extLst>
            </p:cNvPr>
            <p:cNvSpPr/>
            <p:nvPr/>
          </p:nvSpPr>
          <p:spPr>
            <a:xfrm>
              <a:off x="11093521" y="1223857"/>
              <a:ext cx="204972" cy="49976"/>
            </a:xfrm>
            <a:custGeom>
              <a:avLst/>
              <a:gdLst>
                <a:gd name="connsiteX0" fmla="*/ 66983 w 204972"/>
                <a:gd name="connsiteY0" fmla="*/ 340 h 49976"/>
                <a:gd name="connsiteX1" fmla="*/ 191534 w 204972"/>
                <a:gd name="connsiteY1" fmla="*/ 27466 h 49976"/>
                <a:gd name="connsiteX2" fmla="*/ 204524 w 204972"/>
                <a:gd name="connsiteY2" fmla="*/ 40838 h 49976"/>
                <a:gd name="connsiteX3" fmla="*/ 187332 w 204972"/>
                <a:gd name="connsiteY3" fmla="*/ 45423 h 49976"/>
                <a:gd name="connsiteX4" fmla="*/ 31833 w 204972"/>
                <a:gd name="connsiteY4" fmla="*/ 49625 h 49976"/>
                <a:gd name="connsiteX5" fmla="*/ 122 w 204972"/>
                <a:gd name="connsiteY5" fmla="*/ 29376 h 49976"/>
                <a:gd name="connsiteX6" fmla="*/ 26867 w 204972"/>
                <a:gd name="connsiteY6" fmla="*/ 340 h 49976"/>
                <a:gd name="connsiteX7" fmla="*/ 66983 w 204972"/>
                <a:gd name="connsiteY7" fmla="*/ 340 h 4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972" h="49976">
                  <a:moveTo>
                    <a:pt x="66983" y="340"/>
                  </a:moveTo>
                  <a:cubicBezTo>
                    <a:pt x="110920" y="-1189"/>
                    <a:pt x="152564" y="7981"/>
                    <a:pt x="191534" y="27466"/>
                  </a:cubicBezTo>
                  <a:cubicBezTo>
                    <a:pt x="197265" y="30140"/>
                    <a:pt x="207199" y="32051"/>
                    <a:pt x="204524" y="40838"/>
                  </a:cubicBezTo>
                  <a:cubicBezTo>
                    <a:pt x="202232" y="47333"/>
                    <a:pt x="193445" y="46187"/>
                    <a:pt x="187332" y="45423"/>
                  </a:cubicBezTo>
                  <a:cubicBezTo>
                    <a:pt x="135372" y="38928"/>
                    <a:pt x="83411" y="43130"/>
                    <a:pt x="31833" y="49625"/>
                  </a:cubicBezTo>
                  <a:cubicBezTo>
                    <a:pt x="14641" y="51918"/>
                    <a:pt x="1651" y="42748"/>
                    <a:pt x="122" y="29376"/>
                  </a:cubicBezTo>
                  <a:cubicBezTo>
                    <a:pt x="-1406" y="16386"/>
                    <a:pt x="11584" y="1486"/>
                    <a:pt x="26867" y="340"/>
                  </a:cubicBezTo>
                  <a:cubicBezTo>
                    <a:pt x="40239" y="-425"/>
                    <a:pt x="53611" y="340"/>
                    <a:pt x="66983" y="340"/>
                  </a:cubicBezTo>
                  <a:close/>
                </a:path>
              </a:pathLst>
            </a:custGeom>
            <a:solidFill>
              <a:srgbClr val="562103"/>
            </a:solidFill>
            <a:ln w="3807"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870637-0114-2952-E280-71B51902E617}"/>
                </a:ext>
              </a:extLst>
            </p:cNvPr>
            <p:cNvSpPr/>
            <p:nvPr/>
          </p:nvSpPr>
          <p:spPr>
            <a:xfrm>
              <a:off x="10779591" y="1313217"/>
              <a:ext cx="43554" cy="58837"/>
            </a:xfrm>
            <a:custGeom>
              <a:avLst/>
              <a:gdLst>
                <a:gd name="connsiteX0" fmla="*/ 43555 w 43554"/>
                <a:gd name="connsiteY0" fmla="*/ 29419 h 58837"/>
                <a:gd name="connsiteX1" fmla="*/ 21777 w 43554"/>
                <a:gd name="connsiteY1" fmla="*/ 58837 h 58837"/>
                <a:gd name="connsiteX2" fmla="*/ 0 w 43554"/>
                <a:gd name="connsiteY2" fmla="*/ 29419 h 58837"/>
                <a:gd name="connsiteX3" fmla="*/ 21777 w 43554"/>
                <a:gd name="connsiteY3" fmla="*/ 0 h 58837"/>
                <a:gd name="connsiteX4" fmla="*/ 43555 w 43554"/>
                <a:gd name="connsiteY4" fmla="*/ 29419 h 58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54" h="58837">
                  <a:moveTo>
                    <a:pt x="43555" y="29419"/>
                  </a:moveTo>
                  <a:cubicBezTo>
                    <a:pt x="43555" y="45666"/>
                    <a:pt x="33805" y="58837"/>
                    <a:pt x="21777" y="58837"/>
                  </a:cubicBezTo>
                  <a:cubicBezTo>
                    <a:pt x="9750" y="58837"/>
                    <a:pt x="0" y="45666"/>
                    <a:pt x="0" y="29419"/>
                  </a:cubicBezTo>
                  <a:cubicBezTo>
                    <a:pt x="0" y="13171"/>
                    <a:pt x="9750" y="0"/>
                    <a:pt x="21777" y="0"/>
                  </a:cubicBezTo>
                  <a:cubicBezTo>
                    <a:pt x="33805" y="0"/>
                    <a:pt x="43555" y="13171"/>
                    <a:pt x="43555" y="29419"/>
                  </a:cubicBezTo>
                  <a:close/>
                </a:path>
              </a:pathLst>
            </a:custGeom>
            <a:solidFill>
              <a:srgbClr val="FFFFFF"/>
            </a:solidFill>
            <a:ln w="380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D7396A0-A875-366F-5C96-6D5BDE8BE878}"/>
                </a:ext>
              </a:extLst>
            </p:cNvPr>
            <p:cNvSpPr/>
            <p:nvPr/>
          </p:nvSpPr>
          <p:spPr>
            <a:xfrm>
              <a:off x="11182664" y="1311688"/>
              <a:ext cx="43554" cy="58837"/>
            </a:xfrm>
            <a:custGeom>
              <a:avLst/>
              <a:gdLst>
                <a:gd name="connsiteX0" fmla="*/ 43555 w 43554"/>
                <a:gd name="connsiteY0" fmla="*/ 29419 h 58837"/>
                <a:gd name="connsiteX1" fmla="*/ 21777 w 43554"/>
                <a:gd name="connsiteY1" fmla="*/ 58837 h 58837"/>
                <a:gd name="connsiteX2" fmla="*/ 0 w 43554"/>
                <a:gd name="connsiteY2" fmla="*/ 29419 h 58837"/>
                <a:gd name="connsiteX3" fmla="*/ 21777 w 43554"/>
                <a:gd name="connsiteY3" fmla="*/ 0 h 58837"/>
                <a:gd name="connsiteX4" fmla="*/ 43555 w 43554"/>
                <a:gd name="connsiteY4" fmla="*/ 29419 h 58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54" h="58837">
                  <a:moveTo>
                    <a:pt x="43555" y="29419"/>
                  </a:moveTo>
                  <a:cubicBezTo>
                    <a:pt x="43555" y="45666"/>
                    <a:pt x="33805" y="58837"/>
                    <a:pt x="21777" y="58837"/>
                  </a:cubicBezTo>
                  <a:cubicBezTo>
                    <a:pt x="9750" y="58837"/>
                    <a:pt x="0" y="45666"/>
                    <a:pt x="0" y="29419"/>
                  </a:cubicBezTo>
                  <a:cubicBezTo>
                    <a:pt x="0" y="13171"/>
                    <a:pt x="9750" y="0"/>
                    <a:pt x="21777" y="0"/>
                  </a:cubicBezTo>
                  <a:cubicBezTo>
                    <a:pt x="33805" y="0"/>
                    <a:pt x="43555" y="13171"/>
                    <a:pt x="43555" y="29419"/>
                  </a:cubicBezTo>
                  <a:close/>
                </a:path>
              </a:pathLst>
            </a:custGeom>
            <a:solidFill>
              <a:srgbClr val="FFFFFF"/>
            </a:solidFill>
            <a:ln w="380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5E5B8F1-C44C-6012-026B-E4C886B9F542}"/>
                </a:ext>
              </a:extLst>
            </p:cNvPr>
            <p:cNvSpPr/>
            <p:nvPr/>
          </p:nvSpPr>
          <p:spPr>
            <a:xfrm>
              <a:off x="10912930" y="1480559"/>
              <a:ext cx="55016" cy="113813"/>
            </a:xfrm>
            <a:custGeom>
              <a:avLst/>
              <a:gdLst>
                <a:gd name="connsiteX0" fmla="*/ 16046 w 55016"/>
                <a:gd name="connsiteY0" fmla="*/ 76794 h 113813"/>
                <a:gd name="connsiteX1" fmla="*/ 55017 w 55016"/>
                <a:gd name="connsiteY1" fmla="*/ 111943 h 113813"/>
                <a:gd name="connsiteX2" fmla="*/ 0 w 55016"/>
                <a:gd name="connsiteY2" fmla="*/ 109651 h 113813"/>
                <a:gd name="connsiteX3" fmla="*/ 4203 w 55016"/>
                <a:gd name="connsiteY3" fmla="*/ 19485 h 113813"/>
                <a:gd name="connsiteX4" fmla="*/ 24070 w 55016"/>
                <a:gd name="connsiteY4" fmla="*/ 0 h 113813"/>
                <a:gd name="connsiteX5" fmla="*/ 20631 w 55016"/>
                <a:gd name="connsiteY5" fmla="*/ 42409 h 113813"/>
                <a:gd name="connsiteX6" fmla="*/ 16046 w 55016"/>
                <a:gd name="connsiteY6" fmla="*/ 76794 h 11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16" h="113813">
                  <a:moveTo>
                    <a:pt x="16046" y="76794"/>
                  </a:moveTo>
                  <a:cubicBezTo>
                    <a:pt x="16429" y="105448"/>
                    <a:pt x="40880" y="105066"/>
                    <a:pt x="55017" y="111943"/>
                  </a:cubicBezTo>
                  <a:cubicBezTo>
                    <a:pt x="39352" y="116146"/>
                    <a:pt x="15664" y="112326"/>
                    <a:pt x="0" y="109651"/>
                  </a:cubicBezTo>
                  <a:cubicBezTo>
                    <a:pt x="382" y="103920"/>
                    <a:pt x="3439" y="44701"/>
                    <a:pt x="4203" y="19485"/>
                  </a:cubicBezTo>
                  <a:cubicBezTo>
                    <a:pt x="4585" y="16046"/>
                    <a:pt x="15282" y="6113"/>
                    <a:pt x="24070" y="0"/>
                  </a:cubicBezTo>
                  <a:cubicBezTo>
                    <a:pt x="29036" y="13754"/>
                    <a:pt x="24070" y="25980"/>
                    <a:pt x="20631" y="42409"/>
                  </a:cubicBezTo>
                  <a:cubicBezTo>
                    <a:pt x="19485" y="50432"/>
                    <a:pt x="16811" y="72973"/>
                    <a:pt x="16046" y="76794"/>
                  </a:cubicBezTo>
                  <a:close/>
                </a:path>
              </a:pathLst>
            </a:custGeom>
            <a:solidFill>
              <a:srgbClr val="DD8D55"/>
            </a:solidFill>
            <a:ln w="3807"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ACC7DA9-0D47-E83F-2D00-16BFD49949BD}"/>
                </a:ext>
              </a:extLst>
            </p:cNvPr>
            <p:cNvSpPr/>
            <p:nvPr/>
          </p:nvSpPr>
          <p:spPr>
            <a:xfrm>
              <a:off x="10515087" y="1277876"/>
              <a:ext cx="948224" cy="238504"/>
            </a:xfrm>
            <a:custGeom>
              <a:avLst/>
              <a:gdLst>
                <a:gd name="connsiteX0" fmla="*/ 925850 w 948224"/>
                <a:gd name="connsiteY0" fmla="*/ 1337 h 238504"/>
                <a:gd name="connsiteX1" fmla="*/ 584288 w 948224"/>
                <a:gd name="connsiteY1" fmla="*/ 1337 h 238504"/>
                <a:gd name="connsiteX2" fmla="*/ 538823 w 948224"/>
                <a:gd name="connsiteY2" fmla="*/ 23115 h 238504"/>
                <a:gd name="connsiteX3" fmla="*/ 480750 w 948224"/>
                <a:gd name="connsiteY3" fmla="*/ 48713 h 238504"/>
                <a:gd name="connsiteX4" fmla="*/ 438724 w 948224"/>
                <a:gd name="connsiteY4" fmla="*/ 48331 h 238504"/>
                <a:gd name="connsiteX5" fmla="*/ 422677 w 948224"/>
                <a:gd name="connsiteY5" fmla="*/ 38779 h 238504"/>
                <a:gd name="connsiteX6" fmla="*/ 358109 w 948224"/>
                <a:gd name="connsiteY6" fmla="*/ 955 h 238504"/>
                <a:gd name="connsiteX7" fmla="*/ 98690 w 948224"/>
                <a:gd name="connsiteY7" fmla="*/ 573 h 238504"/>
                <a:gd name="connsiteX8" fmla="*/ 7378 w 948224"/>
                <a:gd name="connsiteY8" fmla="*/ 4012 h 238504"/>
                <a:gd name="connsiteX9" fmla="*/ 501 w 948224"/>
                <a:gd name="connsiteY9" fmla="*/ 34958 h 238504"/>
                <a:gd name="connsiteX10" fmla="*/ 7378 w 948224"/>
                <a:gd name="connsiteY10" fmla="*/ 44128 h 238504"/>
                <a:gd name="connsiteX11" fmla="*/ 23425 w 948224"/>
                <a:gd name="connsiteY11" fmla="*/ 78895 h 238504"/>
                <a:gd name="connsiteX12" fmla="*/ 23043 w 948224"/>
                <a:gd name="connsiteY12" fmla="*/ 147666 h 238504"/>
                <a:gd name="connsiteX13" fmla="*/ 29920 w 948224"/>
                <a:gd name="connsiteY13" fmla="*/ 178995 h 238504"/>
                <a:gd name="connsiteX14" fmla="*/ 70036 w 948224"/>
                <a:gd name="connsiteY14" fmla="*/ 225606 h 238504"/>
                <a:gd name="connsiteX15" fmla="*/ 107478 w 948224"/>
                <a:gd name="connsiteY15" fmla="*/ 236686 h 238504"/>
                <a:gd name="connsiteX16" fmla="*/ 363076 w 948224"/>
                <a:gd name="connsiteY16" fmla="*/ 236686 h 238504"/>
                <a:gd name="connsiteX17" fmla="*/ 432229 w 948224"/>
                <a:gd name="connsiteY17" fmla="*/ 172882 h 238504"/>
                <a:gd name="connsiteX18" fmla="*/ 435285 w 948224"/>
                <a:gd name="connsiteY18" fmla="*/ 112134 h 238504"/>
                <a:gd name="connsiteX19" fmla="*/ 459737 w 948224"/>
                <a:gd name="connsiteY19" fmla="*/ 88447 h 238504"/>
                <a:gd name="connsiteX20" fmla="*/ 494122 w 948224"/>
                <a:gd name="connsiteY20" fmla="*/ 88447 h 238504"/>
                <a:gd name="connsiteX21" fmla="*/ 515135 w 948224"/>
                <a:gd name="connsiteY21" fmla="*/ 109460 h 238504"/>
                <a:gd name="connsiteX22" fmla="*/ 515518 w 948224"/>
                <a:gd name="connsiteY22" fmla="*/ 172500 h 238504"/>
                <a:gd name="connsiteX23" fmla="*/ 580086 w 948224"/>
                <a:gd name="connsiteY23" fmla="*/ 237068 h 238504"/>
                <a:gd name="connsiteX24" fmla="*/ 858225 w 948224"/>
                <a:gd name="connsiteY24" fmla="*/ 230955 h 238504"/>
                <a:gd name="connsiteX25" fmla="*/ 891464 w 948224"/>
                <a:gd name="connsiteY25" fmla="*/ 219875 h 238504"/>
                <a:gd name="connsiteX26" fmla="*/ 918208 w 948224"/>
                <a:gd name="connsiteY26" fmla="*/ 172882 h 238504"/>
                <a:gd name="connsiteX27" fmla="*/ 917826 w 948224"/>
                <a:gd name="connsiteY27" fmla="*/ 62467 h 238504"/>
                <a:gd name="connsiteX28" fmla="*/ 928142 w 948224"/>
                <a:gd name="connsiteY28" fmla="*/ 45656 h 238504"/>
                <a:gd name="connsiteX29" fmla="*/ 948009 w 948224"/>
                <a:gd name="connsiteY29" fmla="*/ 20440 h 238504"/>
                <a:gd name="connsiteX30" fmla="*/ 925850 w 948224"/>
                <a:gd name="connsiteY30" fmla="*/ 1337 h 238504"/>
                <a:gd name="connsiteX31" fmla="*/ 398225 w 948224"/>
                <a:gd name="connsiteY31" fmla="*/ 163331 h 238504"/>
                <a:gd name="connsiteX32" fmla="*/ 361930 w 948224"/>
                <a:gd name="connsiteY32" fmla="*/ 200772 h 238504"/>
                <a:gd name="connsiteX33" fmla="*/ 92960 w 948224"/>
                <a:gd name="connsiteY33" fmla="*/ 200008 h 238504"/>
                <a:gd name="connsiteX34" fmla="*/ 58574 w 948224"/>
                <a:gd name="connsiteY34" fmla="*/ 165623 h 238504"/>
                <a:gd name="connsiteX35" fmla="*/ 58574 w 948224"/>
                <a:gd name="connsiteY35" fmla="*/ 66287 h 238504"/>
                <a:gd name="connsiteX36" fmla="*/ 94488 w 948224"/>
                <a:gd name="connsiteY36" fmla="*/ 31520 h 238504"/>
                <a:gd name="connsiteX37" fmla="*/ 226298 w 948224"/>
                <a:gd name="connsiteY37" fmla="*/ 31520 h 238504"/>
                <a:gd name="connsiteX38" fmla="*/ 361930 w 948224"/>
                <a:gd name="connsiteY38" fmla="*/ 31138 h 238504"/>
                <a:gd name="connsiteX39" fmla="*/ 398225 w 948224"/>
                <a:gd name="connsiteY39" fmla="*/ 68198 h 238504"/>
                <a:gd name="connsiteX40" fmla="*/ 398225 w 948224"/>
                <a:gd name="connsiteY40" fmla="*/ 163331 h 238504"/>
                <a:gd name="connsiteX41" fmla="*/ 891464 w 948224"/>
                <a:gd name="connsiteY41" fmla="*/ 167151 h 238504"/>
                <a:gd name="connsiteX42" fmla="*/ 858989 w 948224"/>
                <a:gd name="connsiteY42" fmla="*/ 199626 h 238504"/>
                <a:gd name="connsiteX43" fmla="*/ 585816 w 948224"/>
                <a:gd name="connsiteY43" fmla="*/ 199626 h 238504"/>
                <a:gd name="connsiteX44" fmla="*/ 552959 w 948224"/>
                <a:gd name="connsiteY44" fmla="*/ 166387 h 238504"/>
                <a:gd name="connsiteX45" fmla="*/ 552959 w 948224"/>
                <a:gd name="connsiteY45" fmla="*/ 65141 h 238504"/>
                <a:gd name="connsiteX46" fmla="*/ 586199 w 948224"/>
                <a:gd name="connsiteY46" fmla="*/ 30374 h 238504"/>
                <a:gd name="connsiteX47" fmla="*/ 614853 w 948224"/>
                <a:gd name="connsiteY47" fmla="*/ 30374 h 238504"/>
                <a:gd name="connsiteX48" fmla="*/ 862810 w 948224"/>
                <a:gd name="connsiteY48" fmla="*/ 31138 h 238504"/>
                <a:gd name="connsiteX49" fmla="*/ 891464 w 948224"/>
                <a:gd name="connsiteY49" fmla="*/ 63613 h 238504"/>
                <a:gd name="connsiteX50" fmla="*/ 891464 w 948224"/>
                <a:gd name="connsiteY50" fmla="*/ 167151 h 23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948224" h="238504">
                  <a:moveTo>
                    <a:pt x="925850" y="1337"/>
                  </a:moveTo>
                  <a:cubicBezTo>
                    <a:pt x="811996" y="1337"/>
                    <a:pt x="698142" y="1719"/>
                    <a:pt x="584288" y="1337"/>
                  </a:cubicBezTo>
                  <a:cubicBezTo>
                    <a:pt x="565185" y="1337"/>
                    <a:pt x="546082" y="7450"/>
                    <a:pt x="538823" y="23115"/>
                  </a:cubicBezTo>
                  <a:cubicBezTo>
                    <a:pt x="525833" y="50623"/>
                    <a:pt x="504438" y="50241"/>
                    <a:pt x="480750" y="48713"/>
                  </a:cubicBezTo>
                  <a:cubicBezTo>
                    <a:pt x="466614" y="47949"/>
                    <a:pt x="452860" y="48331"/>
                    <a:pt x="438724" y="48331"/>
                  </a:cubicBezTo>
                  <a:cubicBezTo>
                    <a:pt x="431082" y="48331"/>
                    <a:pt x="426880" y="46038"/>
                    <a:pt x="422677" y="38779"/>
                  </a:cubicBezTo>
                  <a:cubicBezTo>
                    <a:pt x="408923" y="13563"/>
                    <a:pt x="388292" y="573"/>
                    <a:pt x="358109" y="955"/>
                  </a:cubicBezTo>
                  <a:cubicBezTo>
                    <a:pt x="271764" y="1719"/>
                    <a:pt x="185036" y="-191"/>
                    <a:pt x="98690" y="573"/>
                  </a:cubicBezTo>
                  <a:cubicBezTo>
                    <a:pt x="68508" y="955"/>
                    <a:pt x="37561" y="-2483"/>
                    <a:pt x="7378" y="4012"/>
                  </a:cubicBezTo>
                  <a:cubicBezTo>
                    <a:pt x="2412" y="13945"/>
                    <a:pt x="-1409" y="23879"/>
                    <a:pt x="501" y="34958"/>
                  </a:cubicBezTo>
                  <a:cubicBezTo>
                    <a:pt x="2794" y="38015"/>
                    <a:pt x="3940" y="42600"/>
                    <a:pt x="7378" y="44128"/>
                  </a:cubicBezTo>
                  <a:cubicBezTo>
                    <a:pt x="23807" y="50623"/>
                    <a:pt x="23807" y="64377"/>
                    <a:pt x="23425" y="78895"/>
                  </a:cubicBezTo>
                  <a:cubicBezTo>
                    <a:pt x="23043" y="101819"/>
                    <a:pt x="23425" y="124742"/>
                    <a:pt x="23043" y="147666"/>
                  </a:cubicBezTo>
                  <a:cubicBezTo>
                    <a:pt x="23043" y="158746"/>
                    <a:pt x="24189" y="169061"/>
                    <a:pt x="29920" y="178995"/>
                  </a:cubicBezTo>
                  <a:cubicBezTo>
                    <a:pt x="38325" y="198862"/>
                    <a:pt x="52461" y="213762"/>
                    <a:pt x="70036" y="225606"/>
                  </a:cubicBezTo>
                  <a:cubicBezTo>
                    <a:pt x="80734" y="235540"/>
                    <a:pt x="94870" y="236686"/>
                    <a:pt x="107478" y="236686"/>
                  </a:cubicBezTo>
                  <a:cubicBezTo>
                    <a:pt x="192677" y="237832"/>
                    <a:pt x="277876" y="238214"/>
                    <a:pt x="363076" y="236686"/>
                  </a:cubicBezTo>
                  <a:cubicBezTo>
                    <a:pt x="401282" y="235922"/>
                    <a:pt x="425351" y="210706"/>
                    <a:pt x="432229" y="172882"/>
                  </a:cubicBezTo>
                  <a:cubicBezTo>
                    <a:pt x="436049" y="152633"/>
                    <a:pt x="434903" y="132384"/>
                    <a:pt x="435285" y="112134"/>
                  </a:cubicBezTo>
                  <a:cubicBezTo>
                    <a:pt x="435667" y="90357"/>
                    <a:pt x="437577" y="88829"/>
                    <a:pt x="459737" y="88447"/>
                  </a:cubicBezTo>
                  <a:cubicBezTo>
                    <a:pt x="471199" y="88447"/>
                    <a:pt x="482660" y="88829"/>
                    <a:pt x="494122" y="88447"/>
                  </a:cubicBezTo>
                  <a:cubicBezTo>
                    <a:pt x="508640" y="88065"/>
                    <a:pt x="514753" y="95324"/>
                    <a:pt x="515135" y="109460"/>
                  </a:cubicBezTo>
                  <a:cubicBezTo>
                    <a:pt x="515518" y="130473"/>
                    <a:pt x="514753" y="151487"/>
                    <a:pt x="515518" y="172500"/>
                  </a:cubicBezTo>
                  <a:cubicBezTo>
                    <a:pt x="516664" y="208031"/>
                    <a:pt x="544554" y="237832"/>
                    <a:pt x="580086" y="237068"/>
                  </a:cubicBezTo>
                  <a:cubicBezTo>
                    <a:pt x="672926" y="235540"/>
                    <a:pt x="765767" y="244327"/>
                    <a:pt x="858225" y="230955"/>
                  </a:cubicBezTo>
                  <a:cubicBezTo>
                    <a:pt x="869305" y="227134"/>
                    <a:pt x="880384" y="223696"/>
                    <a:pt x="891464" y="219875"/>
                  </a:cubicBezTo>
                  <a:cubicBezTo>
                    <a:pt x="907893" y="208414"/>
                    <a:pt x="917062" y="193513"/>
                    <a:pt x="918208" y="172882"/>
                  </a:cubicBezTo>
                  <a:cubicBezTo>
                    <a:pt x="920119" y="136204"/>
                    <a:pt x="920501" y="99144"/>
                    <a:pt x="917826" y="62467"/>
                  </a:cubicBezTo>
                  <a:cubicBezTo>
                    <a:pt x="917444" y="54826"/>
                    <a:pt x="913624" y="44892"/>
                    <a:pt x="928142" y="45656"/>
                  </a:cubicBezTo>
                  <a:cubicBezTo>
                    <a:pt x="946099" y="46420"/>
                    <a:pt x="948009" y="34576"/>
                    <a:pt x="948009" y="20440"/>
                  </a:cubicBezTo>
                  <a:cubicBezTo>
                    <a:pt x="949919" y="1719"/>
                    <a:pt x="938839" y="1337"/>
                    <a:pt x="925850" y="1337"/>
                  </a:cubicBezTo>
                  <a:close/>
                  <a:moveTo>
                    <a:pt x="398225" y="163331"/>
                  </a:moveTo>
                  <a:cubicBezTo>
                    <a:pt x="397843" y="187400"/>
                    <a:pt x="385999" y="200390"/>
                    <a:pt x="361930" y="200772"/>
                  </a:cubicBezTo>
                  <a:cubicBezTo>
                    <a:pt x="272146" y="201154"/>
                    <a:pt x="182744" y="200772"/>
                    <a:pt x="92960" y="200008"/>
                  </a:cubicBezTo>
                  <a:cubicBezTo>
                    <a:pt x="70800" y="200008"/>
                    <a:pt x="58956" y="187400"/>
                    <a:pt x="58574" y="165623"/>
                  </a:cubicBezTo>
                  <a:cubicBezTo>
                    <a:pt x="58192" y="132384"/>
                    <a:pt x="58192" y="99527"/>
                    <a:pt x="58574" y="66287"/>
                  </a:cubicBezTo>
                  <a:cubicBezTo>
                    <a:pt x="58956" y="42982"/>
                    <a:pt x="70800" y="31520"/>
                    <a:pt x="94488" y="31520"/>
                  </a:cubicBezTo>
                  <a:cubicBezTo>
                    <a:pt x="138425" y="31138"/>
                    <a:pt x="182362" y="31520"/>
                    <a:pt x="226298" y="31520"/>
                  </a:cubicBezTo>
                  <a:cubicBezTo>
                    <a:pt x="230119" y="31520"/>
                    <a:pt x="343591" y="30756"/>
                    <a:pt x="361930" y="31138"/>
                  </a:cubicBezTo>
                  <a:cubicBezTo>
                    <a:pt x="385999" y="31902"/>
                    <a:pt x="398225" y="44510"/>
                    <a:pt x="398225" y="68198"/>
                  </a:cubicBezTo>
                  <a:cubicBezTo>
                    <a:pt x="398607" y="99909"/>
                    <a:pt x="398607" y="131620"/>
                    <a:pt x="398225" y="163331"/>
                  </a:cubicBezTo>
                  <a:close/>
                  <a:moveTo>
                    <a:pt x="891464" y="167151"/>
                  </a:moveTo>
                  <a:cubicBezTo>
                    <a:pt x="891082" y="186636"/>
                    <a:pt x="878092" y="199626"/>
                    <a:pt x="858989" y="199626"/>
                  </a:cubicBezTo>
                  <a:cubicBezTo>
                    <a:pt x="768059" y="200008"/>
                    <a:pt x="677129" y="200390"/>
                    <a:pt x="585816" y="199626"/>
                  </a:cubicBezTo>
                  <a:cubicBezTo>
                    <a:pt x="563275" y="199626"/>
                    <a:pt x="553341" y="188546"/>
                    <a:pt x="552959" y="166387"/>
                  </a:cubicBezTo>
                  <a:cubicBezTo>
                    <a:pt x="552577" y="132766"/>
                    <a:pt x="552577" y="98762"/>
                    <a:pt x="552959" y="65141"/>
                  </a:cubicBezTo>
                  <a:cubicBezTo>
                    <a:pt x="553341" y="41453"/>
                    <a:pt x="562893" y="31520"/>
                    <a:pt x="586199" y="30374"/>
                  </a:cubicBezTo>
                  <a:cubicBezTo>
                    <a:pt x="595750" y="29992"/>
                    <a:pt x="605302" y="30374"/>
                    <a:pt x="614853" y="30374"/>
                  </a:cubicBezTo>
                  <a:cubicBezTo>
                    <a:pt x="619438" y="30374"/>
                    <a:pt x="811614" y="29992"/>
                    <a:pt x="862810" y="31138"/>
                  </a:cubicBezTo>
                  <a:cubicBezTo>
                    <a:pt x="879238" y="31520"/>
                    <a:pt x="891082" y="46038"/>
                    <a:pt x="891464" y="63613"/>
                  </a:cubicBezTo>
                  <a:cubicBezTo>
                    <a:pt x="892228" y="98380"/>
                    <a:pt x="892228" y="132766"/>
                    <a:pt x="891464" y="167151"/>
                  </a:cubicBezTo>
                  <a:close/>
                </a:path>
              </a:pathLst>
            </a:custGeom>
            <a:solidFill>
              <a:srgbClr val="2D2E2C"/>
            </a:solidFill>
            <a:ln w="3807"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198E3B6D-5C8E-D116-EB47-F6F7964CC9D8}"/>
                </a:ext>
              </a:extLst>
            </p:cNvPr>
            <p:cNvSpPr/>
            <p:nvPr/>
          </p:nvSpPr>
          <p:spPr>
            <a:xfrm>
              <a:off x="10454438" y="1253881"/>
              <a:ext cx="1079803" cy="695566"/>
            </a:xfrm>
            <a:custGeom>
              <a:avLst/>
              <a:gdLst>
                <a:gd name="connsiteX0" fmla="*/ 1049538 w 1079803"/>
                <a:gd name="connsiteY0" fmla="*/ 93721 h 695566"/>
                <a:gd name="connsiteX1" fmla="*/ 1056797 w 1079803"/>
                <a:gd name="connsiteY1" fmla="*/ 12342 h 695566"/>
                <a:gd name="connsiteX2" fmla="*/ 1073608 w 1079803"/>
                <a:gd name="connsiteY2" fmla="*/ 4701 h 695566"/>
                <a:gd name="connsiteX3" fmla="*/ 1079721 w 1079803"/>
                <a:gd name="connsiteY3" fmla="*/ 23804 h 695566"/>
                <a:gd name="connsiteX4" fmla="*/ 1014388 w 1079803"/>
                <a:gd name="connsiteY4" fmla="*/ 224385 h 695566"/>
                <a:gd name="connsiteX5" fmla="*/ 975036 w 1079803"/>
                <a:gd name="connsiteY5" fmla="*/ 282459 h 695566"/>
                <a:gd name="connsiteX6" fmla="*/ 965103 w 1079803"/>
                <a:gd name="connsiteY6" fmla="*/ 306528 h 695566"/>
                <a:gd name="connsiteX7" fmla="*/ 948674 w 1079803"/>
                <a:gd name="connsiteY7" fmla="*/ 461644 h 695566"/>
                <a:gd name="connsiteX8" fmla="*/ 1036166 w 1079803"/>
                <a:gd name="connsiteY8" fmla="*/ 256478 h 695566"/>
                <a:gd name="connsiteX9" fmla="*/ 1050302 w 1079803"/>
                <a:gd name="connsiteY9" fmla="*/ 248073 h 695566"/>
                <a:gd name="connsiteX10" fmla="*/ 1055269 w 1079803"/>
                <a:gd name="connsiteY10" fmla="*/ 267558 h 695566"/>
                <a:gd name="connsiteX11" fmla="*/ 978093 w 1079803"/>
                <a:gd name="connsiteY11" fmla="*/ 460880 h 695566"/>
                <a:gd name="connsiteX12" fmla="*/ 877229 w 1079803"/>
                <a:gd name="connsiteY12" fmla="*/ 568239 h 695566"/>
                <a:gd name="connsiteX13" fmla="*/ 647993 w 1079803"/>
                <a:gd name="connsiteY13" fmla="*/ 678654 h 695566"/>
                <a:gd name="connsiteX14" fmla="*/ 420286 w 1079803"/>
                <a:gd name="connsiteY14" fmla="*/ 683239 h 695566"/>
                <a:gd name="connsiteX15" fmla="*/ 121515 w 1079803"/>
                <a:gd name="connsiteY15" fmla="*/ 481130 h 695566"/>
                <a:gd name="connsiteX16" fmla="*/ 13392 w 1079803"/>
                <a:gd name="connsiteY16" fmla="*/ 243871 h 695566"/>
                <a:gd name="connsiteX17" fmla="*/ 24854 w 1079803"/>
                <a:gd name="connsiteY17" fmla="*/ 238904 h 695566"/>
                <a:gd name="connsiteX18" fmla="*/ 47396 w 1079803"/>
                <a:gd name="connsiteY18" fmla="*/ 273671 h 695566"/>
                <a:gd name="connsiteX19" fmla="*/ 129921 w 1079803"/>
                <a:gd name="connsiteY19" fmla="*/ 449801 h 695566"/>
                <a:gd name="connsiteX20" fmla="*/ 121515 w 1079803"/>
                <a:gd name="connsiteY20" fmla="*/ 313787 h 695566"/>
                <a:gd name="connsiteX21" fmla="*/ 106615 w 1079803"/>
                <a:gd name="connsiteY21" fmla="*/ 274435 h 695566"/>
                <a:gd name="connsiteX22" fmla="*/ 6897 w 1079803"/>
                <a:gd name="connsiteY22" fmla="*/ 70797 h 695566"/>
                <a:gd name="connsiteX23" fmla="*/ 402 w 1079803"/>
                <a:gd name="connsiteY23" fmla="*/ 29535 h 695566"/>
                <a:gd name="connsiteX24" fmla="*/ 14156 w 1079803"/>
                <a:gd name="connsiteY24" fmla="*/ 13106 h 695566"/>
                <a:gd name="connsiteX25" fmla="*/ 22944 w 1079803"/>
                <a:gd name="connsiteY25" fmla="*/ 28007 h 695566"/>
                <a:gd name="connsiteX26" fmla="*/ 120751 w 1079803"/>
                <a:gd name="connsiteY26" fmla="*/ 242342 h 695566"/>
                <a:gd name="connsiteX27" fmla="*/ 189140 w 1079803"/>
                <a:gd name="connsiteY27" fmla="*/ 277110 h 695566"/>
                <a:gd name="connsiteX28" fmla="*/ 409206 w 1079803"/>
                <a:gd name="connsiteY28" fmla="*/ 332126 h 695566"/>
                <a:gd name="connsiteX29" fmla="*/ 780186 w 1079803"/>
                <a:gd name="connsiteY29" fmla="*/ 303090 h 695566"/>
                <a:gd name="connsiteX30" fmla="*/ 917345 w 1079803"/>
                <a:gd name="connsiteY30" fmla="*/ 253804 h 695566"/>
                <a:gd name="connsiteX31" fmla="*/ 949056 w 1079803"/>
                <a:gd name="connsiteY31" fmla="*/ 246927 h 695566"/>
                <a:gd name="connsiteX32" fmla="*/ 958990 w 1079803"/>
                <a:gd name="connsiteY32" fmla="*/ 256478 h 695566"/>
                <a:gd name="connsiteX33" fmla="*/ 1049538 w 1079803"/>
                <a:gd name="connsiteY33" fmla="*/ 93721 h 695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79803" h="695566">
                  <a:moveTo>
                    <a:pt x="1049538" y="93721"/>
                  </a:moveTo>
                  <a:cubicBezTo>
                    <a:pt x="1052594" y="66595"/>
                    <a:pt x="1054505" y="39469"/>
                    <a:pt x="1056797" y="12342"/>
                  </a:cubicBezTo>
                  <a:cubicBezTo>
                    <a:pt x="1057943" y="-648"/>
                    <a:pt x="1063292" y="-3704"/>
                    <a:pt x="1073608" y="4701"/>
                  </a:cubicBezTo>
                  <a:cubicBezTo>
                    <a:pt x="1079339" y="10050"/>
                    <a:pt x="1080103" y="16927"/>
                    <a:pt x="1079721" y="23804"/>
                  </a:cubicBezTo>
                  <a:cubicBezTo>
                    <a:pt x="1077046" y="64302"/>
                    <a:pt x="1058707" y="164402"/>
                    <a:pt x="1014388" y="224385"/>
                  </a:cubicBezTo>
                  <a:cubicBezTo>
                    <a:pt x="998342" y="244253"/>
                    <a:pt x="992611" y="263356"/>
                    <a:pt x="975036" y="282459"/>
                  </a:cubicBezTo>
                  <a:cubicBezTo>
                    <a:pt x="968923" y="289336"/>
                    <a:pt x="965867" y="297359"/>
                    <a:pt x="965103" y="306528"/>
                  </a:cubicBezTo>
                  <a:cubicBezTo>
                    <a:pt x="961282" y="347027"/>
                    <a:pt x="951349" y="418090"/>
                    <a:pt x="948674" y="461644"/>
                  </a:cubicBezTo>
                  <a:cubicBezTo>
                    <a:pt x="979621" y="416943"/>
                    <a:pt x="1030817" y="265266"/>
                    <a:pt x="1036166" y="256478"/>
                  </a:cubicBezTo>
                  <a:cubicBezTo>
                    <a:pt x="1039222" y="250748"/>
                    <a:pt x="1042661" y="246163"/>
                    <a:pt x="1050302" y="248073"/>
                  </a:cubicBezTo>
                  <a:cubicBezTo>
                    <a:pt x="1060618" y="252276"/>
                    <a:pt x="1057943" y="260681"/>
                    <a:pt x="1055269" y="267558"/>
                  </a:cubicBezTo>
                  <a:cubicBezTo>
                    <a:pt x="1036166" y="321046"/>
                    <a:pt x="1007893" y="411977"/>
                    <a:pt x="978093" y="460880"/>
                  </a:cubicBezTo>
                  <a:cubicBezTo>
                    <a:pt x="958608" y="493737"/>
                    <a:pt x="903973" y="549900"/>
                    <a:pt x="877229" y="568239"/>
                  </a:cubicBezTo>
                  <a:cubicBezTo>
                    <a:pt x="803874" y="611794"/>
                    <a:pt x="730136" y="653438"/>
                    <a:pt x="647993" y="678654"/>
                  </a:cubicBezTo>
                  <a:cubicBezTo>
                    <a:pt x="581897" y="701960"/>
                    <a:pt x="489057" y="698904"/>
                    <a:pt x="420286" y="683239"/>
                  </a:cubicBezTo>
                  <a:cubicBezTo>
                    <a:pt x="331648" y="649236"/>
                    <a:pt x="179206" y="542259"/>
                    <a:pt x="121515" y="481130"/>
                  </a:cubicBezTo>
                  <a:cubicBezTo>
                    <a:pt x="57329" y="408538"/>
                    <a:pt x="21416" y="267176"/>
                    <a:pt x="13392" y="243871"/>
                  </a:cubicBezTo>
                  <a:cubicBezTo>
                    <a:pt x="16067" y="239668"/>
                    <a:pt x="20269" y="238522"/>
                    <a:pt x="24854" y="238904"/>
                  </a:cubicBezTo>
                  <a:cubicBezTo>
                    <a:pt x="43193" y="243488"/>
                    <a:pt x="41665" y="261063"/>
                    <a:pt x="47396" y="273671"/>
                  </a:cubicBezTo>
                  <a:cubicBezTo>
                    <a:pt x="71083" y="350847"/>
                    <a:pt x="92479" y="393638"/>
                    <a:pt x="129921" y="449801"/>
                  </a:cubicBezTo>
                  <a:cubicBezTo>
                    <a:pt x="127628" y="432990"/>
                    <a:pt x="122661" y="343588"/>
                    <a:pt x="121515" y="313787"/>
                  </a:cubicBezTo>
                  <a:cubicBezTo>
                    <a:pt x="121133" y="303854"/>
                    <a:pt x="113492" y="281312"/>
                    <a:pt x="106615" y="274435"/>
                  </a:cubicBezTo>
                  <a:cubicBezTo>
                    <a:pt x="87894" y="246927"/>
                    <a:pt x="7661" y="73854"/>
                    <a:pt x="6897" y="70797"/>
                  </a:cubicBezTo>
                  <a:cubicBezTo>
                    <a:pt x="3841" y="57043"/>
                    <a:pt x="-1508" y="44053"/>
                    <a:pt x="402" y="29535"/>
                  </a:cubicBezTo>
                  <a:cubicBezTo>
                    <a:pt x="1548" y="21512"/>
                    <a:pt x="1548" y="11960"/>
                    <a:pt x="14156" y="13106"/>
                  </a:cubicBezTo>
                  <a:cubicBezTo>
                    <a:pt x="22180" y="15017"/>
                    <a:pt x="21798" y="21512"/>
                    <a:pt x="22944" y="28007"/>
                  </a:cubicBezTo>
                  <a:cubicBezTo>
                    <a:pt x="32113" y="76528"/>
                    <a:pt x="77196" y="187326"/>
                    <a:pt x="120751" y="242342"/>
                  </a:cubicBezTo>
                  <a:cubicBezTo>
                    <a:pt x="136033" y="255714"/>
                    <a:pt x="171183" y="271761"/>
                    <a:pt x="189140" y="277110"/>
                  </a:cubicBezTo>
                  <a:cubicBezTo>
                    <a:pt x="261731" y="298887"/>
                    <a:pt x="334322" y="319136"/>
                    <a:pt x="409206" y="332126"/>
                  </a:cubicBezTo>
                  <a:cubicBezTo>
                    <a:pt x="535668" y="354668"/>
                    <a:pt x="658691" y="340914"/>
                    <a:pt x="780186" y="303090"/>
                  </a:cubicBezTo>
                  <a:cubicBezTo>
                    <a:pt x="826415" y="288954"/>
                    <a:pt x="872262" y="270997"/>
                    <a:pt x="917345" y="253804"/>
                  </a:cubicBezTo>
                  <a:cubicBezTo>
                    <a:pt x="927661" y="251130"/>
                    <a:pt x="937594" y="245017"/>
                    <a:pt x="949056" y="246927"/>
                  </a:cubicBezTo>
                  <a:cubicBezTo>
                    <a:pt x="954787" y="247691"/>
                    <a:pt x="956697" y="252276"/>
                    <a:pt x="958990" y="256478"/>
                  </a:cubicBezTo>
                  <a:cubicBezTo>
                    <a:pt x="1012478" y="210631"/>
                    <a:pt x="1039222" y="139568"/>
                    <a:pt x="1049538" y="93721"/>
                  </a:cubicBezTo>
                  <a:close/>
                </a:path>
              </a:pathLst>
            </a:custGeom>
            <a:solidFill>
              <a:srgbClr val="E6E6E6"/>
            </a:solidFill>
            <a:ln w="3807"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7B79C34-B73A-EF2E-4052-D6BBB6C4A860}"/>
                </a:ext>
              </a:extLst>
            </p:cNvPr>
            <p:cNvSpPr/>
            <p:nvPr/>
          </p:nvSpPr>
          <p:spPr>
            <a:xfrm>
              <a:off x="10290555" y="2069043"/>
              <a:ext cx="1525945" cy="1909803"/>
            </a:xfrm>
            <a:custGeom>
              <a:avLst/>
              <a:gdLst>
                <a:gd name="connsiteX0" fmla="*/ 1384966 w 1525945"/>
                <a:gd name="connsiteY0" fmla="*/ 358259 h 1909803"/>
                <a:gd name="connsiteX1" fmla="*/ 1456793 w 1525945"/>
                <a:gd name="connsiteY1" fmla="*/ 487777 h 1909803"/>
                <a:gd name="connsiteX2" fmla="*/ 1516394 w 1525945"/>
                <a:gd name="connsiteY2" fmla="*/ 703641 h 1909803"/>
                <a:gd name="connsiteX3" fmla="*/ 1525946 w 1525945"/>
                <a:gd name="connsiteY3" fmla="*/ 907661 h 1909803"/>
                <a:gd name="connsiteX4" fmla="*/ 1446095 w 1525945"/>
                <a:gd name="connsiteY4" fmla="*/ 1144538 h 1909803"/>
                <a:gd name="connsiteX5" fmla="*/ 1340265 w 1525945"/>
                <a:gd name="connsiteY5" fmla="*/ 1261066 h 1909803"/>
                <a:gd name="connsiteX6" fmla="*/ 1324601 w 1525945"/>
                <a:gd name="connsiteY6" fmla="*/ 1298126 h 1909803"/>
                <a:gd name="connsiteX7" fmla="*/ 1381145 w 1525945"/>
                <a:gd name="connsiteY7" fmla="*/ 1909039 h 1909803"/>
                <a:gd name="connsiteX8" fmla="*/ 805382 w 1525945"/>
                <a:gd name="connsiteY8" fmla="*/ 1909803 h 1909803"/>
                <a:gd name="connsiteX9" fmla="*/ 787807 w 1525945"/>
                <a:gd name="connsiteY9" fmla="*/ 1902926 h 1909803"/>
                <a:gd name="connsiteX10" fmla="*/ 746544 w 1525945"/>
                <a:gd name="connsiteY10" fmla="*/ 1507877 h 1909803"/>
                <a:gd name="connsiteX11" fmla="*/ 749983 w 1525945"/>
                <a:gd name="connsiteY11" fmla="*/ 1394405 h 1909803"/>
                <a:gd name="connsiteX12" fmla="*/ 632309 w 1525945"/>
                <a:gd name="connsiteY12" fmla="*/ 1371481 h 1909803"/>
                <a:gd name="connsiteX13" fmla="*/ 641478 w 1525945"/>
                <a:gd name="connsiteY13" fmla="*/ 1501382 h 1909803"/>
                <a:gd name="connsiteX14" fmla="*/ 598305 w 1525945"/>
                <a:gd name="connsiteY14" fmla="*/ 1908657 h 1909803"/>
                <a:gd name="connsiteX15" fmla="*/ 0 w 1525945"/>
                <a:gd name="connsiteY15" fmla="*/ 1908657 h 1909803"/>
                <a:gd name="connsiteX16" fmla="*/ 19485 w 1525945"/>
                <a:gd name="connsiteY16" fmla="*/ 1696996 h 1909803"/>
                <a:gd name="connsiteX17" fmla="*/ 121113 w 1525945"/>
                <a:gd name="connsiteY17" fmla="*/ 211548 h 1909803"/>
                <a:gd name="connsiteX18" fmla="*/ 289219 w 1525945"/>
                <a:gd name="connsiteY18" fmla="*/ 80120 h 1909803"/>
                <a:gd name="connsiteX19" fmla="*/ 380531 w 1525945"/>
                <a:gd name="connsiteY19" fmla="*/ 10203 h 1909803"/>
                <a:gd name="connsiteX20" fmla="*/ 396196 w 1525945"/>
                <a:gd name="connsiteY20" fmla="*/ 269 h 1909803"/>
                <a:gd name="connsiteX21" fmla="*/ 393521 w 1525945"/>
                <a:gd name="connsiteY21" fmla="*/ 18226 h 1909803"/>
                <a:gd name="connsiteX22" fmla="*/ 398488 w 1525945"/>
                <a:gd name="connsiteY22" fmla="*/ 124057 h 1909803"/>
                <a:gd name="connsiteX23" fmla="*/ 500116 w 1525945"/>
                <a:gd name="connsiteY23" fmla="*/ 241731 h 1909803"/>
                <a:gd name="connsiteX24" fmla="*/ 563538 w 1525945"/>
                <a:gd name="connsiteY24" fmla="*/ 287960 h 1909803"/>
                <a:gd name="connsiteX25" fmla="*/ 579584 w 1525945"/>
                <a:gd name="connsiteY25" fmla="*/ 304007 h 1909803"/>
                <a:gd name="connsiteX26" fmla="*/ 641096 w 1525945"/>
                <a:gd name="connsiteY26" fmla="*/ 468674 h 1909803"/>
                <a:gd name="connsiteX27" fmla="*/ 621229 w 1525945"/>
                <a:gd name="connsiteY27" fmla="*/ 1073857 h 1909803"/>
                <a:gd name="connsiteX28" fmla="*/ 687707 w 1525945"/>
                <a:gd name="connsiteY28" fmla="*/ 1079206 h 1909803"/>
                <a:gd name="connsiteX29" fmla="*/ 767558 w 1525945"/>
                <a:gd name="connsiteY29" fmla="*/ 1083790 h 1909803"/>
                <a:gd name="connsiteX30" fmla="*/ 745780 w 1525945"/>
                <a:gd name="connsiteY30" fmla="*/ 477462 h 1909803"/>
                <a:gd name="connsiteX31" fmla="*/ 803853 w 1525945"/>
                <a:gd name="connsiteY31" fmla="*/ 317761 h 1909803"/>
                <a:gd name="connsiteX32" fmla="*/ 819518 w 1525945"/>
                <a:gd name="connsiteY32" fmla="*/ 294455 h 1909803"/>
                <a:gd name="connsiteX33" fmla="*/ 946362 w 1525945"/>
                <a:gd name="connsiteY33" fmla="*/ 188243 h 1909803"/>
                <a:gd name="connsiteX34" fmla="*/ 1006345 w 1525945"/>
                <a:gd name="connsiteY34" fmla="*/ 90053 h 1909803"/>
                <a:gd name="connsiteX35" fmla="*/ 999850 w 1525945"/>
                <a:gd name="connsiteY35" fmla="*/ 23957 h 1909803"/>
                <a:gd name="connsiteX36" fmla="*/ 994119 w 1525945"/>
                <a:gd name="connsiteY36" fmla="*/ 2562 h 1909803"/>
                <a:gd name="connsiteX37" fmla="*/ 1016278 w 1525945"/>
                <a:gd name="connsiteY37" fmla="*/ 7529 h 1909803"/>
                <a:gd name="connsiteX38" fmla="*/ 1195846 w 1525945"/>
                <a:gd name="connsiteY38" fmla="*/ 145834 h 1909803"/>
                <a:gd name="connsiteX39" fmla="*/ 1384966 w 1525945"/>
                <a:gd name="connsiteY39" fmla="*/ 358259 h 19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25945" h="1909803">
                  <a:moveTo>
                    <a:pt x="1384966" y="358259"/>
                  </a:moveTo>
                  <a:cubicBezTo>
                    <a:pt x="1414003" y="397993"/>
                    <a:pt x="1436926" y="441930"/>
                    <a:pt x="1456793" y="487777"/>
                  </a:cubicBezTo>
                  <a:cubicBezTo>
                    <a:pt x="1473604" y="527130"/>
                    <a:pt x="1512574" y="671548"/>
                    <a:pt x="1516394" y="703641"/>
                  </a:cubicBezTo>
                  <a:cubicBezTo>
                    <a:pt x="1522507" y="755219"/>
                    <a:pt x="1523653" y="890850"/>
                    <a:pt x="1525946" y="907661"/>
                  </a:cubicBezTo>
                  <a:cubicBezTo>
                    <a:pt x="1518687" y="993242"/>
                    <a:pt x="1492707" y="1072329"/>
                    <a:pt x="1446095" y="1144538"/>
                  </a:cubicBezTo>
                  <a:cubicBezTo>
                    <a:pt x="1417441" y="1189239"/>
                    <a:pt x="1382674" y="1228973"/>
                    <a:pt x="1340265" y="1261066"/>
                  </a:cubicBezTo>
                  <a:cubicBezTo>
                    <a:pt x="1327275" y="1271000"/>
                    <a:pt x="1322690" y="1280933"/>
                    <a:pt x="1324601" y="1298126"/>
                  </a:cubicBezTo>
                  <a:cubicBezTo>
                    <a:pt x="1331096" y="1358873"/>
                    <a:pt x="1375414" y="1850202"/>
                    <a:pt x="1381145" y="1909039"/>
                  </a:cubicBezTo>
                  <a:cubicBezTo>
                    <a:pt x="1355165" y="1909039"/>
                    <a:pt x="905863" y="1909039"/>
                    <a:pt x="805382" y="1909803"/>
                  </a:cubicBezTo>
                  <a:cubicBezTo>
                    <a:pt x="797740" y="1909803"/>
                    <a:pt x="794302" y="1903308"/>
                    <a:pt x="787807" y="1902926"/>
                  </a:cubicBezTo>
                  <a:cubicBezTo>
                    <a:pt x="771760" y="1896431"/>
                    <a:pt x="751129" y="1518956"/>
                    <a:pt x="746544" y="1507877"/>
                  </a:cubicBezTo>
                  <a:cubicBezTo>
                    <a:pt x="741960" y="1492594"/>
                    <a:pt x="762591" y="1395933"/>
                    <a:pt x="749983" y="1394405"/>
                  </a:cubicBezTo>
                  <a:cubicBezTo>
                    <a:pt x="710249" y="1389056"/>
                    <a:pt x="670897" y="1381797"/>
                    <a:pt x="632309" y="1371481"/>
                  </a:cubicBezTo>
                  <a:cubicBezTo>
                    <a:pt x="618554" y="1367661"/>
                    <a:pt x="644534" y="1488392"/>
                    <a:pt x="641478" y="1501382"/>
                  </a:cubicBezTo>
                  <a:cubicBezTo>
                    <a:pt x="640714" y="1566714"/>
                    <a:pt x="611295" y="1895285"/>
                    <a:pt x="598305" y="1908657"/>
                  </a:cubicBezTo>
                  <a:cubicBezTo>
                    <a:pt x="493239" y="1908657"/>
                    <a:pt x="24834" y="1908657"/>
                    <a:pt x="0" y="1908657"/>
                  </a:cubicBezTo>
                  <a:cubicBezTo>
                    <a:pt x="4967" y="1837976"/>
                    <a:pt x="11080" y="1767295"/>
                    <a:pt x="19485" y="1696996"/>
                  </a:cubicBezTo>
                  <a:cubicBezTo>
                    <a:pt x="20631" y="1687827"/>
                    <a:pt x="119203" y="220336"/>
                    <a:pt x="121113" y="211548"/>
                  </a:cubicBezTo>
                  <a:cubicBezTo>
                    <a:pt x="176894" y="167612"/>
                    <a:pt x="233056" y="123675"/>
                    <a:pt x="289219" y="80120"/>
                  </a:cubicBezTo>
                  <a:cubicBezTo>
                    <a:pt x="319402" y="56432"/>
                    <a:pt x="350349" y="33891"/>
                    <a:pt x="380531" y="10203"/>
                  </a:cubicBezTo>
                  <a:cubicBezTo>
                    <a:pt x="385498" y="6000"/>
                    <a:pt x="391611" y="4472"/>
                    <a:pt x="396196" y="269"/>
                  </a:cubicBezTo>
                  <a:cubicBezTo>
                    <a:pt x="399634" y="6764"/>
                    <a:pt x="396578" y="12877"/>
                    <a:pt x="393521" y="18226"/>
                  </a:cubicBezTo>
                  <a:cubicBezTo>
                    <a:pt x="373272" y="54522"/>
                    <a:pt x="380913" y="89671"/>
                    <a:pt x="398488" y="124057"/>
                  </a:cubicBezTo>
                  <a:cubicBezTo>
                    <a:pt x="422940" y="171050"/>
                    <a:pt x="459236" y="208874"/>
                    <a:pt x="500116" y="241731"/>
                  </a:cubicBezTo>
                  <a:cubicBezTo>
                    <a:pt x="520365" y="258160"/>
                    <a:pt x="541760" y="273442"/>
                    <a:pt x="563538" y="287960"/>
                  </a:cubicBezTo>
                  <a:cubicBezTo>
                    <a:pt x="570033" y="292163"/>
                    <a:pt x="576146" y="296748"/>
                    <a:pt x="579584" y="304007"/>
                  </a:cubicBezTo>
                  <a:cubicBezTo>
                    <a:pt x="597541" y="347180"/>
                    <a:pt x="636129" y="457595"/>
                    <a:pt x="641096" y="468674"/>
                  </a:cubicBezTo>
                  <a:cubicBezTo>
                    <a:pt x="644917" y="485867"/>
                    <a:pt x="605564" y="1071565"/>
                    <a:pt x="621229" y="1073857"/>
                  </a:cubicBezTo>
                  <a:cubicBezTo>
                    <a:pt x="643388" y="1077295"/>
                    <a:pt x="665548" y="1077678"/>
                    <a:pt x="687707" y="1079206"/>
                  </a:cubicBezTo>
                  <a:cubicBezTo>
                    <a:pt x="714451" y="1081116"/>
                    <a:pt x="740814" y="1082644"/>
                    <a:pt x="767558" y="1083790"/>
                  </a:cubicBezTo>
                  <a:cubicBezTo>
                    <a:pt x="785897" y="1084555"/>
                    <a:pt x="750365" y="507645"/>
                    <a:pt x="745780" y="477462"/>
                  </a:cubicBezTo>
                  <a:cubicBezTo>
                    <a:pt x="767558" y="425120"/>
                    <a:pt x="782076" y="370103"/>
                    <a:pt x="803853" y="317761"/>
                  </a:cubicBezTo>
                  <a:cubicBezTo>
                    <a:pt x="807674" y="308591"/>
                    <a:pt x="813405" y="301332"/>
                    <a:pt x="819518" y="294455"/>
                  </a:cubicBezTo>
                  <a:cubicBezTo>
                    <a:pt x="865747" y="263891"/>
                    <a:pt x="908156" y="228359"/>
                    <a:pt x="946362" y="188243"/>
                  </a:cubicBezTo>
                  <a:cubicBezTo>
                    <a:pt x="973488" y="159588"/>
                    <a:pt x="993737" y="127113"/>
                    <a:pt x="1006345" y="90053"/>
                  </a:cubicBezTo>
                  <a:cubicBezTo>
                    <a:pt x="1014368" y="66748"/>
                    <a:pt x="1010930" y="44970"/>
                    <a:pt x="999850" y="23957"/>
                  </a:cubicBezTo>
                  <a:cubicBezTo>
                    <a:pt x="996411" y="17462"/>
                    <a:pt x="991063" y="11349"/>
                    <a:pt x="994119" y="2562"/>
                  </a:cubicBezTo>
                  <a:cubicBezTo>
                    <a:pt x="1003288" y="-3551"/>
                    <a:pt x="1009783" y="2562"/>
                    <a:pt x="1016278" y="7529"/>
                  </a:cubicBezTo>
                  <a:cubicBezTo>
                    <a:pt x="1077026" y="52229"/>
                    <a:pt x="1136245" y="99223"/>
                    <a:pt x="1195846" y="145834"/>
                  </a:cubicBezTo>
                  <a:cubicBezTo>
                    <a:pt x="1208072" y="155004"/>
                    <a:pt x="1345232" y="303243"/>
                    <a:pt x="1384966" y="358259"/>
                  </a:cubicBezTo>
                  <a:close/>
                </a:path>
              </a:pathLst>
            </a:custGeom>
            <a:solidFill>
              <a:srgbClr val="F1F1F1"/>
            </a:solidFill>
            <a:ln w="3807"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BC8E641-FE10-6A2E-FD67-BAA9E0D94972}"/>
                </a:ext>
              </a:extLst>
            </p:cNvPr>
            <p:cNvSpPr/>
            <p:nvPr/>
          </p:nvSpPr>
          <p:spPr>
            <a:xfrm>
              <a:off x="9397278" y="2227220"/>
              <a:ext cx="1312411" cy="1508548"/>
            </a:xfrm>
            <a:custGeom>
              <a:avLst/>
              <a:gdLst>
                <a:gd name="connsiteX0" fmla="*/ 1014772 w 1312411"/>
                <a:gd name="connsiteY0" fmla="*/ 53371 h 1508548"/>
                <a:gd name="connsiteX1" fmla="*/ 1082778 w 1312411"/>
                <a:gd name="connsiteY1" fmla="*/ 199700 h 1508548"/>
                <a:gd name="connsiteX2" fmla="*/ 1307811 w 1312411"/>
                <a:gd name="connsiteY2" fmla="*/ 1321809 h 1508548"/>
                <a:gd name="connsiteX3" fmla="*/ 1292529 w 1312411"/>
                <a:gd name="connsiteY3" fmla="*/ 1453238 h 1508548"/>
                <a:gd name="connsiteX4" fmla="*/ 1214589 w 1312411"/>
                <a:gd name="connsiteY4" fmla="*/ 1505962 h 1508548"/>
                <a:gd name="connsiteX5" fmla="*/ 532613 w 1312411"/>
                <a:gd name="connsiteY5" fmla="*/ 1506726 h 1508548"/>
                <a:gd name="connsiteX6" fmla="*/ 389722 w 1312411"/>
                <a:gd name="connsiteY6" fmla="*/ 1468520 h 1508548"/>
                <a:gd name="connsiteX7" fmla="*/ 323244 w 1312411"/>
                <a:gd name="connsiteY7" fmla="*/ 1379500 h 1508548"/>
                <a:gd name="connsiteX8" fmla="*/ 22 w 1312411"/>
                <a:gd name="connsiteY8" fmla="*/ 189002 h 1508548"/>
                <a:gd name="connsiteX9" fmla="*/ 139855 w 1312411"/>
                <a:gd name="connsiteY9" fmla="*/ 35414 h 1508548"/>
                <a:gd name="connsiteX10" fmla="*/ 868443 w 1312411"/>
                <a:gd name="connsiteY10" fmla="*/ 265 h 1508548"/>
                <a:gd name="connsiteX11" fmla="*/ 1014772 w 1312411"/>
                <a:gd name="connsiteY11" fmla="*/ 53371 h 1508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2411" h="1508548">
                  <a:moveTo>
                    <a:pt x="1014772" y="53371"/>
                  </a:moveTo>
                  <a:cubicBezTo>
                    <a:pt x="1056416" y="93105"/>
                    <a:pt x="1074373" y="143537"/>
                    <a:pt x="1082778" y="199700"/>
                  </a:cubicBezTo>
                  <a:cubicBezTo>
                    <a:pt x="1091948" y="258537"/>
                    <a:pt x="1298642" y="1263736"/>
                    <a:pt x="1307811" y="1321809"/>
                  </a:cubicBezTo>
                  <a:cubicBezTo>
                    <a:pt x="1315071" y="1366128"/>
                    <a:pt x="1316217" y="1411211"/>
                    <a:pt x="1292529" y="1453238"/>
                  </a:cubicBezTo>
                  <a:cubicBezTo>
                    <a:pt x="1274954" y="1484566"/>
                    <a:pt x="1248210" y="1500613"/>
                    <a:pt x="1214589" y="1505962"/>
                  </a:cubicBezTo>
                  <a:cubicBezTo>
                    <a:pt x="1185552" y="1510547"/>
                    <a:pt x="598709" y="1507872"/>
                    <a:pt x="532613" y="1506726"/>
                  </a:cubicBezTo>
                  <a:cubicBezTo>
                    <a:pt x="482181" y="1505962"/>
                    <a:pt x="433277" y="1497557"/>
                    <a:pt x="389722" y="1468520"/>
                  </a:cubicBezTo>
                  <a:cubicBezTo>
                    <a:pt x="356865" y="1446360"/>
                    <a:pt x="332795" y="1418088"/>
                    <a:pt x="323244" y="1379500"/>
                  </a:cubicBezTo>
                  <a:cubicBezTo>
                    <a:pt x="319805" y="1366510"/>
                    <a:pt x="-3035" y="242873"/>
                    <a:pt x="22" y="189002"/>
                  </a:cubicBezTo>
                  <a:cubicBezTo>
                    <a:pt x="4606" y="112590"/>
                    <a:pt x="50453" y="41909"/>
                    <a:pt x="139855" y="35414"/>
                  </a:cubicBezTo>
                  <a:cubicBezTo>
                    <a:pt x="197928" y="31212"/>
                    <a:pt x="825652" y="-117"/>
                    <a:pt x="868443" y="265"/>
                  </a:cubicBezTo>
                  <a:cubicBezTo>
                    <a:pt x="924606" y="-2410"/>
                    <a:pt x="973509" y="15165"/>
                    <a:pt x="1014772" y="53371"/>
                  </a:cubicBezTo>
                  <a:close/>
                </a:path>
              </a:pathLst>
            </a:custGeom>
            <a:solidFill>
              <a:schemeClr val="accent1"/>
            </a:solidFill>
            <a:ln w="3807"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30C8C4E-0525-A149-1AD7-F70F6E47461B}"/>
                </a:ext>
              </a:extLst>
            </p:cNvPr>
            <p:cNvSpPr/>
            <p:nvPr/>
          </p:nvSpPr>
          <p:spPr>
            <a:xfrm>
              <a:off x="9556189" y="3125693"/>
              <a:ext cx="358844" cy="444408"/>
            </a:xfrm>
            <a:custGeom>
              <a:avLst/>
              <a:gdLst>
                <a:gd name="connsiteX0" fmla="*/ 55828 w 358844"/>
                <a:gd name="connsiteY0" fmla="*/ 351509 h 444408"/>
                <a:gd name="connsiteX1" fmla="*/ 58885 w 358844"/>
                <a:gd name="connsiteY1" fmla="*/ 310247 h 444408"/>
                <a:gd name="connsiteX2" fmla="*/ 48951 w 358844"/>
                <a:gd name="connsiteY2" fmla="*/ 295346 h 444408"/>
                <a:gd name="connsiteX3" fmla="*/ 29084 w 358844"/>
                <a:gd name="connsiteY3" fmla="*/ 241094 h 444408"/>
                <a:gd name="connsiteX4" fmla="*/ 22971 w 358844"/>
                <a:gd name="connsiteY4" fmla="*/ 225430 h 444408"/>
                <a:gd name="connsiteX5" fmla="*/ 19532 w 358844"/>
                <a:gd name="connsiteY5" fmla="*/ 152838 h 444408"/>
                <a:gd name="connsiteX6" fmla="*/ 62323 w 358844"/>
                <a:gd name="connsiteY6" fmla="*/ 116543 h 444408"/>
                <a:gd name="connsiteX7" fmla="*/ 196044 w 358844"/>
                <a:gd name="connsiteY7" fmla="*/ 15297 h 444408"/>
                <a:gd name="connsiteX8" fmla="*/ 233868 w 358844"/>
                <a:gd name="connsiteY8" fmla="*/ 14 h 444408"/>
                <a:gd name="connsiteX9" fmla="*/ 261376 w 358844"/>
                <a:gd name="connsiteY9" fmla="*/ 14151 h 444408"/>
                <a:gd name="connsiteX10" fmla="*/ 257556 w 358844"/>
                <a:gd name="connsiteY10" fmla="*/ 44333 h 444408"/>
                <a:gd name="connsiteX11" fmla="*/ 146758 w 358844"/>
                <a:gd name="connsiteY11" fmla="*/ 161626 h 444408"/>
                <a:gd name="connsiteX12" fmla="*/ 126509 w 358844"/>
                <a:gd name="connsiteY12" fmla="*/ 179964 h 444408"/>
                <a:gd name="connsiteX13" fmla="*/ 212090 w 358844"/>
                <a:gd name="connsiteY13" fmla="*/ 137938 h 444408"/>
                <a:gd name="connsiteX14" fmla="*/ 269017 w 358844"/>
                <a:gd name="connsiteY14" fmla="*/ 112722 h 444408"/>
                <a:gd name="connsiteX15" fmla="*/ 312572 w 358844"/>
                <a:gd name="connsiteY15" fmla="*/ 126476 h 444408"/>
                <a:gd name="connsiteX16" fmla="*/ 300346 w 358844"/>
                <a:gd name="connsiteY16" fmla="*/ 164300 h 444408"/>
                <a:gd name="connsiteX17" fmla="*/ 264815 w 358844"/>
                <a:gd name="connsiteY17" fmla="*/ 195247 h 444408"/>
                <a:gd name="connsiteX18" fmla="*/ 304167 w 358844"/>
                <a:gd name="connsiteY18" fmla="*/ 182257 h 444408"/>
                <a:gd name="connsiteX19" fmla="*/ 341609 w 358844"/>
                <a:gd name="connsiteY19" fmla="*/ 193337 h 444408"/>
                <a:gd name="connsiteX20" fmla="*/ 333585 w 358844"/>
                <a:gd name="connsiteY20" fmla="*/ 233071 h 444408"/>
                <a:gd name="connsiteX21" fmla="*/ 289649 w 358844"/>
                <a:gd name="connsiteY21" fmla="*/ 270131 h 444408"/>
                <a:gd name="connsiteX22" fmla="*/ 311808 w 358844"/>
                <a:gd name="connsiteY22" fmla="*/ 264018 h 444408"/>
                <a:gd name="connsiteX23" fmla="*/ 353835 w 358844"/>
                <a:gd name="connsiteY23" fmla="*/ 274333 h 444408"/>
                <a:gd name="connsiteX24" fmla="*/ 344665 w 358844"/>
                <a:gd name="connsiteY24" fmla="*/ 316742 h 444408"/>
                <a:gd name="connsiteX25" fmla="*/ 248004 w 358844"/>
                <a:gd name="connsiteY25" fmla="*/ 388951 h 444408"/>
                <a:gd name="connsiteX26" fmla="*/ 154017 w 358844"/>
                <a:gd name="connsiteY26" fmla="*/ 441293 h 444408"/>
                <a:gd name="connsiteX27" fmla="*/ 97091 w 358844"/>
                <a:gd name="connsiteY27" fmla="*/ 429067 h 444408"/>
                <a:gd name="connsiteX28" fmla="*/ 90596 w 358844"/>
                <a:gd name="connsiteY28" fmla="*/ 385895 h 444408"/>
                <a:gd name="connsiteX29" fmla="*/ 84483 w 358844"/>
                <a:gd name="connsiteY29" fmla="*/ 368702 h 444408"/>
                <a:gd name="connsiteX30" fmla="*/ 55828 w 358844"/>
                <a:gd name="connsiteY30" fmla="*/ 351509 h 4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58844" h="444408">
                  <a:moveTo>
                    <a:pt x="55828" y="351509"/>
                  </a:moveTo>
                  <a:cubicBezTo>
                    <a:pt x="50097" y="338901"/>
                    <a:pt x="50861" y="327822"/>
                    <a:pt x="58885" y="310247"/>
                  </a:cubicBezTo>
                  <a:cubicBezTo>
                    <a:pt x="63087" y="301459"/>
                    <a:pt x="55064" y="298403"/>
                    <a:pt x="48951" y="295346"/>
                  </a:cubicBezTo>
                  <a:cubicBezTo>
                    <a:pt x="22207" y="282356"/>
                    <a:pt x="16094" y="267074"/>
                    <a:pt x="29084" y="241094"/>
                  </a:cubicBezTo>
                  <a:cubicBezTo>
                    <a:pt x="33287" y="232307"/>
                    <a:pt x="30230" y="229632"/>
                    <a:pt x="22971" y="225430"/>
                  </a:cubicBezTo>
                  <a:cubicBezTo>
                    <a:pt x="-6066" y="208619"/>
                    <a:pt x="-7976" y="172323"/>
                    <a:pt x="19532" y="152838"/>
                  </a:cubicBezTo>
                  <a:cubicBezTo>
                    <a:pt x="35197" y="141758"/>
                    <a:pt x="47805" y="128004"/>
                    <a:pt x="62323" y="116543"/>
                  </a:cubicBezTo>
                  <a:cubicBezTo>
                    <a:pt x="106642" y="82539"/>
                    <a:pt x="150961" y="48536"/>
                    <a:pt x="196044" y="15297"/>
                  </a:cubicBezTo>
                  <a:cubicBezTo>
                    <a:pt x="207124" y="6891"/>
                    <a:pt x="219350" y="-368"/>
                    <a:pt x="233868" y="14"/>
                  </a:cubicBezTo>
                  <a:cubicBezTo>
                    <a:pt x="245712" y="14"/>
                    <a:pt x="256409" y="4599"/>
                    <a:pt x="261376" y="14151"/>
                  </a:cubicBezTo>
                  <a:cubicBezTo>
                    <a:pt x="266343" y="23702"/>
                    <a:pt x="264815" y="34400"/>
                    <a:pt x="257556" y="44333"/>
                  </a:cubicBezTo>
                  <a:cubicBezTo>
                    <a:pt x="226227" y="88652"/>
                    <a:pt x="186110" y="124566"/>
                    <a:pt x="146758" y="161626"/>
                  </a:cubicBezTo>
                  <a:cubicBezTo>
                    <a:pt x="141409" y="166975"/>
                    <a:pt x="135679" y="171941"/>
                    <a:pt x="126509" y="179964"/>
                  </a:cubicBezTo>
                  <a:cubicBezTo>
                    <a:pt x="160894" y="165064"/>
                    <a:pt x="185728" y="152838"/>
                    <a:pt x="212090" y="137938"/>
                  </a:cubicBezTo>
                  <a:cubicBezTo>
                    <a:pt x="230429" y="127622"/>
                    <a:pt x="249150" y="118453"/>
                    <a:pt x="269017" y="112722"/>
                  </a:cubicBezTo>
                  <a:cubicBezTo>
                    <a:pt x="286974" y="107373"/>
                    <a:pt x="305695" y="112340"/>
                    <a:pt x="312572" y="126476"/>
                  </a:cubicBezTo>
                  <a:cubicBezTo>
                    <a:pt x="320213" y="142523"/>
                    <a:pt x="312190" y="153984"/>
                    <a:pt x="300346" y="164300"/>
                  </a:cubicBezTo>
                  <a:cubicBezTo>
                    <a:pt x="288884" y="173852"/>
                    <a:pt x="277805" y="183785"/>
                    <a:pt x="264815" y="195247"/>
                  </a:cubicBezTo>
                  <a:cubicBezTo>
                    <a:pt x="280861" y="190280"/>
                    <a:pt x="290795" y="184167"/>
                    <a:pt x="304167" y="182257"/>
                  </a:cubicBezTo>
                  <a:cubicBezTo>
                    <a:pt x="320595" y="179964"/>
                    <a:pt x="332439" y="178054"/>
                    <a:pt x="341609" y="193337"/>
                  </a:cubicBezTo>
                  <a:cubicBezTo>
                    <a:pt x="350778" y="208619"/>
                    <a:pt x="343137" y="222373"/>
                    <a:pt x="333585" y="233071"/>
                  </a:cubicBezTo>
                  <a:cubicBezTo>
                    <a:pt x="320977" y="247589"/>
                    <a:pt x="303785" y="255994"/>
                    <a:pt x="289649" y="270131"/>
                  </a:cubicBezTo>
                  <a:cubicBezTo>
                    <a:pt x="303403" y="267838"/>
                    <a:pt x="304549" y="265928"/>
                    <a:pt x="311808" y="264018"/>
                  </a:cubicBezTo>
                  <a:cubicBezTo>
                    <a:pt x="328619" y="259433"/>
                    <a:pt x="343519" y="259051"/>
                    <a:pt x="353835" y="274333"/>
                  </a:cubicBezTo>
                  <a:cubicBezTo>
                    <a:pt x="364532" y="290380"/>
                    <a:pt x="356509" y="305662"/>
                    <a:pt x="344665" y="316742"/>
                  </a:cubicBezTo>
                  <a:cubicBezTo>
                    <a:pt x="315247" y="344250"/>
                    <a:pt x="281625" y="366409"/>
                    <a:pt x="248004" y="388951"/>
                  </a:cubicBezTo>
                  <a:cubicBezTo>
                    <a:pt x="218203" y="408818"/>
                    <a:pt x="186492" y="426011"/>
                    <a:pt x="154017" y="441293"/>
                  </a:cubicBezTo>
                  <a:cubicBezTo>
                    <a:pt x="139117" y="447024"/>
                    <a:pt x="113519" y="445878"/>
                    <a:pt x="97091" y="429067"/>
                  </a:cubicBezTo>
                  <a:cubicBezTo>
                    <a:pt x="84483" y="416077"/>
                    <a:pt x="81808" y="401559"/>
                    <a:pt x="90596" y="385895"/>
                  </a:cubicBezTo>
                  <a:cubicBezTo>
                    <a:pt x="96326" y="376343"/>
                    <a:pt x="95944" y="372523"/>
                    <a:pt x="84483" y="368702"/>
                  </a:cubicBezTo>
                  <a:cubicBezTo>
                    <a:pt x="74549" y="364499"/>
                    <a:pt x="63851" y="360297"/>
                    <a:pt x="55828" y="351509"/>
                  </a:cubicBezTo>
                  <a:close/>
                </a:path>
              </a:pathLst>
            </a:custGeom>
            <a:solidFill>
              <a:srgbClr val="FEAD6D"/>
            </a:solidFill>
            <a:ln w="3807"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E3FD84DC-B96F-E329-E4B1-F61F651121F4}"/>
                </a:ext>
              </a:extLst>
            </p:cNvPr>
            <p:cNvSpPr/>
            <p:nvPr/>
          </p:nvSpPr>
          <p:spPr>
            <a:xfrm>
              <a:off x="10663582" y="2029191"/>
              <a:ext cx="295382" cy="346991"/>
            </a:xfrm>
            <a:custGeom>
              <a:avLst/>
              <a:gdLst>
                <a:gd name="connsiteX0" fmla="*/ 177138 w 295382"/>
                <a:gd name="connsiteY0" fmla="*/ 129524 h 346991"/>
                <a:gd name="connsiteX1" fmla="*/ 282204 w 295382"/>
                <a:gd name="connsiteY1" fmla="*/ 190271 h 346991"/>
                <a:gd name="connsiteX2" fmla="*/ 294430 w 295382"/>
                <a:gd name="connsiteY2" fmla="*/ 205172 h 346991"/>
                <a:gd name="connsiteX3" fmla="*/ 201208 w 295382"/>
                <a:gd name="connsiteY3" fmla="*/ 343859 h 346991"/>
                <a:gd name="connsiteX4" fmla="*/ 73600 w 295382"/>
                <a:gd name="connsiteY4" fmla="*/ 241467 h 346991"/>
                <a:gd name="connsiteX5" fmla="*/ 4447 w 295382"/>
                <a:gd name="connsiteY5" fmla="*/ 129906 h 346991"/>
                <a:gd name="connsiteX6" fmla="*/ 22786 w 295382"/>
                <a:gd name="connsiteY6" fmla="*/ 40122 h 346991"/>
                <a:gd name="connsiteX7" fmla="*/ 120975 w 295382"/>
                <a:gd name="connsiteY7" fmla="*/ 6 h 346991"/>
                <a:gd name="connsiteX8" fmla="*/ 140078 w 295382"/>
                <a:gd name="connsiteY8" fmla="*/ 19873 h 346991"/>
                <a:gd name="connsiteX9" fmla="*/ 177138 w 295382"/>
                <a:gd name="connsiteY9" fmla="*/ 129524 h 34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382" h="346991">
                  <a:moveTo>
                    <a:pt x="177138" y="129524"/>
                  </a:moveTo>
                  <a:cubicBezTo>
                    <a:pt x="206939" y="158942"/>
                    <a:pt x="243234" y="176517"/>
                    <a:pt x="282204" y="190271"/>
                  </a:cubicBezTo>
                  <a:cubicBezTo>
                    <a:pt x="289846" y="192946"/>
                    <a:pt x="298251" y="195620"/>
                    <a:pt x="294430" y="205172"/>
                  </a:cubicBezTo>
                  <a:cubicBezTo>
                    <a:pt x="291374" y="213195"/>
                    <a:pt x="232919" y="370985"/>
                    <a:pt x="201208" y="343859"/>
                  </a:cubicBezTo>
                  <a:cubicBezTo>
                    <a:pt x="156889" y="311766"/>
                    <a:pt x="111042" y="281966"/>
                    <a:pt x="73600" y="241467"/>
                  </a:cubicBezTo>
                  <a:cubicBezTo>
                    <a:pt x="43035" y="208610"/>
                    <a:pt x="17055" y="173079"/>
                    <a:pt x="4447" y="129906"/>
                  </a:cubicBezTo>
                  <a:cubicBezTo>
                    <a:pt x="-2812" y="104308"/>
                    <a:pt x="-3958" y="58843"/>
                    <a:pt x="22786" y="40122"/>
                  </a:cubicBezTo>
                  <a:cubicBezTo>
                    <a:pt x="52205" y="18727"/>
                    <a:pt x="82005" y="-376"/>
                    <a:pt x="120975" y="6"/>
                  </a:cubicBezTo>
                  <a:cubicBezTo>
                    <a:pt x="136258" y="388"/>
                    <a:pt x="141607" y="4972"/>
                    <a:pt x="140078" y="19873"/>
                  </a:cubicBezTo>
                  <a:cubicBezTo>
                    <a:pt x="137786" y="50055"/>
                    <a:pt x="168351" y="121118"/>
                    <a:pt x="177138" y="129524"/>
                  </a:cubicBezTo>
                  <a:close/>
                </a:path>
              </a:pathLst>
            </a:custGeom>
            <a:solidFill>
              <a:schemeClr val="accent4"/>
            </a:solidFill>
            <a:ln w="3807"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4847B46-B074-8C59-E40B-D3C283B37EBD}"/>
                </a:ext>
              </a:extLst>
            </p:cNvPr>
            <p:cNvSpPr/>
            <p:nvPr/>
          </p:nvSpPr>
          <p:spPr>
            <a:xfrm>
              <a:off x="10873196" y="1939030"/>
              <a:ext cx="230069" cy="118567"/>
            </a:xfrm>
            <a:custGeom>
              <a:avLst/>
              <a:gdLst>
                <a:gd name="connsiteX0" fmla="*/ 227325 w 230069"/>
                <a:gd name="connsiteY0" fmla="*/ 6113 h 118567"/>
                <a:gd name="connsiteX1" fmla="*/ 129136 w 230069"/>
                <a:gd name="connsiteY1" fmla="*/ 61130 h 118567"/>
                <a:gd name="connsiteX2" fmla="*/ 23306 w 230069"/>
                <a:gd name="connsiteY2" fmla="*/ 114618 h 118567"/>
                <a:gd name="connsiteX3" fmla="*/ 764 w 230069"/>
                <a:gd name="connsiteY3" fmla="*/ 105830 h 118567"/>
                <a:gd name="connsiteX4" fmla="*/ 0 w 230069"/>
                <a:gd name="connsiteY4" fmla="*/ 7641 h 118567"/>
                <a:gd name="connsiteX5" fmla="*/ 228472 w 230069"/>
                <a:gd name="connsiteY5" fmla="*/ 0 h 118567"/>
                <a:gd name="connsiteX6" fmla="*/ 227325 w 230069"/>
                <a:gd name="connsiteY6" fmla="*/ 6113 h 11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069" h="118567">
                  <a:moveTo>
                    <a:pt x="227325" y="6113"/>
                  </a:moveTo>
                  <a:cubicBezTo>
                    <a:pt x="197525" y="30183"/>
                    <a:pt x="161993" y="43173"/>
                    <a:pt x="129136" y="61130"/>
                  </a:cubicBezTo>
                  <a:cubicBezTo>
                    <a:pt x="94369" y="80233"/>
                    <a:pt x="58455" y="96661"/>
                    <a:pt x="23306" y="114618"/>
                  </a:cubicBezTo>
                  <a:cubicBezTo>
                    <a:pt x="11462" y="120731"/>
                    <a:pt x="3439" y="121113"/>
                    <a:pt x="764" y="105830"/>
                  </a:cubicBezTo>
                  <a:cubicBezTo>
                    <a:pt x="382" y="72973"/>
                    <a:pt x="382" y="40498"/>
                    <a:pt x="0" y="7641"/>
                  </a:cubicBezTo>
                  <a:cubicBezTo>
                    <a:pt x="76794" y="29419"/>
                    <a:pt x="152824" y="25216"/>
                    <a:pt x="228472" y="0"/>
                  </a:cubicBezTo>
                  <a:cubicBezTo>
                    <a:pt x="230764" y="2292"/>
                    <a:pt x="230764" y="4585"/>
                    <a:pt x="227325" y="6113"/>
                  </a:cubicBezTo>
                  <a:close/>
                </a:path>
              </a:pathLst>
            </a:custGeom>
            <a:solidFill>
              <a:srgbClr val="E08D55"/>
            </a:solidFill>
            <a:ln w="3807"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9D395064-17D9-097A-E45B-4E4AC5D372F3}"/>
                </a:ext>
              </a:extLst>
            </p:cNvPr>
            <p:cNvSpPr/>
            <p:nvPr/>
          </p:nvSpPr>
          <p:spPr>
            <a:xfrm>
              <a:off x="10888860" y="3927486"/>
              <a:ext cx="189119" cy="51094"/>
            </a:xfrm>
            <a:custGeom>
              <a:avLst/>
              <a:gdLst>
                <a:gd name="connsiteX0" fmla="*/ 0 w 189119"/>
                <a:gd name="connsiteY0" fmla="*/ 50215 h 51094"/>
                <a:gd name="connsiteX1" fmla="*/ 5731 w 189119"/>
                <a:gd name="connsiteY1" fmla="*/ 4367 h 51094"/>
                <a:gd name="connsiteX2" fmla="*/ 25598 w 189119"/>
                <a:gd name="connsiteY2" fmla="*/ 547 h 51094"/>
                <a:gd name="connsiteX3" fmla="*/ 157027 w 189119"/>
                <a:gd name="connsiteY3" fmla="*/ 4749 h 51094"/>
                <a:gd name="connsiteX4" fmla="*/ 182242 w 189119"/>
                <a:gd name="connsiteY4" fmla="*/ 11244 h 51094"/>
                <a:gd name="connsiteX5" fmla="*/ 189119 w 189119"/>
                <a:gd name="connsiteY5" fmla="*/ 44484 h 51094"/>
                <a:gd name="connsiteX6" fmla="*/ 175365 w 189119"/>
                <a:gd name="connsiteY6" fmla="*/ 50979 h 51094"/>
                <a:gd name="connsiteX7" fmla="*/ 0 w 189119"/>
                <a:gd name="connsiteY7" fmla="*/ 50215 h 51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119" h="51094">
                  <a:moveTo>
                    <a:pt x="0" y="50215"/>
                  </a:moveTo>
                  <a:cubicBezTo>
                    <a:pt x="1910" y="34932"/>
                    <a:pt x="3821" y="19650"/>
                    <a:pt x="5731" y="4367"/>
                  </a:cubicBezTo>
                  <a:cubicBezTo>
                    <a:pt x="11844" y="-217"/>
                    <a:pt x="18721" y="-599"/>
                    <a:pt x="25598" y="547"/>
                  </a:cubicBezTo>
                  <a:cubicBezTo>
                    <a:pt x="69153" y="6660"/>
                    <a:pt x="113090" y="4367"/>
                    <a:pt x="157027" y="4749"/>
                  </a:cubicBezTo>
                  <a:cubicBezTo>
                    <a:pt x="166196" y="4749"/>
                    <a:pt x="174983" y="4749"/>
                    <a:pt x="182242" y="11244"/>
                  </a:cubicBezTo>
                  <a:cubicBezTo>
                    <a:pt x="184917" y="22324"/>
                    <a:pt x="181478" y="34550"/>
                    <a:pt x="189119" y="44484"/>
                  </a:cubicBezTo>
                  <a:cubicBezTo>
                    <a:pt x="187209" y="52507"/>
                    <a:pt x="181096" y="50979"/>
                    <a:pt x="175365" y="50979"/>
                  </a:cubicBezTo>
                  <a:cubicBezTo>
                    <a:pt x="117292" y="50596"/>
                    <a:pt x="58455" y="50215"/>
                    <a:pt x="0" y="50215"/>
                  </a:cubicBezTo>
                  <a:close/>
                </a:path>
              </a:pathLst>
            </a:custGeom>
            <a:solidFill>
              <a:schemeClr val="accent2">
                <a:lumMod val="50000"/>
              </a:schemeClr>
            </a:solidFill>
            <a:ln w="3807"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DBE71FF-0314-821F-4F98-FF2B7E26A4B5}"/>
                </a:ext>
              </a:extLst>
            </p:cNvPr>
            <p:cNvSpPr/>
            <p:nvPr/>
          </p:nvSpPr>
          <p:spPr>
            <a:xfrm>
              <a:off x="10901775" y="3429769"/>
              <a:ext cx="162319" cy="211720"/>
            </a:xfrm>
            <a:custGeom>
              <a:avLst/>
              <a:gdLst>
                <a:gd name="connsiteX0" fmla="*/ 457 w 162319"/>
                <a:gd name="connsiteY0" fmla="*/ 10373 h 211720"/>
                <a:gd name="connsiteX1" fmla="*/ 10773 w 162319"/>
                <a:gd name="connsiteY1" fmla="*/ 822 h 211720"/>
                <a:gd name="connsiteX2" fmla="*/ 154045 w 162319"/>
                <a:gd name="connsiteY2" fmla="*/ 29094 h 211720"/>
                <a:gd name="connsiteX3" fmla="*/ 161686 w 162319"/>
                <a:gd name="connsiteY3" fmla="*/ 42466 h 211720"/>
                <a:gd name="connsiteX4" fmla="*/ 115075 w 162319"/>
                <a:gd name="connsiteY4" fmla="*/ 189941 h 211720"/>
                <a:gd name="connsiteX5" fmla="*/ 61968 w 162319"/>
                <a:gd name="connsiteY5" fmla="*/ 197201 h 211720"/>
                <a:gd name="connsiteX6" fmla="*/ 457 w 162319"/>
                <a:gd name="connsiteY6" fmla="*/ 10373 h 21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319" h="211720">
                  <a:moveTo>
                    <a:pt x="457" y="10373"/>
                  </a:moveTo>
                  <a:cubicBezTo>
                    <a:pt x="-1453" y="822"/>
                    <a:pt x="2749" y="-1470"/>
                    <a:pt x="10773" y="822"/>
                  </a:cubicBezTo>
                  <a:cubicBezTo>
                    <a:pt x="57766" y="13812"/>
                    <a:pt x="106287" y="21071"/>
                    <a:pt x="154045" y="29094"/>
                  </a:cubicBezTo>
                  <a:cubicBezTo>
                    <a:pt x="162450" y="30622"/>
                    <a:pt x="163214" y="34825"/>
                    <a:pt x="161686" y="42466"/>
                  </a:cubicBezTo>
                  <a:cubicBezTo>
                    <a:pt x="156337" y="70357"/>
                    <a:pt x="151752" y="128048"/>
                    <a:pt x="115075" y="189941"/>
                  </a:cubicBezTo>
                  <a:cubicBezTo>
                    <a:pt x="99792" y="215539"/>
                    <a:pt x="74194" y="219360"/>
                    <a:pt x="61968" y="197201"/>
                  </a:cubicBezTo>
                  <a:cubicBezTo>
                    <a:pt x="24145" y="128048"/>
                    <a:pt x="3895" y="26420"/>
                    <a:pt x="457" y="10373"/>
                  </a:cubicBezTo>
                  <a:close/>
                </a:path>
              </a:pathLst>
            </a:custGeom>
            <a:solidFill>
              <a:schemeClr val="accent6"/>
            </a:solidFill>
            <a:ln w="3807"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487A683-68EE-CB01-7BCA-FEAE7746F18B}"/>
                </a:ext>
              </a:extLst>
            </p:cNvPr>
            <p:cNvSpPr/>
            <p:nvPr/>
          </p:nvSpPr>
          <p:spPr>
            <a:xfrm>
              <a:off x="10470505" y="2388714"/>
              <a:ext cx="416827" cy="683886"/>
            </a:xfrm>
            <a:custGeom>
              <a:avLst/>
              <a:gdLst>
                <a:gd name="connsiteX0" fmla="*/ 409568 w 416827"/>
                <a:gd name="connsiteY0" fmla="*/ 683887 h 683886"/>
                <a:gd name="connsiteX1" fmla="*/ 289601 w 416827"/>
                <a:gd name="connsiteY1" fmla="*/ 462674 h 683886"/>
                <a:gd name="connsiteX2" fmla="*/ 71063 w 416827"/>
                <a:gd name="connsiteY2" fmla="*/ 255216 h 683886"/>
                <a:gd name="connsiteX3" fmla="*/ 56927 w 416827"/>
                <a:gd name="connsiteY3" fmla="*/ 248339 h 683886"/>
                <a:gd name="connsiteX4" fmla="*/ 53488 w 416827"/>
                <a:gd name="connsiteY4" fmla="*/ 242608 h 683886"/>
                <a:gd name="connsiteX5" fmla="*/ 127608 w 416827"/>
                <a:gd name="connsiteY5" fmla="*/ 154734 h 683886"/>
                <a:gd name="connsiteX6" fmla="*/ 205548 w 416827"/>
                <a:gd name="connsiteY6" fmla="*/ 64568 h 683886"/>
                <a:gd name="connsiteX7" fmla="*/ 0 w 416827"/>
                <a:gd name="connsiteY7" fmla="*/ 7641 h 683886"/>
                <a:gd name="connsiteX8" fmla="*/ 1528 w 416827"/>
                <a:gd name="connsiteY8" fmla="*/ 0 h 683886"/>
                <a:gd name="connsiteX9" fmla="*/ 212807 w 416827"/>
                <a:gd name="connsiteY9" fmla="*/ 61130 h 683886"/>
                <a:gd name="connsiteX10" fmla="*/ 133339 w 416827"/>
                <a:gd name="connsiteY10" fmla="*/ 160083 h 683886"/>
                <a:gd name="connsiteX11" fmla="*/ 61512 w 416827"/>
                <a:gd name="connsiteY11" fmla="*/ 241844 h 683886"/>
                <a:gd name="connsiteX12" fmla="*/ 74884 w 416827"/>
                <a:gd name="connsiteY12" fmla="*/ 248339 h 683886"/>
                <a:gd name="connsiteX13" fmla="*/ 296860 w 416827"/>
                <a:gd name="connsiteY13" fmla="*/ 458854 h 683886"/>
                <a:gd name="connsiteX14" fmla="*/ 416827 w 416827"/>
                <a:gd name="connsiteY14" fmla="*/ 680066 h 683886"/>
                <a:gd name="connsiteX15" fmla="*/ 409568 w 416827"/>
                <a:gd name="connsiteY15" fmla="*/ 683887 h 68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6827" h="683886">
                  <a:moveTo>
                    <a:pt x="409568" y="683887"/>
                  </a:moveTo>
                  <a:cubicBezTo>
                    <a:pt x="409186" y="683123"/>
                    <a:pt x="375565" y="623139"/>
                    <a:pt x="289601" y="462674"/>
                  </a:cubicBezTo>
                  <a:cubicBezTo>
                    <a:pt x="214718" y="323223"/>
                    <a:pt x="110033" y="273937"/>
                    <a:pt x="71063" y="255216"/>
                  </a:cubicBezTo>
                  <a:cubicBezTo>
                    <a:pt x="64568" y="252159"/>
                    <a:pt x="59983" y="249867"/>
                    <a:pt x="56927" y="248339"/>
                  </a:cubicBezTo>
                  <a:cubicBezTo>
                    <a:pt x="55017" y="247193"/>
                    <a:pt x="53488" y="245282"/>
                    <a:pt x="53488" y="242608"/>
                  </a:cubicBezTo>
                  <a:cubicBezTo>
                    <a:pt x="51960" y="230000"/>
                    <a:pt x="80615" y="200964"/>
                    <a:pt x="127608" y="154734"/>
                  </a:cubicBezTo>
                  <a:cubicBezTo>
                    <a:pt x="160465" y="122259"/>
                    <a:pt x="209751" y="73738"/>
                    <a:pt x="205548" y="64568"/>
                  </a:cubicBezTo>
                  <a:cubicBezTo>
                    <a:pt x="197907" y="49286"/>
                    <a:pt x="75266" y="21395"/>
                    <a:pt x="0" y="7641"/>
                  </a:cubicBezTo>
                  <a:lnTo>
                    <a:pt x="1528" y="0"/>
                  </a:lnTo>
                  <a:cubicBezTo>
                    <a:pt x="34767" y="6113"/>
                    <a:pt x="201345" y="37824"/>
                    <a:pt x="212807" y="61130"/>
                  </a:cubicBezTo>
                  <a:cubicBezTo>
                    <a:pt x="218920" y="73738"/>
                    <a:pt x="191794" y="102392"/>
                    <a:pt x="133339" y="160083"/>
                  </a:cubicBezTo>
                  <a:cubicBezTo>
                    <a:pt x="103538" y="189502"/>
                    <a:pt x="58837" y="233439"/>
                    <a:pt x="61512" y="241844"/>
                  </a:cubicBezTo>
                  <a:cubicBezTo>
                    <a:pt x="64186" y="243372"/>
                    <a:pt x="68771" y="245664"/>
                    <a:pt x="74884" y="248339"/>
                  </a:cubicBezTo>
                  <a:cubicBezTo>
                    <a:pt x="114618" y="267060"/>
                    <a:pt x="220831" y="317110"/>
                    <a:pt x="296860" y="458854"/>
                  </a:cubicBezTo>
                  <a:cubicBezTo>
                    <a:pt x="382824" y="619319"/>
                    <a:pt x="416445" y="679302"/>
                    <a:pt x="416827" y="680066"/>
                  </a:cubicBezTo>
                  <a:lnTo>
                    <a:pt x="409568" y="683887"/>
                  </a:lnTo>
                  <a:close/>
                </a:path>
              </a:pathLst>
            </a:custGeom>
            <a:solidFill>
              <a:srgbClr val="B3B3B3"/>
            </a:solidFill>
            <a:ln w="3807"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F7D8094-18DA-8C2C-1EB5-7D6F62C11CD4}"/>
                </a:ext>
              </a:extLst>
            </p:cNvPr>
            <p:cNvSpPr/>
            <p:nvPr/>
          </p:nvSpPr>
          <p:spPr>
            <a:xfrm>
              <a:off x="11074923" y="2323764"/>
              <a:ext cx="511577" cy="783986"/>
            </a:xfrm>
            <a:custGeom>
              <a:avLst/>
              <a:gdLst>
                <a:gd name="connsiteX0" fmla="*/ 6877 w 511577"/>
                <a:gd name="connsiteY0" fmla="*/ 783986 h 783986"/>
                <a:gd name="connsiteX1" fmla="*/ 0 w 511577"/>
                <a:gd name="connsiteY1" fmla="*/ 780548 h 783986"/>
                <a:gd name="connsiteX2" fmla="*/ 186445 w 511577"/>
                <a:gd name="connsiteY2" fmla="*/ 437458 h 783986"/>
                <a:gd name="connsiteX3" fmla="*/ 323987 w 511577"/>
                <a:gd name="connsiteY3" fmla="*/ 322840 h 783986"/>
                <a:gd name="connsiteX4" fmla="*/ 357226 w 511577"/>
                <a:gd name="connsiteY4" fmla="*/ 300299 h 783986"/>
                <a:gd name="connsiteX5" fmla="*/ 353023 w 511577"/>
                <a:gd name="connsiteY5" fmla="*/ 291894 h 783986"/>
                <a:gd name="connsiteX6" fmla="*/ 326661 w 511577"/>
                <a:gd name="connsiteY6" fmla="*/ 266678 h 783986"/>
                <a:gd name="connsiteX7" fmla="*/ 206312 w 511577"/>
                <a:gd name="connsiteY7" fmla="*/ 122641 h 783986"/>
                <a:gd name="connsiteX8" fmla="*/ 216628 w 511577"/>
                <a:gd name="connsiteY8" fmla="*/ 114618 h 783986"/>
                <a:gd name="connsiteX9" fmla="*/ 485980 w 511577"/>
                <a:gd name="connsiteY9" fmla="*/ 35532 h 783986"/>
                <a:gd name="connsiteX10" fmla="*/ 503937 w 511577"/>
                <a:gd name="connsiteY10" fmla="*/ 0 h 783986"/>
                <a:gd name="connsiteX11" fmla="*/ 511578 w 511577"/>
                <a:gd name="connsiteY11" fmla="*/ 0 h 783986"/>
                <a:gd name="connsiteX12" fmla="*/ 490564 w 511577"/>
                <a:gd name="connsiteY12" fmla="*/ 41645 h 783986"/>
                <a:gd name="connsiteX13" fmla="*/ 218156 w 511577"/>
                <a:gd name="connsiteY13" fmla="*/ 122259 h 783986"/>
                <a:gd name="connsiteX14" fmla="*/ 213953 w 511577"/>
                <a:gd name="connsiteY14" fmla="*/ 124934 h 783986"/>
                <a:gd name="connsiteX15" fmla="*/ 332010 w 511577"/>
                <a:gd name="connsiteY15" fmla="*/ 261329 h 783986"/>
                <a:gd name="connsiteX16" fmla="*/ 358372 w 511577"/>
                <a:gd name="connsiteY16" fmla="*/ 286927 h 783986"/>
                <a:gd name="connsiteX17" fmla="*/ 364867 w 511577"/>
                <a:gd name="connsiteY17" fmla="*/ 301827 h 783986"/>
                <a:gd name="connsiteX18" fmla="*/ 327807 w 511577"/>
                <a:gd name="connsiteY18" fmla="*/ 329717 h 783986"/>
                <a:gd name="connsiteX19" fmla="*/ 193322 w 511577"/>
                <a:gd name="connsiteY19" fmla="*/ 441661 h 783986"/>
                <a:gd name="connsiteX20" fmla="*/ 6877 w 511577"/>
                <a:gd name="connsiteY20" fmla="*/ 783986 h 78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11577" h="783986">
                  <a:moveTo>
                    <a:pt x="6877" y="783986"/>
                  </a:moveTo>
                  <a:lnTo>
                    <a:pt x="0" y="780548"/>
                  </a:lnTo>
                  <a:cubicBezTo>
                    <a:pt x="1146" y="778256"/>
                    <a:pt x="111179" y="555133"/>
                    <a:pt x="186445" y="437458"/>
                  </a:cubicBezTo>
                  <a:cubicBezTo>
                    <a:pt x="229618" y="370216"/>
                    <a:pt x="286545" y="341943"/>
                    <a:pt x="323987" y="322840"/>
                  </a:cubicBezTo>
                  <a:cubicBezTo>
                    <a:pt x="341943" y="314053"/>
                    <a:pt x="356079" y="306794"/>
                    <a:pt x="357226" y="300299"/>
                  </a:cubicBezTo>
                  <a:cubicBezTo>
                    <a:pt x="357608" y="298007"/>
                    <a:pt x="356079" y="295332"/>
                    <a:pt x="353023" y="291894"/>
                  </a:cubicBezTo>
                  <a:cubicBezTo>
                    <a:pt x="347292" y="286163"/>
                    <a:pt x="337741" y="276993"/>
                    <a:pt x="326661" y="266678"/>
                  </a:cubicBezTo>
                  <a:cubicBezTo>
                    <a:pt x="259801" y="203256"/>
                    <a:pt x="200199" y="144419"/>
                    <a:pt x="206312" y="122641"/>
                  </a:cubicBezTo>
                  <a:cubicBezTo>
                    <a:pt x="207076" y="119585"/>
                    <a:pt x="209751" y="115764"/>
                    <a:pt x="216628" y="114618"/>
                  </a:cubicBezTo>
                  <a:cubicBezTo>
                    <a:pt x="263239" y="106213"/>
                    <a:pt x="468405" y="48522"/>
                    <a:pt x="485980" y="35532"/>
                  </a:cubicBezTo>
                  <a:cubicBezTo>
                    <a:pt x="503172" y="22924"/>
                    <a:pt x="503937" y="382"/>
                    <a:pt x="503937" y="0"/>
                  </a:cubicBezTo>
                  <a:lnTo>
                    <a:pt x="511578" y="0"/>
                  </a:lnTo>
                  <a:cubicBezTo>
                    <a:pt x="511578" y="1146"/>
                    <a:pt x="510814" y="26744"/>
                    <a:pt x="490564" y="41645"/>
                  </a:cubicBezTo>
                  <a:cubicBezTo>
                    <a:pt x="471080" y="56163"/>
                    <a:pt x="261711" y="114236"/>
                    <a:pt x="218156" y="122259"/>
                  </a:cubicBezTo>
                  <a:cubicBezTo>
                    <a:pt x="214335" y="123023"/>
                    <a:pt x="213953" y="124551"/>
                    <a:pt x="213953" y="124934"/>
                  </a:cubicBezTo>
                  <a:cubicBezTo>
                    <a:pt x="208222" y="144037"/>
                    <a:pt x="291893" y="223123"/>
                    <a:pt x="332010" y="261329"/>
                  </a:cubicBezTo>
                  <a:cubicBezTo>
                    <a:pt x="343090" y="271645"/>
                    <a:pt x="352641" y="280814"/>
                    <a:pt x="358372" y="286927"/>
                  </a:cubicBezTo>
                  <a:cubicBezTo>
                    <a:pt x="363721" y="292276"/>
                    <a:pt x="365631" y="297242"/>
                    <a:pt x="364867" y="301827"/>
                  </a:cubicBezTo>
                  <a:cubicBezTo>
                    <a:pt x="363339" y="312143"/>
                    <a:pt x="349202" y="319020"/>
                    <a:pt x="327807" y="329717"/>
                  </a:cubicBezTo>
                  <a:cubicBezTo>
                    <a:pt x="291129" y="348056"/>
                    <a:pt x="235349" y="375947"/>
                    <a:pt x="193322" y="441661"/>
                  </a:cubicBezTo>
                  <a:cubicBezTo>
                    <a:pt x="117674" y="558571"/>
                    <a:pt x="8023" y="781694"/>
                    <a:pt x="6877" y="783986"/>
                  </a:cubicBezTo>
                  <a:close/>
                </a:path>
              </a:pathLst>
            </a:custGeom>
            <a:solidFill>
              <a:srgbClr val="B3B3B3"/>
            </a:solidFill>
            <a:ln w="3807"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0CB3362-049E-13F2-B930-077C4FE4CDA1}"/>
                </a:ext>
              </a:extLst>
            </p:cNvPr>
            <p:cNvSpPr/>
            <p:nvPr/>
          </p:nvSpPr>
          <p:spPr>
            <a:xfrm>
              <a:off x="10700505" y="2715757"/>
              <a:ext cx="911211" cy="758388"/>
            </a:xfrm>
            <a:custGeom>
              <a:avLst/>
              <a:gdLst>
                <a:gd name="connsiteX0" fmla="*/ 471844 w 911211"/>
                <a:gd name="connsiteY0" fmla="*/ 758388 h 758388"/>
                <a:gd name="connsiteX1" fmla="*/ 7641 w 911211"/>
                <a:gd name="connsiteY1" fmla="*/ 639186 h 758388"/>
                <a:gd name="connsiteX2" fmla="*/ 5731 w 911211"/>
                <a:gd name="connsiteY2" fmla="*/ 638040 h 758388"/>
                <a:gd name="connsiteX3" fmla="*/ 0 w 911211"/>
                <a:gd name="connsiteY3" fmla="*/ 409950 h 758388"/>
                <a:gd name="connsiteX4" fmla="*/ 4203 w 911211"/>
                <a:gd name="connsiteY4" fmla="*/ 410332 h 758388"/>
                <a:gd name="connsiteX5" fmla="*/ 438986 w 911211"/>
                <a:gd name="connsiteY5" fmla="*/ 440515 h 758388"/>
                <a:gd name="connsiteX6" fmla="*/ 672043 w 911211"/>
                <a:gd name="connsiteY6" fmla="*/ 320930 h 758388"/>
                <a:gd name="connsiteX7" fmla="*/ 627342 w 911211"/>
                <a:gd name="connsiteY7" fmla="*/ 3056 h 758388"/>
                <a:gd name="connsiteX8" fmla="*/ 634219 w 911211"/>
                <a:gd name="connsiteY8" fmla="*/ 0 h 758388"/>
                <a:gd name="connsiteX9" fmla="*/ 678538 w 911211"/>
                <a:gd name="connsiteY9" fmla="*/ 325133 h 758388"/>
                <a:gd name="connsiteX10" fmla="*/ 438986 w 911211"/>
                <a:gd name="connsiteY10" fmla="*/ 448156 h 758388"/>
                <a:gd name="connsiteX11" fmla="*/ 438604 w 911211"/>
                <a:gd name="connsiteY11" fmla="*/ 448156 h 758388"/>
                <a:gd name="connsiteX12" fmla="*/ 8023 w 911211"/>
                <a:gd name="connsiteY12" fmla="*/ 418355 h 758388"/>
                <a:gd name="connsiteX13" fmla="*/ 13372 w 911211"/>
                <a:gd name="connsiteY13" fmla="*/ 633455 h 758388"/>
                <a:gd name="connsiteX14" fmla="*/ 497441 w 911211"/>
                <a:gd name="connsiteY14" fmla="*/ 750365 h 758388"/>
                <a:gd name="connsiteX15" fmla="*/ 906627 w 911211"/>
                <a:gd name="connsiteY15" fmla="*/ 625431 h 758388"/>
                <a:gd name="connsiteX16" fmla="*/ 911212 w 911211"/>
                <a:gd name="connsiteY16" fmla="*/ 631545 h 758388"/>
                <a:gd name="connsiteX17" fmla="*/ 497824 w 911211"/>
                <a:gd name="connsiteY17" fmla="*/ 758006 h 758388"/>
                <a:gd name="connsiteX18" fmla="*/ 471844 w 911211"/>
                <a:gd name="connsiteY18" fmla="*/ 758388 h 758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1211" h="758388">
                  <a:moveTo>
                    <a:pt x="471844" y="758388"/>
                  </a:moveTo>
                  <a:cubicBezTo>
                    <a:pt x="235731" y="758388"/>
                    <a:pt x="9934" y="640332"/>
                    <a:pt x="7641" y="639186"/>
                  </a:cubicBezTo>
                  <a:lnTo>
                    <a:pt x="5731" y="638040"/>
                  </a:lnTo>
                  <a:lnTo>
                    <a:pt x="0" y="409950"/>
                  </a:lnTo>
                  <a:lnTo>
                    <a:pt x="4203" y="410332"/>
                  </a:lnTo>
                  <a:cubicBezTo>
                    <a:pt x="8023" y="410714"/>
                    <a:pt x="388173" y="440897"/>
                    <a:pt x="438986" y="440515"/>
                  </a:cubicBezTo>
                  <a:cubicBezTo>
                    <a:pt x="494003" y="440133"/>
                    <a:pt x="613206" y="414917"/>
                    <a:pt x="672043" y="320930"/>
                  </a:cubicBezTo>
                  <a:cubicBezTo>
                    <a:pt x="730880" y="226943"/>
                    <a:pt x="628488" y="5349"/>
                    <a:pt x="627342" y="3056"/>
                  </a:cubicBezTo>
                  <a:lnTo>
                    <a:pt x="634219" y="0"/>
                  </a:lnTo>
                  <a:cubicBezTo>
                    <a:pt x="638422" y="9169"/>
                    <a:pt x="739667" y="227707"/>
                    <a:pt x="678538" y="325133"/>
                  </a:cubicBezTo>
                  <a:cubicBezTo>
                    <a:pt x="617790" y="421794"/>
                    <a:pt x="495149" y="447774"/>
                    <a:pt x="438986" y="448156"/>
                  </a:cubicBezTo>
                  <a:cubicBezTo>
                    <a:pt x="438986" y="448156"/>
                    <a:pt x="438604" y="448156"/>
                    <a:pt x="438604" y="448156"/>
                  </a:cubicBezTo>
                  <a:cubicBezTo>
                    <a:pt x="388173" y="448156"/>
                    <a:pt x="51960" y="421794"/>
                    <a:pt x="8023" y="418355"/>
                  </a:cubicBezTo>
                  <a:lnTo>
                    <a:pt x="13372" y="633455"/>
                  </a:lnTo>
                  <a:cubicBezTo>
                    <a:pt x="37060" y="645681"/>
                    <a:pt x="265913" y="759152"/>
                    <a:pt x="497441" y="750365"/>
                  </a:cubicBezTo>
                  <a:cubicBezTo>
                    <a:pt x="740432" y="741196"/>
                    <a:pt x="905099" y="626578"/>
                    <a:pt x="906627" y="625431"/>
                  </a:cubicBezTo>
                  <a:lnTo>
                    <a:pt x="911212" y="631545"/>
                  </a:lnTo>
                  <a:cubicBezTo>
                    <a:pt x="909684" y="632691"/>
                    <a:pt x="743106" y="748837"/>
                    <a:pt x="497824" y="758006"/>
                  </a:cubicBezTo>
                  <a:cubicBezTo>
                    <a:pt x="488654" y="758006"/>
                    <a:pt x="480249" y="758388"/>
                    <a:pt x="471844" y="758388"/>
                  </a:cubicBezTo>
                  <a:close/>
                </a:path>
              </a:pathLst>
            </a:custGeom>
            <a:solidFill>
              <a:srgbClr val="B3B3B3"/>
            </a:solidFill>
            <a:ln w="3807"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4AB2840-6200-0F60-F224-9871C7F3600F}"/>
                </a:ext>
              </a:extLst>
            </p:cNvPr>
            <p:cNvSpPr/>
            <p:nvPr/>
          </p:nvSpPr>
          <p:spPr>
            <a:xfrm>
              <a:off x="11094770" y="2608375"/>
              <a:ext cx="282006" cy="97448"/>
            </a:xfrm>
            <a:custGeom>
              <a:avLst/>
              <a:gdLst>
                <a:gd name="connsiteX0" fmla="*/ 142147 w 282006"/>
                <a:gd name="connsiteY0" fmla="*/ 406 h 97448"/>
                <a:gd name="connsiteX1" fmla="*/ 265934 w 282006"/>
                <a:gd name="connsiteY1" fmla="*/ 24 h 97448"/>
                <a:gd name="connsiteX2" fmla="*/ 281980 w 282006"/>
                <a:gd name="connsiteY2" fmla="*/ 16070 h 97448"/>
                <a:gd name="connsiteX3" fmla="*/ 281598 w 282006"/>
                <a:gd name="connsiteY3" fmla="*/ 81020 h 97448"/>
                <a:gd name="connsiteX4" fmla="*/ 267080 w 282006"/>
                <a:gd name="connsiteY4" fmla="*/ 97449 h 97448"/>
                <a:gd name="connsiteX5" fmla="*/ 11864 w 282006"/>
                <a:gd name="connsiteY5" fmla="*/ 97067 h 97448"/>
                <a:gd name="connsiteX6" fmla="*/ 20 w 282006"/>
                <a:gd name="connsiteY6" fmla="*/ 84459 h 97448"/>
                <a:gd name="connsiteX7" fmla="*/ 20 w 282006"/>
                <a:gd name="connsiteY7" fmla="*/ 14160 h 97448"/>
                <a:gd name="connsiteX8" fmla="*/ 14539 w 282006"/>
                <a:gd name="connsiteY8" fmla="*/ 406 h 97448"/>
                <a:gd name="connsiteX9" fmla="*/ 142147 w 282006"/>
                <a:gd name="connsiteY9" fmla="*/ 406 h 97448"/>
                <a:gd name="connsiteX10" fmla="*/ 142147 w 282006"/>
                <a:gd name="connsiteY10" fmla="*/ 406 h 9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2006" h="97448">
                  <a:moveTo>
                    <a:pt x="142147" y="406"/>
                  </a:moveTo>
                  <a:cubicBezTo>
                    <a:pt x="183409" y="406"/>
                    <a:pt x="224672" y="788"/>
                    <a:pt x="265934" y="24"/>
                  </a:cubicBezTo>
                  <a:cubicBezTo>
                    <a:pt x="278542" y="-358"/>
                    <a:pt x="282363" y="3844"/>
                    <a:pt x="281980" y="16070"/>
                  </a:cubicBezTo>
                  <a:cubicBezTo>
                    <a:pt x="280834" y="37465"/>
                    <a:pt x="281216" y="59243"/>
                    <a:pt x="281598" y="81020"/>
                  </a:cubicBezTo>
                  <a:cubicBezTo>
                    <a:pt x="281980" y="91718"/>
                    <a:pt x="279306" y="97449"/>
                    <a:pt x="267080" y="97449"/>
                  </a:cubicBezTo>
                  <a:cubicBezTo>
                    <a:pt x="181881" y="97067"/>
                    <a:pt x="96682" y="97067"/>
                    <a:pt x="11864" y="97067"/>
                  </a:cubicBezTo>
                  <a:cubicBezTo>
                    <a:pt x="2695" y="97067"/>
                    <a:pt x="20" y="93246"/>
                    <a:pt x="20" y="84459"/>
                  </a:cubicBezTo>
                  <a:cubicBezTo>
                    <a:pt x="403" y="61153"/>
                    <a:pt x="785" y="37465"/>
                    <a:pt x="20" y="14160"/>
                  </a:cubicBezTo>
                  <a:cubicBezTo>
                    <a:pt x="-361" y="2698"/>
                    <a:pt x="4605" y="406"/>
                    <a:pt x="14539" y="406"/>
                  </a:cubicBezTo>
                  <a:cubicBezTo>
                    <a:pt x="57329" y="788"/>
                    <a:pt x="99738" y="406"/>
                    <a:pt x="142147" y="406"/>
                  </a:cubicBezTo>
                  <a:cubicBezTo>
                    <a:pt x="142147" y="406"/>
                    <a:pt x="142147" y="406"/>
                    <a:pt x="142147" y="406"/>
                  </a:cubicBezTo>
                  <a:close/>
                </a:path>
              </a:pathLst>
            </a:custGeom>
            <a:solidFill>
              <a:schemeClr val="accent6"/>
            </a:solidFill>
            <a:ln w="3807"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7A4A2343-B758-6C3E-1EFD-73CE870D24B4}"/>
                </a:ext>
              </a:extLst>
            </p:cNvPr>
            <p:cNvSpPr/>
            <p:nvPr/>
          </p:nvSpPr>
          <p:spPr>
            <a:xfrm>
              <a:off x="10391651" y="3052969"/>
              <a:ext cx="354188" cy="319957"/>
            </a:xfrm>
            <a:custGeom>
              <a:avLst/>
              <a:gdLst>
                <a:gd name="connsiteX0" fmla="*/ 225947 w 354188"/>
                <a:gd name="connsiteY0" fmla="*/ 319931 h 319957"/>
                <a:gd name="connsiteX1" fmla="*/ 125466 w 354188"/>
                <a:gd name="connsiteY1" fmla="*/ 310762 h 319957"/>
                <a:gd name="connsiteX2" fmla="*/ 88788 w 354188"/>
                <a:gd name="connsiteY2" fmla="*/ 285928 h 319957"/>
                <a:gd name="connsiteX3" fmla="*/ 117060 w 354188"/>
                <a:gd name="connsiteY3" fmla="*/ 243137 h 319957"/>
                <a:gd name="connsiteX4" fmla="*/ 52110 w 354188"/>
                <a:gd name="connsiteY4" fmla="*/ 235878 h 319957"/>
                <a:gd name="connsiteX5" fmla="*/ 21545 w 354188"/>
                <a:gd name="connsiteY5" fmla="*/ 212572 h 319957"/>
                <a:gd name="connsiteX6" fmla="*/ 44087 w 354188"/>
                <a:gd name="connsiteY6" fmla="*/ 177423 h 319957"/>
                <a:gd name="connsiteX7" fmla="*/ 87642 w 354188"/>
                <a:gd name="connsiteY7" fmla="*/ 167107 h 319957"/>
                <a:gd name="connsiteX8" fmla="*/ 36828 w 354188"/>
                <a:gd name="connsiteY8" fmla="*/ 158702 h 319957"/>
                <a:gd name="connsiteX9" fmla="*/ 10466 w 354188"/>
                <a:gd name="connsiteY9" fmla="*/ 133486 h 319957"/>
                <a:gd name="connsiteX10" fmla="*/ 34917 w 354188"/>
                <a:gd name="connsiteY10" fmla="*/ 101393 h 319957"/>
                <a:gd name="connsiteX11" fmla="*/ 75034 w 354188"/>
                <a:gd name="connsiteY11" fmla="*/ 90695 h 319957"/>
                <a:gd name="connsiteX12" fmla="*/ 29186 w 354188"/>
                <a:gd name="connsiteY12" fmla="*/ 84200 h 319957"/>
                <a:gd name="connsiteX13" fmla="*/ 150 w 354188"/>
                <a:gd name="connsiteY13" fmla="*/ 59366 h 319957"/>
                <a:gd name="connsiteX14" fmla="*/ 18871 w 354188"/>
                <a:gd name="connsiteY14" fmla="*/ 28802 h 319957"/>
                <a:gd name="connsiteX15" fmla="*/ 70449 w 354188"/>
                <a:gd name="connsiteY15" fmla="*/ 16194 h 319957"/>
                <a:gd name="connsiteX16" fmla="*/ 250017 w 354188"/>
                <a:gd name="connsiteY16" fmla="*/ 529 h 319957"/>
                <a:gd name="connsiteX17" fmla="*/ 295482 w 354188"/>
                <a:gd name="connsiteY17" fmla="*/ 2057 h 319957"/>
                <a:gd name="connsiteX18" fmla="*/ 320316 w 354188"/>
                <a:gd name="connsiteY18" fmla="*/ 53253 h 319957"/>
                <a:gd name="connsiteX19" fmla="*/ 326429 w 354188"/>
                <a:gd name="connsiteY19" fmla="*/ 88785 h 319957"/>
                <a:gd name="connsiteX20" fmla="*/ 323372 w 354188"/>
                <a:gd name="connsiteY20" fmla="*/ 139599 h 319957"/>
                <a:gd name="connsiteX21" fmla="*/ 324519 w 354188"/>
                <a:gd name="connsiteY21" fmla="*/ 157556 h 319957"/>
                <a:gd name="connsiteX22" fmla="*/ 332160 w 354188"/>
                <a:gd name="connsiteY22" fmla="*/ 216393 h 319957"/>
                <a:gd name="connsiteX23" fmla="*/ 321462 w 354188"/>
                <a:gd name="connsiteY23" fmla="*/ 229765 h 319957"/>
                <a:gd name="connsiteX24" fmla="*/ 353937 w 354188"/>
                <a:gd name="connsiteY24" fmla="*/ 269881 h 319957"/>
                <a:gd name="connsiteX25" fmla="*/ 312675 w 354188"/>
                <a:gd name="connsiteY25" fmla="*/ 314200 h 319957"/>
                <a:gd name="connsiteX26" fmla="*/ 225947 w 354188"/>
                <a:gd name="connsiteY26" fmla="*/ 319931 h 319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4188" h="319957">
                  <a:moveTo>
                    <a:pt x="225947" y="319931"/>
                  </a:moveTo>
                  <a:cubicBezTo>
                    <a:pt x="192326" y="319167"/>
                    <a:pt x="159087" y="313436"/>
                    <a:pt x="125466" y="310762"/>
                  </a:cubicBezTo>
                  <a:cubicBezTo>
                    <a:pt x="108655" y="309615"/>
                    <a:pt x="93373" y="303502"/>
                    <a:pt x="88788" y="285928"/>
                  </a:cubicBezTo>
                  <a:cubicBezTo>
                    <a:pt x="83057" y="256127"/>
                    <a:pt x="113240" y="246193"/>
                    <a:pt x="117060" y="243137"/>
                  </a:cubicBezTo>
                  <a:cubicBezTo>
                    <a:pt x="92990" y="240463"/>
                    <a:pt x="72741" y="238934"/>
                    <a:pt x="52110" y="235878"/>
                  </a:cubicBezTo>
                  <a:cubicBezTo>
                    <a:pt x="37974" y="233968"/>
                    <a:pt x="24220" y="229765"/>
                    <a:pt x="21545" y="212572"/>
                  </a:cubicBezTo>
                  <a:cubicBezTo>
                    <a:pt x="18871" y="194615"/>
                    <a:pt x="29569" y="185064"/>
                    <a:pt x="44087" y="177423"/>
                  </a:cubicBezTo>
                  <a:cubicBezTo>
                    <a:pt x="57459" y="170546"/>
                    <a:pt x="72741" y="172456"/>
                    <a:pt x="87642" y="167107"/>
                  </a:cubicBezTo>
                  <a:cubicBezTo>
                    <a:pt x="69685" y="164051"/>
                    <a:pt x="53256" y="161758"/>
                    <a:pt x="36828" y="158702"/>
                  </a:cubicBezTo>
                  <a:cubicBezTo>
                    <a:pt x="22309" y="156409"/>
                    <a:pt x="11230" y="148768"/>
                    <a:pt x="10466" y="133486"/>
                  </a:cubicBezTo>
                  <a:cubicBezTo>
                    <a:pt x="9319" y="116675"/>
                    <a:pt x="20017" y="106742"/>
                    <a:pt x="34917" y="101393"/>
                  </a:cubicBezTo>
                  <a:cubicBezTo>
                    <a:pt x="46761" y="97572"/>
                    <a:pt x="58987" y="94898"/>
                    <a:pt x="75034" y="90695"/>
                  </a:cubicBezTo>
                  <a:cubicBezTo>
                    <a:pt x="56695" y="88021"/>
                    <a:pt x="42941" y="86493"/>
                    <a:pt x="29186" y="84200"/>
                  </a:cubicBezTo>
                  <a:cubicBezTo>
                    <a:pt x="14668" y="81908"/>
                    <a:pt x="1296" y="76177"/>
                    <a:pt x="150" y="59366"/>
                  </a:cubicBezTo>
                  <a:cubicBezTo>
                    <a:pt x="-996" y="42938"/>
                    <a:pt x="4353" y="34150"/>
                    <a:pt x="18871" y="28802"/>
                  </a:cubicBezTo>
                  <a:cubicBezTo>
                    <a:pt x="36064" y="21925"/>
                    <a:pt x="61279" y="16958"/>
                    <a:pt x="70449" y="16194"/>
                  </a:cubicBezTo>
                  <a:cubicBezTo>
                    <a:pt x="115532" y="15047"/>
                    <a:pt x="238555" y="529"/>
                    <a:pt x="250017" y="529"/>
                  </a:cubicBezTo>
                  <a:cubicBezTo>
                    <a:pt x="265299" y="529"/>
                    <a:pt x="280582" y="-1381"/>
                    <a:pt x="295482" y="2057"/>
                  </a:cubicBezTo>
                  <a:cubicBezTo>
                    <a:pt x="322608" y="8170"/>
                    <a:pt x="333306" y="29184"/>
                    <a:pt x="320316" y="53253"/>
                  </a:cubicBezTo>
                  <a:cubicBezTo>
                    <a:pt x="312675" y="67772"/>
                    <a:pt x="308090" y="77323"/>
                    <a:pt x="326429" y="88785"/>
                  </a:cubicBezTo>
                  <a:cubicBezTo>
                    <a:pt x="340947" y="97954"/>
                    <a:pt x="338655" y="118968"/>
                    <a:pt x="323372" y="139599"/>
                  </a:cubicBezTo>
                  <a:cubicBezTo>
                    <a:pt x="318024" y="146858"/>
                    <a:pt x="315349" y="150679"/>
                    <a:pt x="324519" y="157556"/>
                  </a:cubicBezTo>
                  <a:cubicBezTo>
                    <a:pt x="348970" y="174366"/>
                    <a:pt x="350881" y="192705"/>
                    <a:pt x="332160" y="216393"/>
                  </a:cubicBezTo>
                  <a:cubicBezTo>
                    <a:pt x="328721" y="220596"/>
                    <a:pt x="325283" y="225180"/>
                    <a:pt x="321462" y="229765"/>
                  </a:cubicBezTo>
                  <a:cubicBezTo>
                    <a:pt x="347060" y="239316"/>
                    <a:pt x="355847" y="250778"/>
                    <a:pt x="353937" y="269881"/>
                  </a:cubicBezTo>
                  <a:cubicBezTo>
                    <a:pt x="351263" y="295861"/>
                    <a:pt x="337891" y="309233"/>
                    <a:pt x="312675" y="314200"/>
                  </a:cubicBezTo>
                  <a:cubicBezTo>
                    <a:pt x="302359" y="316493"/>
                    <a:pt x="244286" y="320313"/>
                    <a:pt x="225947" y="319931"/>
                  </a:cubicBezTo>
                  <a:close/>
                </a:path>
              </a:pathLst>
            </a:custGeom>
            <a:solidFill>
              <a:srgbClr val="FEAD6D"/>
            </a:solidFill>
            <a:ln w="3807"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74AB7D3-6F3D-0205-C0E5-29503E084CA0}"/>
                </a:ext>
              </a:extLst>
            </p:cNvPr>
            <p:cNvSpPr/>
            <p:nvPr/>
          </p:nvSpPr>
          <p:spPr>
            <a:xfrm>
              <a:off x="9397300" y="544131"/>
              <a:ext cx="3820" cy="3820"/>
            </a:xfrm>
            <a:custGeom>
              <a:avLst/>
              <a:gdLst/>
              <a:ahLst/>
              <a:cxnLst/>
              <a:rect l="l" t="t" r="r" b="b"/>
              <a:pathLst>
                <a:path w="3820" h="3820"/>
              </a:pathLst>
            </a:custGeom>
            <a:solidFill>
              <a:srgbClr val="F1F1F1"/>
            </a:solidFill>
            <a:ln w="3807"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5047A0B-D188-6B8B-A987-2E7E66355D12}"/>
                </a:ext>
              </a:extLst>
            </p:cNvPr>
            <p:cNvSpPr/>
            <p:nvPr/>
          </p:nvSpPr>
          <p:spPr>
            <a:xfrm>
              <a:off x="11015515" y="2029191"/>
              <a:ext cx="295382" cy="346991"/>
            </a:xfrm>
            <a:custGeom>
              <a:avLst/>
              <a:gdLst>
                <a:gd name="connsiteX0" fmla="*/ 118245 w 295382"/>
                <a:gd name="connsiteY0" fmla="*/ 129524 h 346991"/>
                <a:gd name="connsiteX1" fmla="*/ 13178 w 295382"/>
                <a:gd name="connsiteY1" fmla="*/ 190271 h 346991"/>
                <a:gd name="connsiteX2" fmla="*/ 952 w 295382"/>
                <a:gd name="connsiteY2" fmla="*/ 205172 h 346991"/>
                <a:gd name="connsiteX3" fmla="*/ 94175 w 295382"/>
                <a:gd name="connsiteY3" fmla="*/ 343859 h 346991"/>
                <a:gd name="connsiteX4" fmla="*/ 221783 w 295382"/>
                <a:gd name="connsiteY4" fmla="*/ 241467 h 346991"/>
                <a:gd name="connsiteX5" fmla="*/ 290936 w 295382"/>
                <a:gd name="connsiteY5" fmla="*/ 129906 h 346991"/>
                <a:gd name="connsiteX6" fmla="*/ 272597 w 295382"/>
                <a:gd name="connsiteY6" fmla="*/ 40122 h 346991"/>
                <a:gd name="connsiteX7" fmla="*/ 174408 w 295382"/>
                <a:gd name="connsiteY7" fmla="*/ 6 h 346991"/>
                <a:gd name="connsiteX8" fmla="*/ 155305 w 295382"/>
                <a:gd name="connsiteY8" fmla="*/ 19873 h 346991"/>
                <a:gd name="connsiteX9" fmla="*/ 118245 w 295382"/>
                <a:gd name="connsiteY9" fmla="*/ 129524 h 34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382" h="346991">
                  <a:moveTo>
                    <a:pt x="118245" y="129524"/>
                  </a:moveTo>
                  <a:cubicBezTo>
                    <a:pt x="88444" y="158942"/>
                    <a:pt x="52149" y="176517"/>
                    <a:pt x="13178" y="190271"/>
                  </a:cubicBezTo>
                  <a:cubicBezTo>
                    <a:pt x="5537" y="192946"/>
                    <a:pt x="-2868" y="195620"/>
                    <a:pt x="952" y="205172"/>
                  </a:cubicBezTo>
                  <a:cubicBezTo>
                    <a:pt x="4009" y="213195"/>
                    <a:pt x="62464" y="370985"/>
                    <a:pt x="94175" y="343859"/>
                  </a:cubicBezTo>
                  <a:cubicBezTo>
                    <a:pt x="138494" y="311766"/>
                    <a:pt x="184341" y="281966"/>
                    <a:pt x="221783" y="241467"/>
                  </a:cubicBezTo>
                  <a:cubicBezTo>
                    <a:pt x="252348" y="208610"/>
                    <a:pt x="278328" y="173079"/>
                    <a:pt x="290936" y="129906"/>
                  </a:cubicBezTo>
                  <a:cubicBezTo>
                    <a:pt x="298195" y="104308"/>
                    <a:pt x="299341" y="58843"/>
                    <a:pt x="272597" y="40122"/>
                  </a:cubicBezTo>
                  <a:cubicBezTo>
                    <a:pt x="243178" y="18727"/>
                    <a:pt x="213378" y="-376"/>
                    <a:pt x="174408" y="6"/>
                  </a:cubicBezTo>
                  <a:cubicBezTo>
                    <a:pt x="159125" y="388"/>
                    <a:pt x="153776" y="4972"/>
                    <a:pt x="155305" y="19873"/>
                  </a:cubicBezTo>
                  <a:cubicBezTo>
                    <a:pt x="157597" y="50055"/>
                    <a:pt x="127032" y="121118"/>
                    <a:pt x="118245" y="129524"/>
                  </a:cubicBezTo>
                  <a:close/>
                </a:path>
              </a:pathLst>
            </a:custGeom>
            <a:solidFill>
              <a:schemeClr val="accent4"/>
            </a:solidFill>
            <a:ln w="3807" cap="flat">
              <a:noFill/>
              <a:prstDash val="solid"/>
              <a:miter/>
            </a:ln>
          </p:spPr>
          <p:txBody>
            <a:bodyPr rtlCol="0" anchor="ctr"/>
            <a:lstStyle/>
            <a:p>
              <a:endParaRPr lang="en-US"/>
            </a:p>
          </p:txBody>
        </p:sp>
      </p:grpSp>
    </p:spTree>
    <p:extLst>
      <p:ext uri="{BB962C8B-B14F-4D97-AF65-F5344CB8AC3E}">
        <p14:creationId xmlns:p14="http://schemas.microsoft.com/office/powerpoint/2010/main" val="277004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416F-A3CB-D417-5EDC-FD1CFAF08D96}"/>
              </a:ext>
            </a:extLst>
          </p:cNvPr>
          <p:cNvSpPr>
            <a:spLocks noGrp="1"/>
          </p:cNvSpPr>
          <p:nvPr>
            <p:ph type="title"/>
          </p:nvPr>
        </p:nvSpPr>
        <p:spPr>
          <a:xfrm>
            <a:off x="2151821" y="262936"/>
            <a:ext cx="7888357" cy="1100755"/>
          </a:xfrm>
        </p:spPr>
        <p:txBody>
          <a:bodyPr>
            <a:normAutofit fontScale="90000"/>
          </a:bodyPr>
          <a:lstStyle/>
          <a:p>
            <a:r>
              <a:rPr lang="en-US" dirty="0" err="1"/>
              <a:t>Dezinformarea</a:t>
            </a:r>
            <a:r>
              <a:rPr lang="en-US" dirty="0"/>
              <a:t> </a:t>
            </a:r>
            <a:r>
              <a:rPr lang="en-US" dirty="0" err="1"/>
              <a:t>și</a:t>
            </a:r>
            <a:r>
              <a:rPr lang="en-US" dirty="0"/>
              <a:t> </a:t>
            </a:r>
            <a:r>
              <a:rPr lang="en-US" dirty="0" err="1"/>
              <a:t>teoriile</a:t>
            </a:r>
            <a:r>
              <a:rPr lang="en-US" dirty="0"/>
              <a:t> </a:t>
            </a:r>
            <a:r>
              <a:rPr lang="en-US" dirty="0" err="1"/>
              <a:t>conspirației</a:t>
            </a:r>
            <a:endParaRPr lang="en-US" noProof="0" dirty="0"/>
          </a:p>
        </p:txBody>
      </p:sp>
      <p:sp>
        <p:nvSpPr>
          <p:cNvPr id="4" name="TextBox 3">
            <a:extLst>
              <a:ext uri="{FF2B5EF4-FFF2-40B4-BE49-F238E27FC236}">
                <a16:creationId xmlns:a16="http://schemas.microsoft.com/office/drawing/2014/main" id="{56B8E289-0E18-F647-BCF8-F411AA6C703B}"/>
              </a:ext>
            </a:extLst>
          </p:cNvPr>
          <p:cNvSpPr txBox="1"/>
          <p:nvPr/>
        </p:nvSpPr>
        <p:spPr>
          <a:xfrm>
            <a:off x="7728498" y="1363691"/>
            <a:ext cx="3736259" cy="2092881"/>
          </a:xfrm>
          <a:prstGeom prst="rect">
            <a:avLst/>
          </a:prstGeom>
          <a:noFill/>
        </p:spPr>
        <p:txBody>
          <a:bodyPr wrap="square">
            <a:spAutoFit/>
          </a:bodyPr>
          <a:lstStyle/>
          <a:p>
            <a:pPr algn="ctr"/>
            <a:r>
              <a:rPr lang="en-US" sz="1600" b="1" noProof="0" dirty="0" err="1"/>
              <a:t>Influența</a:t>
            </a:r>
            <a:r>
              <a:rPr lang="en-US" sz="1600" b="1" noProof="0" dirty="0"/>
              <a:t> YouTube </a:t>
            </a:r>
            <a:r>
              <a:rPr lang="en-US" sz="1600" b="1" noProof="0" dirty="0" err="1"/>
              <a:t>și</a:t>
            </a:r>
            <a:r>
              <a:rPr lang="en-US" sz="1600" b="1" noProof="0" dirty="0"/>
              <a:t> </a:t>
            </a:r>
            <a:r>
              <a:rPr lang="en-US" sz="1600" b="1" noProof="0" dirty="0" err="1"/>
              <a:t>vulnerabilitatea</a:t>
            </a:r>
            <a:r>
              <a:rPr lang="en-US" sz="1600" b="1" noProof="0" dirty="0"/>
              <a:t> </a:t>
            </a:r>
            <a:r>
              <a:rPr lang="en-US" sz="1600" b="1" noProof="0" dirty="0" err="1"/>
              <a:t>utilizatorilor</a:t>
            </a:r>
            <a:r>
              <a:rPr lang="en-US" sz="1600" b="1" noProof="0" dirty="0"/>
              <a:t>:</a:t>
            </a:r>
          </a:p>
          <a:p>
            <a:pPr algn="ctr"/>
            <a:br>
              <a:rPr lang="en-US" sz="1400" noProof="0" dirty="0"/>
            </a:br>
            <a:r>
              <a:rPr lang="en-US" sz="1400" dirty="0"/>
              <a:t>YouTube </a:t>
            </a:r>
            <a:r>
              <a:rPr lang="en-US" sz="1400" dirty="0" err="1"/>
              <a:t>este</a:t>
            </a:r>
            <a:r>
              <a:rPr lang="en-US" sz="1400" dirty="0"/>
              <a:t> </a:t>
            </a:r>
            <a:r>
              <a:rPr lang="en-US" sz="1400" dirty="0" err="1"/>
              <a:t>cea</a:t>
            </a:r>
            <a:r>
              <a:rPr lang="en-US" sz="1400" dirty="0"/>
              <a:t> </a:t>
            </a:r>
            <a:r>
              <a:rPr lang="en-US" sz="1400" dirty="0" err="1"/>
              <a:t>mai</a:t>
            </a:r>
            <a:r>
              <a:rPr lang="en-US" sz="1400" dirty="0"/>
              <a:t> </a:t>
            </a:r>
            <a:r>
              <a:rPr lang="en-US" sz="1400" dirty="0" err="1"/>
              <a:t>populară</a:t>
            </a:r>
            <a:r>
              <a:rPr lang="en-US" sz="1400" dirty="0"/>
              <a:t> </a:t>
            </a:r>
            <a:r>
              <a:rPr lang="en-US" sz="1400" dirty="0" err="1"/>
              <a:t>platformă</a:t>
            </a:r>
            <a:r>
              <a:rPr lang="en-US" sz="1400" dirty="0"/>
              <a:t> din SUA, </a:t>
            </a:r>
            <a:r>
              <a:rPr lang="en-US" sz="1400" dirty="0" err="1"/>
              <a:t>utilizată</a:t>
            </a:r>
            <a:r>
              <a:rPr lang="en-US" sz="1400" dirty="0"/>
              <a:t> constant de </a:t>
            </a:r>
            <a:r>
              <a:rPr lang="en-US" sz="1400" dirty="0" err="1"/>
              <a:t>persoanele</a:t>
            </a:r>
            <a:r>
              <a:rPr lang="en-US" sz="1400" dirty="0"/>
              <a:t> cu </a:t>
            </a:r>
            <a:r>
              <a:rPr lang="en-US" sz="1400" dirty="0" err="1"/>
              <a:t>vârste</a:t>
            </a:r>
            <a:r>
              <a:rPr lang="en-US" sz="1400" dirty="0"/>
              <a:t> </a:t>
            </a:r>
            <a:r>
              <a:rPr lang="en-US" sz="1400" dirty="0" err="1"/>
              <a:t>între</a:t>
            </a:r>
            <a:r>
              <a:rPr lang="en-US" sz="1400" dirty="0"/>
              <a:t> 10 </a:t>
            </a:r>
            <a:r>
              <a:rPr lang="en-US" sz="1400" dirty="0" err="1"/>
              <a:t>și</a:t>
            </a:r>
            <a:r>
              <a:rPr lang="en-US" sz="1400" dirty="0"/>
              <a:t> 40 de ani. </a:t>
            </a:r>
            <a:r>
              <a:rPr lang="en-US" sz="1400" dirty="0" err="1"/>
              <a:t>Adolescenții</a:t>
            </a:r>
            <a:r>
              <a:rPr lang="en-US" sz="1400" dirty="0"/>
              <a:t> </a:t>
            </a:r>
            <a:r>
              <a:rPr lang="en-US" sz="1400" dirty="0" err="1"/>
              <a:t>și</a:t>
            </a:r>
            <a:r>
              <a:rPr lang="en-US" sz="1400" dirty="0"/>
              <a:t> </a:t>
            </a:r>
            <a:r>
              <a:rPr lang="en-US" sz="1400" dirty="0" err="1"/>
              <a:t>tinerii</a:t>
            </a:r>
            <a:r>
              <a:rPr lang="en-US" sz="1400" dirty="0"/>
              <a:t> </a:t>
            </a:r>
            <a:r>
              <a:rPr lang="en-US" sz="1400" dirty="0" err="1"/>
              <a:t>adulți</a:t>
            </a:r>
            <a:r>
              <a:rPr lang="en-US" sz="1400" dirty="0"/>
              <a:t> sunt </a:t>
            </a:r>
            <a:r>
              <a:rPr lang="en-US" sz="1400" dirty="0" err="1"/>
              <a:t>cei</a:t>
            </a:r>
            <a:r>
              <a:rPr lang="en-US" sz="1400" dirty="0"/>
              <a:t> </a:t>
            </a:r>
            <a:r>
              <a:rPr lang="en-US" sz="1400" dirty="0" err="1"/>
              <a:t>mai</a:t>
            </a:r>
            <a:r>
              <a:rPr lang="en-US" sz="1400" dirty="0"/>
              <a:t> </a:t>
            </a:r>
            <a:r>
              <a:rPr lang="en-US" sz="1400" dirty="0" err="1"/>
              <a:t>vulnerabili</a:t>
            </a:r>
            <a:r>
              <a:rPr lang="en-US" sz="1400" dirty="0"/>
              <a:t> la </a:t>
            </a:r>
            <a:r>
              <a:rPr lang="en-US" sz="1400" dirty="0" err="1"/>
              <a:t>informațiile</a:t>
            </a:r>
            <a:r>
              <a:rPr lang="en-US" sz="1400" dirty="0"/>
              <a:t> online, </a:t>
            </a:r>
            <a:r>
              <a:rPr lang="en-US" sz="1400" dirty="0" err="1"/>
              <a:t>contribuind</a:t>
            </a:r>
            <a:r>
              <a:rPr lang="en-US" sz="1400" dirty="0"/>
              <a:t> la </a:t>
            </a:r>
            <a:r>
              <a:rPr lang="en-US" sz="1400" dirty="0" err="1"/>
              <a:t>propagarea</a:t>
            </a:r>
            <a:r>
              <a:rPr lang="en-US" sz="1400" dirty="0"/>
              <a:t> </a:t>
            </a:r>
            <a:r>
              <a:rPr lang="en-US" sz="1400" dirty="0" err="1"/>
              <a:t>rapidă</a:t>
            </a:r>
            <a:r>
              <a:rPr lang="en-US" sz="1400" dirty="0"/>
              <a:t> a </a:t>
            </a:r>
            <a:r>
              <a:rPr lang="en-US" sz="1400" dirty="0" err="1"/>
              <a:t>știrilor</a:t>
            </a:r>
            <a:r>
              <a:rPr lang="en-US" sz="1400" dirty="0"/>
              <a:t> </a:t>
            </a:r>
            <a:r>
              <a:rPr lang="en-US" sz="1400" dirty="0" err="1"/>
              <a:t>și</a:t>
            </a:r>
            <a:r>
              <a:rPr lang="en-US" sz="1400" dirty="0"/>
              <a:t> </a:t>
            </a:r>
            <a:r>
              <a:rPr lang="en-US" sz="1400" dirty="0" err="1"/>
              <a:t>reacțiilor</a:t>
            </a:r>
            <a:r>
              <a:rPr lang="en-US" sz="1400" dirty="0"/>
              <a:t>, </a:t>
            </a:r>
            <a:r>
              <a:rPr lang="en-US" sz="1400" dirty="0" err="1"/>
              <a:t>mai</a:t>
            </a:r>
            <a:r>
              <a:rPr lang="en-US" sz="1400" dirty="0"/>
              <a:t> ales </a:t>
            </a:r>
            <a:r>
              <a:rPr lang="en-US" sz="1400" dirty="0" err="1"/>
              <a:t>în</a:t>
            </a:r>
            <a:r>
              <a:rPr lang="en-US" sz="1400" dirty="0"/>
              <a:t> </a:t>
            </a:r>
            <a:r>
              <a:rPr lang="en-US" sz="1400" dirty="0" err="1"/>
              <a:t>timpul</a:t>
            </a:r>
            <a:r>
              <a:rPr lang="en-US" sz="1400" dirty="0"/>
              <a:t> </a:t>
            </a:r>
            <a:r>
              <a:rPr lang="en-US" sz="1400" dirty="0" err="1"/>
              <a:t>pandemiei</a:t>
            </a:r>
            <a:r>
              <a:rPr lang="en-US" sz="1400" dirty="0"/>
              <a:t>.</a:t>
            </a:r>
            <a:endParaRPr lang="ro-RO" sz="1400" noProof="0" dirty="0"/>
          </a:p>
        </p:txBody>
      </p:sp>
      <p:sp>
        <p:nvSpPr>
          <p:cNvPr id="8" name="TextBox 7">
            <a:extLst>
              <a:ext uri="{FF2B5EF4-FFF2-40B4-BE49-F238E27FC236}">
                <a16:creationId xmlns:a16="http://schemas.microsoft.com/office/drawing/2014/main" id="{5DCAD6E8-E45B-9D68-6928-095AFC17DC90}"/>
              </a:ext>
            </a:extLst>
          </p:cNvPr>
          <p:cNvSpPr txBox="1"/>
          <p:nvPr/>
        </p:nvSpPr>
        <p:spPr>
          <a:xfrm>
            <a:off x="7590846" y="4118393"/>
            <a:ext cx="3873911" cy="2062103"/>
          </a:xfrm>
          <a:prstGeom prst="rect">
            <a:avLst/>
          </a:prstGeom>
          <a:noFill/>
        </p:spPr>
        <p:txBody>
          <a:bodyPr wrap="square">
            <a:spAutoFit/>
          </a:bodyPr>
          <a:lstStyle/>
          <a:p>
            <a:pPr algn="ctr"/>
            <a:r>
              <a:rPr lang="ro-RO" sz="1600" b="1" noProof="0" dirty="0"/>
              <a:t>Dezinformarea pe Twitter în timpul pandemiei</a:t>
            </a:r>
            <a:r>
              <a:rPr lang="en-US" sz="1600" b="1" noProof="0" dirty="0"/>
              <a:t>:</a:t>
            </a:r>
          </a:p>
          <a:p>
            <a:endParaRPr lang="en-US" sz="1200" b="1" noProof="0" dirty="0"/>
          </a:p>
          <a:p>
            <a:pPr algn="ctr"/>
            <a:r>
              <a:rPr lang="en-US" sz="1400" dirty="0"/>
              <a:t>Twitter a </a:t>
            </a:r>
            <a:r>
              <a:rPr lang="en-US" sz="1400" dirty="0" err="1"/>
              <a:t>fost</a:t>
            </a:r>
            <a:r>
              <a:rPr lang="en-US" sz="1400" dirty="0"/>
              <a:t> </a:t>
            </a:r>
            <a:r>
              <a:rPr lang="en-US" sz="1400" dirty="0" err="1"/>
              <a:t>intens</a:t>
            </a:r>
            <a:r>
              <a:rPr lang="en-US" sz="1400" dirty="0"/>
              <a:t> </a:t>
            </a:r>
            <a:r>
              <a:rPr lang="en-US" sz="1400" dirty="0" err="1"/>
              <a:t>folosit</a:t>
            </a:r>
            <a:r>
              <a:rPr lang="en-US" sz="1400" dirty="0"/>
              <a:t> </a:t>
            </a:r>
            <a:r>
              <a:rPr lang="en-US" sz="1400" dirty="0" err="1"/>
              <a:t>pentru</a:t>
            </a:r>
            <a:r>
              <a:rPr lang="en-US" sz="1400" dirty="0"/>
              <a:t> </a:t>
            </a:r>
            <a:r>
              <a:rPr lang="en-US" sz="1400" dirty="0" err="1"/>
              <a:t>opinii</a:t>
            </a:r>
            <a:r>
              <a:rPr lang="en-US" sz="1400" dirty="0"/>
              <a:t>, </a:t>
            </a:r>
            <a:r>
              <a:rPr lang="en-US" sz="1400" dirty="0" err="1"/>
              <a:t>speculații</a:t>
            </a:r>
            <a:r>
              <a:rPr lang="en-US" sz="1400" dirty="0"/>
              <a:t> </a:t>
            </a:r>
            <a:r>
              <a:rPr lang="en-US" sz="1400" dirty="0" err="1"/>
              <a:t>și</a:t>
            </a:r>
            <a:r>
              <a:rPr lang="en-US" sz="1400" dirty="0"/>
              <a:t> </a:t>
            </a:r>
            <a:r>
              <a:rPr lang="en-US" sz="1400" dirty="0" err="1"/>
              <a:t>presupuse</a:t>
            </a:r>
            <a:r>
              <a:rPr lang="en-US" sz="1400" dirty="0"/>
              <a:t> </a:t>
            </a:r>
            <a:r>
              <a:rPr lang="en-US" sz="1400" dirty="0" err="1"/>
              <a:t>remedii</a:t>
            </a:r>
            <a:r>
              <a:rPr lang="en-US" sz="1400" dirty="0"/>
              <a:t> COVID-19. Un </a:t>
            </a:r>
            <a:r>
              <a:rPr lang="en-US" sz="1400" dirty="0" err="1"/>
              <a:t>studiu</a:t>
            </a:r>
            <a:r>
              <a:rPr lang="en-US" sz="1400" dirty="0"/>
              <a:t> pe 1500 de tweet-</a:t>
            </a:r>
            <a:r>
              <a:rPr lang="en-US" sz="1400" dirty="0" err="1"/>
              <a:t>uri</a:t>
            </a:r>
            <a:r>
              <a:rPr lang="en-US" sz="1400" dirty="0"/>
              <a:t> a </a:t>
            </a:r>
            <a:r>
              <a:rPr lang="en-US" sz="1400" dirty="0" err="1"/>
              <a:t>arătat</a:t>
            </a:r>
            <a:r>
              <a:rPr lang="en-US" sz="1400" dirty="0"/>
              <a:t> </a:t>
            </a:r>
            <a:r>
              <a:rPr lang="en-US" sz="1400" dirty="0" err="1"/>
              <a:t>că</a:t>
            </a:r>
            <a:r>
              <a:rPr lang="en-US" sz="1400" dirty="0"/>
              <a:t> 1274 </a:t>
            </a:r>
            <a:r>
              <a:rPr lang="en-US" sz="1400" dirty="0" err="1"/>
              <a:t>erau</a:t>
            </a:r>
            <a:r>
              <a:rPr lang="en-US" sz="1400" dirty="0"/>
              <a:t> false </a:t>
            </a:r>
            <a:r>
              <a:rPr lang="en-US" sz="1400" dirty="0" err="1"/>
              <a:t>și</a:t>
            </a:r>
            <a:r>
              <a:rPr lang="en-US" sz="1400" dirty="0"/>
              <a:t> 226 </a:t>
            </a:r>
            <a:r>
              <a:rPr lang="en-US" sz="1400" dirty="0" err="1"/>
              <a:t>parțial</a:t>
            </a:r>
            <a:r>
              <a:rPr lang="en-US" sz="1400" dirty="0"/>
              <a:t> false. </a:t>
            </a:r>
            <a:r>
              <a:rPr lang="en-US" sz="1400" dirty="0" err="1"/>
              <a:t>Informațiile</a:t>
            </a:r>
            <a:r>
              <a:rPr lang="en-US" sz="1400" dirty="0"/>
              <a:t> </a:t>
            </a:r>
            <a:r>
              <a:rPr lang="en-US" sz="1400" dirty="0" err="1"/>
              <a:t>eronate</a:t>
            </a:r>
            <a:r>
              <a:rPr lang="en-US" sz="1400" dirty="0"/>
              <a:t> s-au </a:t>
            </a:r>
            <a:r>
              <a:rPr lang="en-US" sz="1400" dirty="0" err="1"/>
              <a:t>răspândit</a:t>
            </a:r>
            <a:r>
              <a:rPr lang="en-US" sz="1400" dirty="0"/>
              <a:t> rapid, </a:t>
            </a:r>
            <a:r>
              <a:rPr lang="en-US" sz="1400" dirty="0" err="1"/>
              <a:t>fiind</a:t>
            </a:r>
            <a:r>
              <a:rPr lang="en-US" sz="1400" dirty="0"/>
              <a:t> </a:t>
            </a:r>
            <a:r>
              <a:rPr lang="en-US" sz="1400" dirty="0" err="1"/>
              <a:t>amplificate</a:t>
            </a:r>
            <a:r>
              <a:rPr lang="en-US" sz="1400" dirty="0"/>
              <a:t> de </a:t>
            </a:r>
            <a:r>
              <a:rPr lang="en-US" sz="1400" dirty="0" err="1"/>
              <a:t>conturi</a:t>
            </a:r>
            <a:r>
              <a:rPr lang="en-US" sz="1400" dirty="0"/>
              <a:t> </a:t>
            </a:r>
            <a:r>
              <a:rPr lang="en-US" sz="1400" dirty="0" err="1"/>
              <a:t>verificate</a:t>
            </a:r>
            <a:r>
              <a:rPr lang="en-US" sz="1400" dirty="0"/>
              <a:t> </a:t>
            </a:r>
            <a:r>
              <a:rPr lang="en-US" sz="1400" dirty="0" err="1"/>
              <a:t>și</a:t>
            </a:r>
            <a:r>
              <a:rPr lang="en-US" sz="1400" dirty="0"/>
              <a:t> </a:t>
            </a:r>
            <a:r>
              <a:rPr lang="en-US" sz="1400" dirty="0" err="1"/>
              <a:t>celebrități</a:t>
            </a:r>
            <a:r>
              <a:rPr lang="en-US" sz="1400" dirty="0"/>
              <a:t>.</a:t>
            </a:r>
            <a:endParaRPr lang="ro-RO" sz="1400" b="1" noProof="0" dirty="0"/>
          </a:p>
        </p:txBody>
      </p:sp>
      <p:pic>
        <p:nvPicPr>
          <p:cNvPr id="3" name="Picture 2" descr="A graph of a number of people&#10;&#10;AI-generated content may be incorrect.">
            <a:extLst>
              <a:ext uri="{FF2B5EF4-FFF2-40B4-BE49-F238E27FC236}">
                <a16:creationId xmlns:a16="http://schemas.microsoft.com/office/drawing/2014/main" id="{68E9E66B-363A-4EDF-43C0-47BD7F0E9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186" y="1259584"/>
            <a:ext cx="5990427" cy="2511718"/>
          </a:xfrm>
          <a:prstGeom prst="rect">
            <a:avLst/>
          </a:prstGeom>
        </p:spPr>
      </p:pic>
      <p:pic>
        <p:nvPicPr>
          <p:cNvPr id="5" name="Picture 4" descr="A graph of social media users&#10;&#10;AI-generated content may be incorrect.">
            <a:extLst>
              <a:ext uri="{FF2B5EF4-FFF2-40B4-BE49-F238E27FC236}">
                <a16:creationId xmlns:a16="http://schemas.microsoft.com/office/drawing/2014/main" id="{F6814933-B684-1315-3A32-53405EA3D5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132" y="4013618"/>
            <a:ext cx="6011378" cy="2511718"/>
          </a:xfrm>
          <a:prstGeom prst="rect">
            <a:avLst/>
          </a:prstGeom>
        </p:spPr>
      </p:pic>
    </p:spTree>
    <p:extLst>
      <p:ext uri="{BB962C8B-B14F-4D97-AF65-F5344CB8AC3E}">
        <p14:creationId xmlns:p14="http://schemas.microsoft.com/office/powerpoint/2010/main" val="395513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82CF-B733-4767-7E1F-48B4EFB54299}"/>
              </a:ext>
            </a:extLst>
          </p:cNvPr>
          <p:cNvSpPr>
            <a:spLocks noGrp="1"/>
          </p:cNvSpPr>
          <p:nvPr>
            <p:ph type="title"/>
          </p:nvPr>
        </p:nvSpPr>
        <p:spPr>
          <a:xfrm>
            <a:off x="1218461" y="233953"/>
            <a:ext cx="9875520" cy="1356360"/>
          </a:xfrm>
        </p:spPr>
        <p:txBody>
          <a:bodyPr>
            <a:normAutofit/>
          </a:bodyPr>
          <a:lstStyle/>
          <a:p>
            <a:r>
              <a:rPr lang="ro-RO" noProof="0" dirty="0">
                <a:solidFill>
                  <a:srgbClr val="3494BA"/>
                </a:solidFill>
              </a:rPr>
              <a:t>Dezinformarea și teoriile conspirației</a:t>
            </a:r>
          </a:p>
        </p:txBody>
      </p:sp>
      <p:graphicFrame>
        <p:nvGraphicFramePr>
          <p:cNvPr id="8" name="TextBox 2">
            <a:extLst>
              <a:ext uri="{FF2B5EF4-FFF2-40B4-BE49-F238E27FC236}">
                <a16:creationId xmlns:a16="http://schemas.microsoft.com/office/drawing/2014/main" id="{B67F35FD-2EEA-2271-9896-5D6D53C59120}"/>
              </a:ext>
            </a:extLst>
          </p:cNvPr>
          <p:cNvGraphicFramePr/>
          <p:nvPr/>
        </p:nvGraphicFramePr>
        <p:xfrm>
          <a:off x="1082776" y="2851735"/>
          <a:ext cx="10026447" cy="3087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986D5AE-9BF2-4C9D-C9DC-E44DC29ADA93}"/>
              </a:ext>
            </a:extLst>
          </p:cNvPr>
          <p:cNvSpPr txBox="1"/>
          <p:nvPr/>
        </p:nvSpPr>
        <p:spPr>
          <a:xfrm>
            <a:off x="1098021" y="1374407"/>
            <a:ext cx="9741430" cy="1477328"/>
          </a:xfrm>
          <a:prstGeom prst="rect">
            <a:avLst/>
          </a:prstGeom>
          <a:noFill/>
        </p:spPr>
        <p:txBody>
          <a:bodyPr wrap="square" rtlCol="0">
            <a:spAutoFit/>
          </a:bodyPr>
          <a:lstStyle/>
          <a:p>
            <a:r>
              <a:rPr lang="ro-RO" dirty="0"/>
              <a:t>Dezinformarea și teoriile conspirației despre COVID-19 s-au răspândit rapid prin rețele sociale, mass-media și mesaje text. Informații false privind originea, prevenirea și tratamentul bolii au fost promovate chiar și de celebrități, politicieni și alte figuri publice influente. Vă prezint câteva dintre aceste teorii ale conspirației ce au circulat în acea perioadă:</a:t>
            </a:r>
          </a:p>
          <a:p>
            <a:r>
              <a:rPr lang="ro-RO" dirty="0"/>
              <a:t> </a:t>
            </a:r>
            <a:endParaRPr lang="en-GB" dirty="0"/>
          </a:p>
        </p:txBody>
      </p:sp>
    </p:spTree>
    <p:extLst>
      <p:ext uri="{BB962C8B-B14F-4D97-AF65-F5344CB8AC3E}">
        <p14:creationId xmlns:p14="http://schemas.microsoft.com/office/powerpoint/2010/main" val="22869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AsOne/>
      </p:bldGraphic>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06ED266-725E-04D1-342E-809BA1EDEEBC}"/>
              </a:ext>
            </a:extLst>
          </p:cNvPr>
          <p:cNvGrpSpPr/>
          <p:nvPr/>
        </p:nvGrpSpPr>
        <p:grpSpPr>
          <a:xfrm>
            <a:off x="573098" y="1715423"/>
            <a:ext cx="3508266" cy="4129164"/>
            <a:chOff x="4166555" y="1568366"/>
            <a:chExt cx="3868136" cy="4213586"/>
          </a:xfrm>
        </p:grpSpPr>
        <p:grpSp>
          <p:nvGrpSpPr>
            <p:cNvPr id="8" name="Graphic 118">
              <a:extLst>
                <a:ext uri="{FF2B5EF4-FFF2-40B4-BE49-F238E27FC236}">
                  <a16:creationId xmlns:a16="http://schemas.microsoft.com/office/drawing/2014/main" id="{25E6B21E-0751-1D67-D929-69E0C04B7926}"/>
                </a:ext>
              </a:extLst>
            </p:cNvPr>
            <p:cNvGrpSpPr/>
            <p:nvPr/>
          </p:nvGrpSpPr>
          <p:grpSpPr>
            <a:xfrm>
              <a:off x="4166555" y="1568366"/>
              <a:ext cx="3868136" cy="4213586"/>
              <a:chOff x="4271242" y="4376556"/>
              <a:chExt cx="2193773" cy="2389691"/>
            </a:xfrm>
          </p:grpSpPr>
          <p:sp>
            <p:nvSpPr>
              <p:cNvPr id="18" name="Freeform: Shape 17">
                <a:extLst>
                  <a:ext uri="{FF2B5EF4-FFF2-40B4-BE49-F238E27FC236}">
                    <a16:creationId xmlns:a16="http://schemas.microsoft.com/office/drawing/2014/main" id="{272A9AA1-0080-052E-196E-A6020D112B00}"/>
                  </a:ext>
                </a:extLst>
              </p:cNvPr>
              <p:cNvSpPr/>
              <p:nvPr/>
            </p:nvSpPr>
            <p:spPr>
              <a:xfrm>
                <a:off x="4271242" y="4912223"/>
                <a:ext cx="1077680" cy="1851981"/>
              </a:xfrm>
              <a:custGeom>
                <a:avLst/>
                <a:gdLst>
                  <a:gd name="connsiteX0" fmla="*/ 1054609 w 1077680"/>
                  <a:gd name="connsiteY0" fmla="*/ 709963 h 1851981"/>
                  <a:gd name="connsiteX1" fmla="*/ 1052032 w 1077680"/>
                  <a:gd name="connsiteY1" fmla="*/ 711509 h 1851981"/>
                  <a:gd name="connsiteX2" fmla="*/ 1014910 w 1077680"/>
                  <a:gd name="connsiteY2" fmla="*/ 485687 h 1851981"/>
                  <a:gd name="connsiteX3" fmla="*/ 1013363 w 1077680"/>
                  <a:gd name="connsiteY3" fmla="*/ 496772 h 1851981"/>
                  <a:gd name="connsiteX4" fmla="*/ 1014910 w 1077680"/>
                  <a:gd name="connsiteY4" fmla="*/ 503217 h 1851981"/>
                  <a:gd name="connsiteX5" fmla="*/ 1005630 w 1077680"/>
                  <a:gd name="connsiteY5" fmla="*/ 463002 h 1851981"/>
                  <a:gd name="connsiteX6" fmla="*/ 974180 w 1077680"/>
                  <a:gd name="connsiteY6" fmla="*/ 331273 h 1851981"/>
                  <a:gd name="connsiteX7" fmla="*/ 930098 w 1077680"/>
                  <a:gd name="connsiteY7" fmla="*/ 204699 h 1851981"/>
                  <a:gd name="connsiteX8" fmla="*/ 903546 w 1077680"/>
                  <a:gd name="connsiteY8" fmla="*/ 145923 h 1851981"/>
                  <a:gd name="connsiteX9" fmla="*/ 829561 w 1077680"/>
                  <a:gd name="connsiteY9" fmla="*/ 44097 h 1851981"/>
                  <a:gd name="connsiteX10" fmla="*/ 708143 w 1077680"/>
                  <a:gd name="connsiteY10" fmla="*/ 15 h 1851981"/>
                  <a:gd name="connsiteX11" fmla="*/ 585178 w 1077680"/>
                  <a:gd name="connsiteY11" fmla="*/ 35075 h 1851981"/>
                  <a:gd name="connsiteX12" fmla="*/ 496241 w 1077680"/>
                  <a:gd name="connsiteY12" fmla="*/ 95397 h 1851981"/>
                  <a:gd name="connsiteX13" fmla="*/ 361418 w 1077680"/>
                  <a:gd name="connsiteY13" fmla="*/ 203152 h 1851981"/>
                  <a:gd name="connsiteX14" fmla="*/ 284340 w 1077680"/>
                  <a:gd name="connsiteY14" fmla="*/ 279199 h 1851981"/>
                  <a:gd name="connsiteX15" fmla="*/ 196434 w 1077680"/>
                  <a:gd name="connsiteY15" fmla="*/ 388244 h 1851981"/>
                  <a:gd name="connsiteX16" fmla="*/ 101568 w 1077680"/>
                  <a:gd name="connsiteY16" fmla="*/ 557610 h 1851981"/>
                  <a:gd name="connsiteX17" fmla="*/ 27068 w 1077680"/>
                  <a:gd name="connsiteY17" fmla="*/ 741928 h 1851981"/>
                  <a:gd name="connsiteX18" fmla="*/ 1805 w 1077680"/>
                  <a:gd name="connsiteY18" fmla="*/ 893507 h 1851981"/>
                  <a:gd name="connsiteX19" fmla="*/ 773 w 1077680"/>
                  <a:gd name="connsiteY19" fmla="*/ 1060811 h 1851981"/>
                  <a:gd name="connsiteX20" fmla="*/ 773 w 1077680"/>
                  <a:gd name="connsiteY20" fmla="*/ 1130930 h 1851981"/>
                  <a:gd name="connsiteX21" fmla="*/ 0 w 1077680"/>
                  <a:gd name="connsiteY21" fmla="*/ 1139952 h 1851981"/>
                  <a:gd name="connsiteX22" fmla="*/ 0 w 1077680"/>
                  <a:gd name="connsiteY22" fmla="*/ 1377375 h 1851981"/>
                  <a:gd name="connsiteX23" fmla="*/ 1289 w 1077680"/>
                  <a:gd name="connsiteY23" fmla="*/ 1385366 h 1851981"/>
                  <a:gd name="connsiteX24" fmla="*/ 7476 w 1077680"/>
                  <a:gd name="connsiteY24" fmla="*/ 1543132 h 1851981"/>
                  <a:gd name="connsiteX25" fmla="*/ 18819 w 1077680"/>
                  <a:gd name="connsiteY25" fmla="*/ 1660941 h 1851981"/>
                  <a:gd name="connsiteX26" fmla="*/ 99506 w 1077680"/>
                  <a:gd name="connsiteY26" fmla="*/ 1808911 h 1851981"/>
                  <a:gd name="connsiteX27" fmla="*/ 211128 w 1077680"/>
                  <a:gd name="connsiteY27" fmla="*/ 1851962 h 1851981"/>
                  <a:gd name="connsiteX28" fmla="*/ 280989 w 1077680"/>
                  <a:gd name="connsiteY28" fmla="*/ 1848868 h 1851981"/>
                  <a:gd name="connsiteX29" fmla="*/ 424061 w 1077680"/>
                  <a:gd name="connsiteY29" fmla="*/ 1837525 h 1851981"/>
                  <a:gd name="connsiteX30" fmla="*/ 601676 w 1077680"/>
                  <a:gd name="connsiteY30" fmla="*/ 1796795 h 1851981"/>
                  <a:gd name="connsiteX31" fmla="*/ 719743 w 1077680"/>
                  <a:gd name="connsiteY31" fmla="*/ 1743433 h 1851981"/>
                  <a:gd name="connsiteX32" fmla="*/ 891945 w 1077680"/>
                  <a:gd name="connsiteY32" fmla="*/ 1648309 h 1851981"/>
                  <a:gd name="connsiteX33" fmla="*/ 996349 w 1077680"/>
                  <a:gd name="connsiteY33" fmla="*/ 1540296 h 1851981"/>
                  <a:gd name="connsiteX34" fmla="*/ 1045071 w 1077680"/>
                  <a:gd name="connsiteY34" fmla="*/ 1372477 h 1851981"/>
                  <a:gd name="connsiteX35" fmla="*/ 1053063 w 1077680"/>
                  <a:gd name="connsiteY35" fmla="*/ 1203626 h 1851981"/>
                  <a:gd name="connsiteX36" fmla="*/ 1063374 w 1077680"/>
                  <a:gd name="connsiteY36" fmla="*/ 1106440 h 1851981"/>
                  <a:gd name="connsiteX37" fmla="*/ 1077295 w 1077680"/>
                  <a:gd name="connsiteY37" fmla="*/ 972133 h 1851981"/>
                  <a:gd name="connsiteX38" fmla="*/ 1065952 w 1077680"/>
                  <a:gd name="connsiteY38" fmla="*/ 778534 h 1851981"/>
                  <a:gd name="connsiteX39" fmla="*/ 1054609 w 1077680"/>
                  <a:gd name="connsiteY39" fmla="*/ 709963 h 185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077680" h="1851981">
                    <a:moveTo>
                      <a:pt x="1054609" y="709963"/>
                    </a:moveTo>
                    <a:cubicBezTo>
                      <a:pt x="1053836" y="710478"/>
                      <a:pt x="1053063" y="710994"/>
                      <a:pt x="1052032" y="711509"/>
                    </a:cubicBezTo>
                    <a:lnTo>
                      <a:pt x="1014910" y="485687"/>
                    </a:lnTo>
                    <a:cubicBezTo>
                      <a:pt x="1012590" y="489039"/>
                      <a:pt x="1012332" y="492648"/>
                      <a:pt x="1013363" y="496772"/>
                    </a:cubicBezTo>
                    <a:cubicBezTo>
                      <a:pt x="1013879" y="498834"/>
                      <a:pt x="1014394" y="501155"/>
                      <a:pt x="1014910" y="503217"/>
                    </a:cubicBezTo>
                    <a:cubicBezTo>
                      <a:pt x="1011817" y="489812"/>
                      <a:pt x="1008981" y="476407"/>
                      <a:pt x="1005630" y="463002"/>
                    </a:cubicBezTo>
                    <a:cubicBezTo>
                      <a:pt x="994545" y="419178"/>
                      <a:pt x="983718" y="375354"/>
                      <a:pt x="974180" y="331273"/>
                    </a:cubicBezTo>
                    <a:cubicBezTo>
                      <a:pt x="964641" y="287191"/>
                      <a:pt x="951494" y="244656"/>
                      <a:pt x="930098" y="204699"/>
                    </a:cubicBezTo>
                    <a:cubicBezTo>
                      <a:pt x="920044" y="185880"/>
                      <a:pt x="911795" y="165773"/>
                      <a:pt x="903546" y="145923"/>
                    </a:cubicBezTo>
                    <a:cubicBezTo>
                      <a:pt x="887047" y="106224"/>
                      <a:pt x="863589" y="71165"/>
                      <a:pt x="829561" y="44097"/>
                    </a:cubicBezTo>
                    <a:cubicBezTo>
                      <a:pt x="794244" y="15998"/>
                      <a:pt x="754287" y="531"/>
                      <a:pt x="708143" y="15"/>
                    </a:cubicBezTo>
                    <a:cubicBezTo>
                      <a:pt x="663288" y="-500"/>
                      <a:pt x="622815" y="11874"/>
                      <a:pt x="585178" y="35075"/>
                    </a:cubicBezTo>
                    <a:cubicBezTo>
                      <a:pt x="554759" y="53893"/>
                      <a:pt x="525629" y="74774"/>
                      <a:pt x="496241" y="95397"/>
                    </a:cubicBezTo>
                    <a:cubicBezTo>
                      <a:pt x="449324" y="128909"/>
                      <a:pt x="403953" y="164484"/>
                      <a:pt x="361418" y="203152"/>
                    </a:cubicBezTo>
                    <a:cubicBezTo>
                      <a:pt x="334608" y="227384"/>
                      <a:pt x="309087" y="252647"/>
                      <a:pt x="284340" y="279199"/>
                    </a:cubicBezTo>
                    <a:cubicBezTo>
                      <a:pt x="252374" y="313485"/>
                      <a:pt x="223244" y="349833"/>
                      <a:pt x="196434" y="388244"/>
                    </a:cubicBezTo>
                    <a:cubicBezTo>
                      <a:pt x="159055" y="441606"/>
                      <a:pt x="130698" y="499866"/>
                      <a:pt x="101568" y="557610"/>
                    </a:cubicBezTo>
                    <a:cubicBezTo>
                      <a:pt x="71923" y="617159"/>
                      <a:pt x="45628" y="677997"/>
                      <a:pt x="27068" y="741928"/>
                    </a:cubicBezTo>
                    <a:cubicBezTo>
                      <a:pt x="12374" y="791423"/>
                      <a:pt x="1805" y="841692"/>
                      <a:pt x="1805" y="893507"/>
                    </a:cubicBezTo>
                    <a:cubicBezTo>
                      <a:pt x="2062" y="949189"/>
                      <a:pt x="258" y="1005129"/>
                      <a:pt x="773" y="1060811"/>
                    </a:cubicBezTo>
                    <a:cubicBezTo>
                      <a:pt x="1031" y="1084270"/>
                      <a:pt x="773" y="1107471"/>
                      <a:pt x="773" y="1130930"/>
                    </a:cubicBezTo>
                    <a:cubicBezTo>
                      <a:pt x="773" y="1134023"/>
                      <a:pt x="1805" y="1137117"/>
                      <a:pt x="0" y="1139952"/>
                    </a:cubicBezTo>
                    <a:cubicBezTo>
                      <a:pt x="0" y="1219093"/>
                      <a:pt x="0" y="1298234"/>
                      <a:pt x="0" y="1377375"/>
                    </a:cubicBezTo>
                    <a:cubicBezTo>
                      <a:pt x="516" y="1379952"/>
                      <a:pt x="1289" y="1382788"/>
                      <a:pt x="1289" y="1385366"/>
                    </a:cubicBezTo>
                    <a:cubicBezTo>
                      <a:pt x="1547" y="1437955"/>
                      <a:pt x="4125" y="1490543"/>
                      <a:pt x="7476" y="1543132"/>
                    </a:cubicBezTo>
                    <a:cubicBezTo>
                      <a:pt x="9796" y="1582574"/>
                      <a:pt x="11085" y="1622015"/>
                      <a:pt x="18819" y="1660941"/>
                    </a:cubicBezTo>
                    <a:cubicBezTo>
                      <a:pt x="30419" y="1718428"/>
                      <a:pt x="54393" y="1769470"/>
                      <a:pt x="99506" y="1808911"/>
                    </a:cubicBezTo>
                    <a:cubicBezTo>
                      <a:pt x="131472" y="1836752"/>
                      <a:pt x="168851" y="1851446"/>
                      <a:pt x="211128" y="1851962"/>
                    </a:cubicBezTo>
                    <a:cubicBezTo>
                      <a:pt x="234329" y="1852219"/>
                      <a:pt x="257788" y="1849899"/>
                      <a:pt x="280989" y="1848868"/>
                    </a:cubicBezTo>
                    <a:cubicBezTo>
                      <a:pt x="328937" y="1847064"/>
                      <a:pt x="376628" y="1843197"/>
                      <a:pt x="424061" y="1837525"/>
                    </a:cubicBezTo>
                    <a:cubicBezTo>
                      <a:pt x="484641" y="1830050"/>
                      <a:pt x="544190" y="1817676"/>
                      <a:pt x="601676" y="1796795"/>
                    </a:cubicBezTo>
                    <a:cubicBezTo>
                      <a:pt x="642407" y="1782101"/>
                      <a:pt x="680817" y="1761994"/>
                      <a:pt x="719743" y="1743433"/>
                    </a:cubicBezTo>
                    <a:cubicBezTo>
                      <a:pt x="779034" y="1715076"/>
                      <a:pt x="838326" y="1686978"/>
                      <a:pt x="891945" y="1648309"/>
                    </a:cubicBezTo>
                    <a:cubicBezTo>
                      <a:pt x="933191" y="1618664"/>
                      <a:pt x="969539" y="1584120"/>
                      <a:pt x="996349" y="1540296"/>
                    </a:cubicBezTo>
                    <a:cubicBezTo>
                      <a:pt x="1027542" y="1488739"/>
                      <a:pt x="1039400" y="1431252"/>
                      <a:pt x="1045071" y="1372477"/>
                    </a:cubicBezTo>
                    <a:cubicBezTo>
                      <a:pt x="1050485" y="1316279"/>
                      <a:pt x="1050485" y="1259824"/>
                      <a:pt x="1053063" y="1203626"/>
                    </a:cubicBezTo>
                    <a:cubicBezTo>
                      <a:pt x="1054609" y="1170887"/>
                      <a:pt x="1057703" y="1138406"/>
                      <a:pt x="1063374" y="1106440"/>
                    </a:cubicBezTo>
                    <a:cubicBezTo>
                      <a:pt x="1071366" y="1062100"/>
                      <a:pt x="1076006" y="1017245"/>
                      <a:pt x="1077295" y="972133"/>
                    </a:cubicBezTo>
                    <a:cubicBezTo>
                      <a:pt x="1079099" y="907170"/>
                      <a:pt x="1074459" y="842723"/>
                      <a:pt x="1065952" y="778534"/>
                    </a:cubicBezTo>
                    <a:cubicBezTo>
                      <a:pt x="1062859" y="755849"/>
                      <a:pt x="1060023" y="732648"/>
                      <a:pt x="1054609" y="709963"/>
                    </a:cubicBezTo>
                    <a:close/>
                  </a:path>
                </a:pathLst>
              </a:custGeom>
              <a:solidFill>
                <a:schemeClr val="accent3">
                  <a:lumMod val="75000"/>
                </a:schemeClr>
              </a:solidFill>
              <a:ln w="257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4701D61-DE0A-8E67-A744-E452A95E1187}"/>
                  </a:ext>
                </a:extLst>
              </p:cNvPr>
              <p:cNvSpPr/>
              <p:nvPr/>
            </p:nvSpPr>
            <p:spPr>
              <a:xfrm>
                <a:off x="5387320" y="4916415"/>
                <a:ext cx="1077694" cy="1848802"/>
              </a:xfrm>
              <a:custGeom>
                <a:avLst/>
                <a:gdLst>
                  <a:gd name="connsiteX0" fmla="*/ 1076406 w 1077694"/>
                  <a:gd name="connsiteY0" fmla="*/ 1126479 h 1848802"/>
                  <a:gd name="connsiteX1" fmla="*/ 1074086 w 1077694"/>
                  <a:gd name="connsiteY1" fmla="*/ 907875 h 1848802"/>
                  <a:gd name="connsiteX2" fmla="*/ 1070477 w 1077694"/>
                  <a:gd name="connsiteY2" fmla="*/ 858638 h 1848802"/>
                  <a:gd name="connsiteX3" fmla="*/ 1026653 w 1077694"/>
                  <a:gd name="connsiteY3" fmla="*/ 680764 h 1848802"/>
                  <a:gd name="connsiteX4" fmla="*/ 936685 w 1077694"/>
                  <a:gd name="connsiteY4" fmla="*/ 486135 h 1848802"/>
                  <a:gd name="connsiteX5" fmla="*/ 762421 w 1077694"/>
                  <a:gd name="connsiteY5" fmla="*/ 249486 h 1848802"/>
                  <a:gd name="connsiteX6" fmla="*/ 566502 w 1077694"/>
                  <a:gd name="connsiteY6" fmla="*/ 86564 h 1848802"/>
                  <a:gd name="connsiteX7" fmla="*/ 466996 w 1077694"/>
                  <a:gd name="connsiteY7" fmla="*/ 22375 h 1848802"/>
                  <a:gd name="connsiteX8" fmla="*/ 345578 w 1077694"/>
                  <a:gd name="connsiteY8" fmla="*/ 2267 h 1848802"/>
                  <a:gd name="connsiteX9" fmla="*/ 199412 w 1077694"/>
                  <a:gd name="connsiteY9" fmla="*/ 103578 h 1848802"/>
                  <a:gd name="connsiteX10" fmla="*/ 137028 w 1077694"/>
                  <a:gd name="connsiteY10" fmla="*/ 234018 h 1848802"/>
                  <a:gd name="connsiteX11" fmla="*/ 120272 w 1077694"/>
                  <a:gd name="connsiteY11" fmla="*/ 278358 h 1848802"/>
                  <a:gd name="connsiteX12" fmla="*/ 75159 w 1077694"/>
                  <a:gd name="connsiteY12" fmla="*/ 465770 h 1848802"/>
                  <a:gd name="connsiteX13" fmla="*/ 62785 w 1077694"/>
                  <a:gd name="connsiteY13" fmla="*/ 513460 h 1848802"/>
                  <a:gd name="connsiteX14" fmla="*/ 64589 w 1077694"/>
                  <a:gd name="connsiteY14" fmla="*/ 522483 h 1848802"/>
                  <a:gd name="connsiteX15" fmla="*/ 25921 w 1077694"/>
                  <a:gd name="connsiteY15" fmla="*/ 701130 h 1848802"/>
                  <a:gd name="connsiteX16" fmla="*/ 23343 w 1077694"/>
                  <a:gd name="connsiteY16" fmla="*/ 700098 h 1848802"/>
                  <a:gd name="connsiteX17" fmla="*/ 13547 w 1077694"/>
                  <a:gd name="connsiteY17" fmla="*/ 762741 h 1848802"/>
                  <a:gd name="connsiteX18" fmla="*/ 1689 w 1077694"/>
                  <a:gd name="connsiteY18" fmla="*/ 886221 h 1848802"/>
                  <a:gd name="connsiteX19" fmla="*/ 10712 w 1077694"/>
                  <a:gd name="connsiteY19" fmla="*/ 1078788 h 1848802"/>
                  <a:gd name="connsiteX20" fmla="*/ 26695 w 1077694"/>
                  <a:gd name="connsiteY20" fmla="*/ 1244804 h 1848802"/>
                  <a:gd name="connsiteX21" fmla="*/ 38037 w 1077694"/>
                  <a:gd name="connsiteY21" fmla="*/ 1409530 h 1848802"/>
                  <a:gd name="connsiteX22" fmla="*/ 103258 w 1077694"/>
                  <a:gd name="connsiteY22" fmla="*/ 1568069 h 1848802"/>
                  <a:gd name="connsiteX23" fmla="*/ 220551 w 1077694"/>
                  <a:gd name="connsiteY23" fmla="*/ 1668091 h 1848802"/>
                  <a:gd name="connsiteX24" fmla="*/ 380379 w 1077694"/>
                  <a:gd name="connsiteY24" fmla="*/ 1751099 h 1848802"/>
                  <a:gd name="connsiteX25" fmla="*/ 587383 w 1077694"/>
                  <a:gd name="connsiteY25" fmla="*/ 1823795 h 1848802"/>
                  <a:gd name="connsiteX26" fmla="*/ 751078 w 1077694"/>
                  <a:gd name="connsiteY26" fmla="*/ 1843129 h 1848802"/>
                  <a:gd name="connsiteX27" fmla="*/ 839757 w 1077694"/>
                  <a:gd name="connsiteY27" fmla="*/ 1848027 h 1848802"/>
                  <a:gd name="connsiteX28" fmla="*/ 989531 w 1077694"/>
                  <a:gd name="connsiteY28" fmla="*/ 1795180 h 1848802"/>
                  <a:gd name="connsiteX29" fmla="*/ 1060939 w 1077694"/>
                  <a:gd name="connsiteY29" fmla="*/ 1646179 h 1848802"/>
                  <a:gd name="connsiteX30" fmla="*/ 1072024 w 1077694"/>
                  <a:gd name="connsiteY30" fmla="*/ 1514192 h 1848802"/>
                  <a:gd name="connsiteX31" fmla="*/ 1077695 w 1077694"/>
                  <a:gd name="connsiteY31" fmla="*/ 1314406 h 1848802"/>
                  <a:gd name="connsiteX32" fmla="*/ 1076406 w 1077694"/>
                  <a:gd name="connsiteY32" fmla="*/ 1126479 h 1848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77694" h="1848802">
                    <a:moveTo>
                      <a:pt x="1076406" y="1126479"/>
                    </a:moveTo>
                    <a:cubicBezTo>
                      <a:pt x="1074859" y="1053525"/>
                      <a:pt x="1074601" y="980571"/>
                      <a:pt x="1074086" y="907875"/>
                    </a:cubicBezTo>
                    <a:cubicBezTo>
                      <a:pt x="1073828" y="891377"/>
                      <a:pt x="1072281" y="874878"/>
                      <a:pt x="1070477" y="858638"/>
                    </a:cubicBezTo>
                    <a:cubicBezTo>
                      <a:pt x="1064032" y="797284"/>
                      <a:pt x="1047792" y="738509"/>
                      <a:pt x="1026653" y="680764"/>
                    </a:cubicBezTo>
                    <a:cubicBezTo>
                      <a:pt x="1001905" y="613482"/>
                      <a:pt x="969424" y="549808"/>
                      <a:pt x="936685" y="486135"/>
                    </a:cubicBezTo>
                    <a:cubicBezTo>
                      <a:pt x="891314" y="397971"/>
                      <a:pt x="832281" y="319604"/>
                      <a:pt x="762421" y="249486"/>
                    </a:cubicBezTo>
                    <a:cubicBezTo>
                      <a:pt x="702356" y="189163"/>
                      <a:pt x="636362" y="135544"/>
                      <a:pt x="566502" y="86564"/>
                    </a:cubicBezTo>
                    <a:cubicBezTo>
                      <a:pt x="534279" y="63879"/>
                      <a:pt x="502571" y="39904"/>
                      <a:pt x="466996" y="22375"/>
                    </a:cubicBezTo>
                    <a:cubicBezTo>
                      <a:pt x="428586" y="3299"/>
                      <a:pt x="387855" y="-4177"/>
                      <a:pt x="345578" y="2267"/>
                    </a:cubicBezTo>
                    <a:cubicBezTo>
                      <a:pt x="280615" y="12063"/>
                      <a:pt x="232925" y="48411"/>
                      <a:pt x="199412" y="103578"/>
                    </a:cubicBezTo>
                    <a:cubicBezTo>
                      <a:pt x="174407" y="144824"/>
                      <a:pt x="159197" y="191226"/>
                      <a:pt x="137028" y="234018"/>
                    </a:cubicBezTo>
                    <a:cubicBezTo>
                      <a:pt x="129810" y="248197"/>
                      <a:pt x="124138" y="262891"/>
                      <a:pt x="120272" y="278358"/>
                    </a:cubicBezTo>
                    <a:cubicBezTo>
                      <a:pt x="105062" y="340743"/>
                      <a:pt x="90368" y="403385"/>
                      <a:pt x="75159" y="465770"/>
                    </a:cubicBezTo>
                    <a:cubicBezTo>
                      <a:pt x="71292" y="481752"/>
                      <a:pt x="68714" y="497993"/>
                      <a:pt x="62785" y="513460"/>
                    </a:cubicBezTo>
                    <a:cubicBezTo>
                      <a:pt x="63043" y="516554"/>
                      <a:pt x="63816" y="519647"/>
                      <a:pt x="64589" y="522483"/>
                    </a:cubicBezTo>
                    <a:lnTo>
                      <a:pt x="25921" y="701130"/>
                    </a:lnTo>
                    <a:cubicBezTo>
                      <a:pt x="25148" y="700872"/>
                      <a:pt x="24117" y="700614"/>
                      <a:pt x="23343" y="700098"/>
                    </a:cubicBezTo>
                    <a:cubicBezTo>
                      <a:pt x="19992" y="720979"/>
                      <a:pt x="16383" y="741860"/>
                      <a:pt x="13547" y="762741"/>
                    </a:cubicBezTo>
                    <a:cubicBezTo>
                      <a:pt x="7876" y="803729"/>
                      <a:pt x="4009" y="844717"/>
                      <a:pt x="1689" y="886221"/>
                    </a:cubicBezTo>
                    <a:cubicBezTo>
                      <a:pt x="-1920" y="950926"/>
                      <a:pt x="-115" y="1015115"/>
                      <a:pt x="10712" y="1078788"/>
                    </a:cubicBezTo>
                    <a:cubicBezTo>
                      <a:pt x="19992" y="1133955"/>
                      <a:pt x="24890" y="1189122"/>
                      <a:pt x="26695" y="1244804"/>
                    </a:cubicBezTo>
                    <a:cubicBezTo>
                      <a:pt x="28499" y="1299970"/>
                      <a:pt x="29272" y="1354879"/>
                      <a:pt x="38037" y="1409530"/>
                    </a:cubicBezTo>
                    <a:cubicBezTo>
                      <a:pt x="47318" y="1467532"/>
                      <a:pt x="65878" y="1521668"/>
                      <a:pt x="103258" y="1568069"/>
                    </a:cubicBezTo>
                    <a:cubicBezTo>
                      <a:pt x="136254" y="1608800"/>
                      <a:pt x="176469" y="1640765"/>
                      <a:pt x="220551" y="1668091"/>
                    </a:cubicBezTo>
                    <a:cubicBezTo>
                      <a:pt x="271593" y="1699799"/>
                      <a:pt x="326759" y="1724289"/>
                      <a:pt x="380379" y="1751099"/>
                    </a:cubicBezTo>
                    <a:cubicBezTo>
                      <a:pt x="446373" y="1783838"/>
                      <a:pt x="514429" y="1810390"/>
                      <a:pt x="587383" y="1823795"/>
                    </a:cubicBezTo>
                    <a:cubicBezTo>
                      <a:pt x="641518" y="1833848"/>
                      <a:pt x="696169" y="1839520"/>
                      <a:pt x="751078" y="1843129"/>
                    </a:cubicBezTo>
                    <a:cubicBezTo>
                      <a:pt x="780466" y="1845191"/>
                      <a:pt x="810111" y="1845707"/>
                      <a:pt x="839757" y="1848027"/>
                    </a:cubicBezTo>
                    <a:cubicBezTo>
                      <a:pt x="897759" y="1852667"/>
                      <a:pt x="948543" y="1836684"/>
                      <a:pt x="989531" y="1795180"/>
                    </a:cubicBezTo>
                    <a:cubicBezTo>
                      <a:pt x="1030262" y="1753934"/>
                      <a:pt x="1051916" y="1702892"/>
                      <a:pt x="1060939" y="1646179"/>
                    </a:cubicBezTo>
                    <a:cubicBezTo>
                      <a:pt x="1067899" y="1602613"/>
                      <a:pt x="1069704" y="1558273"/>
                      <a:pt x="1072024" y="1514192"/>
                    </a:cubicBezTo>
                    <a:cubicBezTo>
                      <a:pt x="1075633" y="1447682"/>
                      <a:pt x="1077695" y="1380915"/>
                      <a:pt x="1077695" y="1314406"/>
                    </a:cubicBezTo>
                    <a:cubicBezTo>
                      <a:pt x="1077695" y="1251764"/>
                      <a:pt x="1077695" y="1189122"/>
                      <a:pt x="1076406" y="1126479"/>
                    </a:cubicBezTo>
                    <a:close/>
                  </a:path>
                </a:pathLst>
              </a:custGeom>
              <a:solidFill>
                <a:schemeClr val="accent3">
                  <a:lumMod val="75000"/>
                </a:schemeClr>
              </a:solidFill>
              <a:ln w="2574" cap="flat">
                <a:solidFill>
                  <a:srgbClr val="3494BA"/>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178DB4A-D33B-89FD-86DA-BB49177CBE8F}"/>
                  </a:ext>
                </a:extLst>
              </p:cNvPr>
              <p:cNvSpPr/>
              <p:nvPr/>
            </p:nvSpPr>
            <p:spPr>
              <a:xfrm>
                <a:off x="4330269" y="4373072"/>
                <a:ext cx="2088269" cy="2309176"/>
              </a:xfrm>
              <a:custGeom>
                <a:avLst/>
                <a:gdLst>
                  <a:gd name="connsiteX0" fmla="*/ 1158761 w 2088269"/>
                  <a:gd name="connsiteY0" fmla="*/ 3484 h 2309176"/>
                  <a:gd name="connsiteX1" fmla="*/ 1182993 w 2088269"/>
                  <a:gd name="connsiteY1" fmla="*/ 3484 h 2309176"/>
                  <a:gd name="connsiteX2" fmla="*/ 1204390 w 2088269"/>
                  <a:gd name="connsiteY2" fmla="*/ 26685 h 2309176"/>
                  <a:gd name="connsiteX3" fmla="*/ 1201554 w 2088269"/>
                  <a:gd name="connsiteY3" fmla="*/ 122324 h 2309176"/>
                  <a:gd name="connsiteX4" fmla="*/ 1174228 w 2088269"/>
                  <a:gd name="connsiteY4" fmla="*/ 262561 h 2309176"/>
                  <a:gd name="connsiteX5" fmla="*/ 1159019 w 2088269"/>
                  <a:gd name="connsiteY5" fmla="*/ 290917 h 2309176"/>
                  <a:gd name="connsiteX6" fmla="*/ 1136591 w 2088269"/>
                  <a:gd name="connsiteY6" fmla="*/ 315923 h 2309176"/>
                  <a:gd name="connsiteX7" fmla="*/ 1133756 w 2088269"/>
                  <a:gd name="connsiteY7" fmla="*/ 333194 h 2309176"/>
                  <a:gd name="connsiteX8" fmla="*/ 1140974 w 2088269"/>
                  <a:gd name="connsiteY8" fmla="*/ 385783 h 2309176"/>
                  <a:gd name="connsiteX9" fmla="*/ 1143294 w 2088269"/>
                  <a:gd name="connsiteY9" fmla="*/ 449714 h 2309176"/>
                  <a:gd name="connsiteX10" fmla="*/ 1132725 w 2088269"/>
                  <a:gd name="connsiteY10" fmla="*/ 489671 h 2309176"/>
                  <a:gd name="connsiteX11" fmla="*/ 1127569 w 2088269"/>
                  <a:gd name="connsiteY11" fmla="*/ 514935 h 2309176"/>
                  <a:gd name="connsiteX12" fmla="*/ 1133498 w 2088269"/>
                  <a:gd name="connsiteY12" fmla="*/ 543291 h 2309176"/>
                  <a:gd name="connsiteX13" fmla="*/ 1129631 w 2088269"/>
                  <a:gd name="connsiteY13" fmla="*/ 565203 h 2309176"/>
                  <a:gd name="connsiteX14" fmla="*/ 1128342 w 2088269"/>
                  <a:gd name="connsiteY14" fmla="*/ 591755 h 2309176"/>
                  <a:gd name="connsiteX15" fmla="*/ 1133240 w 2088269"/>
                  <a:gd name="connsiteY15" fmla="*/ 626814 h 2309176"/>
                  <a:gd name="connsiteX16" fmla="*/ 1134787 w 2088269"/>
                  <a:gd name="connsiteY16" fmla="*/ 671412 h 2309176"/>
                  <a:gd name="connsiteX17" fmla="*/ 1129889 w 2088269"/>
                  <a:gd name="connsiteY17" fmla="*/ 707244 h 2309176"/>
                  <a:gd name="connsiteX18" fmla="*/ 1134013 w 2088269"/>
                  <a:gd name="connsiteY18" fmla="*/ 731734 h 2309176"/>
                  <a:gd name="connsiteX19" fmla="*/ 1138396 w 2088269"/>
                  <a:gd name="connsiteY19" fmla="*/ 766020 h 2309176"/>
                  <a:gd name="connsiteX20" fmla="*/ 1139685 w 2088269"/>
                  <a:gd name="connsiteY20" fmla="*/ 799274 h 2309176"/>
                  <a:gd name="connsiteX21" fmla="*/ 1139943 w 2088269"/>
                  <a:gd name="connsiteY21" fmla="*/ 820671 h 2309176"/>
                  <a:gd name="connsiteX22" fmla="*/ 1134529 w 2088269"/>
                  <a:gd name="connsiteY22" fmla="*/ 874290 h 2309176"/>
                  <a:gd name="connsiteX23" fmla="*/ 1128858 w 2088269"/>
                  <a:gd name="connsiteY23" fmla="*/ 909092 h 2309176"/>
                  <a:gd name="connsiteX24" fmla="*/ 1126022 w 2088269"/>
                  <a:gd name="connsiteY24" fmla="*/ 940542 h 2309176"/>
                  <a:gd name="connsiteX25" fmla="*/ 1129631 w 2088269"/>
                  <a:gd name="connsiteY25" fmla="*/ 955751 h 2309176"/>
                  <a:gd name="connsiteX26" fmla="*/ 1130404 w 2088269"/>
                  <a:gd name="connsiteY26" fmla="*/ 986428 h 2309176"/>
                  <a:gd name="connsiteX27" fmla="*/ 1124218 w 2088269"/>
                  <a:gd name="connsiteY27" fmla="*/ 1001122 h 2309176"/>
                  <a:gd name="connsiteX28" fmla="*/ 1126795 w 2088269"/>
                  <a:gd name="connsiteY28" fmla="*/ 1026385 h 2309176"/>
                  <a:gd name="connsiteX29" fmla="*/ 1129116 w 2088269"/>
                  <a:gd name="connsiteY29" fmla="*/ 1041337 h 2309176"/>
                  <a:gd name="connsiteX30" fmla="*/ 1128858 w 2088269"/>
                  <a:gd name="connsiteY30" fmla="*/ 1059640 h 2309176"/>
                  <a:gd name="connsiteX31" fmla="*/ 1153605 w 2088269"/>
                  <a:gd name="connsiteY31" fmla="*/ 1100628 h 2309176"/>
                  <a:gd name="connsiteX32" fmla="*/ 1230942 w 2088269"/>
                  <a:gd name="connsiteY32" fmla="*/ 1164044 h 2309176"/>
                  <a:gd name="connsiteX33" fmla="*/ 1266516 w 2088269"/>
                  <a:gd name="connsiteY33" fmla="*/ 1161724 h 2309176"/>
                  <a:gd name="connsiteX34" fmla="*/ 1292553 w 2088269"/>
                  <a:gd name="connsiteY34" fmla="*/ 1111455 h 2309176"/>
                  <a:gd name="connsiteX35" fmla="*/ 1280437 w 2088269"/>
                  <a:gd name="connsiteY35" fmla="*/ 1092894 h 2309176"/>
                  <a:gd name="connsiteX36" fmla="*/ 1261103 w 2088269"/>
                  <a:gd name="connsiteY36" fmla="*/ 1090317 h 2309176"/>
                  <a:gd name="connsiteX37" fmla="*/ 1228364 w 2088269"/>
                  <a:gd name="connsiteY37" fmla="*/ 1066858 h 2309176"/>
                  <a:gd name="connsiteX38" fmla="*/ 1198203 w 2088269"/>
                  <a:gd name="connsiteY38" fmla="*/ 1037728 h 2309176"/>
                  <a:gd name="connsiteX39" fmla="*/ 1180415 w 2088269"/>
                  <a:gd name="connsiteY39" fmla="*/ 1027416 h 2309176"/>
                  <a:gd name="connsiteX40" fmla="*/ 1179384 w 2088269"/>
                  <a:gd name="connsiteY40" fmla="*/ 1010145 h 2309176"/>
                  <a:gd name="connsiteX41" fmla="*/ 1182478 w 2088269"/>
                  <a:gd name="connsiteY41" fmla="*/ 989006 h 2309176"/>
                  <a:gd name="connsiteX42" fmla="*/ 1174744 w 2088269"/>
                  <a:gd name="connsiteY42" fmla="*/ 970961 h 2309176"/>
                  <a:gd name="connsiteX43" fmla="*/ 1182478 w 2088269"/>
                  <a:gd name="connsiteY43" fmla="*/ 952658 h 2309176"/>
                  <a:gd name="connsiteX44" fmla="*/ 1201554 w 2088269"/>
                  <a:gd name="connsiteY44" fmla="*/ 953689 h 2309176"/>
                  <a:gd name="connsiteX45" fmla="*/ 1215474 w 2088269"/>
                  <a:gd name="connsiteY45" fmla="*/ 953431 h 2309176"/>
                  <a:gd name="connsiteX46" fmla="*/ 1237644 w 2088269"/>
                  <a:gd name="connsiteY46" fmla="*/ 950080 h 2309176"/>
                  <a:gd name="connsiteX47" fmla="*/ 1242027 w 2088269"/>
                  <a:gd name="connsiteY47" fmla="*/ 964001 h 2309176"/>
                  <a:gd name="connsiteX48" fmla="*/ 1248987 w 2088269"/>
                  <a:gd name="connsiteY48" fmla="*/ 993904 h 2309176"/>
                  <a:gd name="connsiteX49" fmla="*/ 1259298 w 2088269"/>
                  <a:gd name="connsiteY49" fmla="*/ 990295 h 2309176"/>
                  <a:gd name="connsiteX50" fmla="*/ 1267032 w 2088269"/>
                  <a:gd name="connsiteY50" fmla="*/ 978952 h 2309176"/>
                  <a:gd name="connsiteX51" fmla="*/ 1278632 w 2088269"/>
                  <a:gd name="connsiteY51" fmla="*/ 986686 h 2309176"/>
                  <a:gd name="connsiteX52" fmla="*/ 1291522 w 2088269"/>
                  <a:gd name="connsiteY52" fmla="*/ 1006020 h 2309176"/>
                  <a:gd name="connsiteX53" fmla="*/ 1292037 w 2088269"/>
                  <a:gd name="connsiteY53" fmla="*/ 995966 h 2309176"/>
                  <a:gd name="connsiteX54" fmla="*/ 1283273 w 2088269"/>
                  <a:gd name="connsiteY54" fmla="*/ 926621 h 2309176"/>
                  <a:gd name="connsiteX55" fmla="*/ 1271672 w 2088269"/>
                  <a:gd name="connsiteY55" fmla="*/ 907287 h 2309176"/>
                  <a:gd name="connsiteX56" fmla="*/ 1229653 w 2088269"/>
                  <a:gd name="connsiteY56" fmla="*/ 883055 h 2309176"/>
                  <a:gd name="connsiteX57" fmla="*/ 1210834 w 2088269"/>
                  <a:gd name="connsiteY57" fmla="*/ 869650 h 2309176"/>
                  <a:gd name="connsiteX58" fmla="*/ 1214185 w 2088269"/>
                  <a:gd name="connsiteY58" fmla="*/ 847481 h 2309176"/>
                  <a:gd name="connsiteX59" fmla="*/ 1238160 w 2088269"/>
                  <a:gd name="connsiteY59" fmla="*/ 829435 h 2309176"/>
                  <a:gd name="connsiteX60" fmla="*/ 1264970 w 2088269"/>
                  <a:gd name="connsiteY60" fmla="*/ 831498 h 2309176"/>
                  <a:gd name="connsiteX61" fmla="*/ 1270125 w 2088269"/>
                  <a:gd name="connsiteY61" fmla="*/ 834076 h 2309176"/>
                  <a:gd name="connsiteX62" fmla="*/ 1271414 w 2088269"/>
                  <a:gd name="connsiteY62" fmla="*/ 827373 h 2309176"/>
                  <a:gd name="connsiteX63" fmla="*/ 1266259 w 2088269"/>
                  <a:gd name="connsiteY63" fmla="*/ 817577 h 2309176"/>
                  <a:gd name="connsiteX64" fmla="*/ 1255431 w 2088269"/>
                  <a:gd name="connsiteY64" fmla="*/ 800048 h 2309176"/>
                  <a:gd name="connsiteX65" fmla="*/ 1259040 w 2088269"/>
                  <a:gd name="connsiteY65" fmla="*/ 763957 h 2309176"/>
                  <a:gd name="connsiteX66" fmla="*/ 1279664 w 2088269"/>
                  <a:gd name="connsiteY66" fmla="*/ 762411 h 2309176"/>
                  <a:gd name="connsiteX67" fmla="*/ 1296678 w 2088269"/>
                  <a:gd name="connsiteY67" fmla="*/ 779682 h 2309176"/>
                  <a:gd name="connsiteX68" fmla="*/ 1302091 w 2088269"/>
                  <a:gd name="connsiteY68" fmla="*/ 782260 h 2309176"/>
                  <a:gd name="connsiteX69" fmla="*/ 1304411 w 2088269"/>
                  <a:gd name="connsiteY69" fmla="*/ 776589 h 2309176"/>
                  <a:gd name="connsiteX70" fmla="*/ 1293326 w 2088269"/>
                  <a:gd name="connsiteY70" fmla="*/ 752357 h 2309176"/>
                  <a:gd name="connsiteX71" fmla="*/ 1281468 w 2088269"/>
                  <a:gd name="connsiteY71" fmla="*/ 725805 h 2309176"/>
                  <a:gd name="connsiteX72" fmla="*/ 1291264 w 2088269"/>
                  <a:gd name="connsiteY72" fmla="*/ 707760 h 2309176"/>
                  <a:gd name="connsiteX73" fmla="*/ 1308278 w 2088269"/>
                  <a:gd name="connsiteY73" fmla="*/ 711369 h 2309176"/>
                  <a:gd name="connsiteX74" fmla="*/ 1325034 w 2088269"/>
                  <a:gd name="connsiteY74" fmla="*/ 708017 h 2309176"/>
                  <a:gd name="connsiteX75" fmla="*/ 1353391 w 2088269"/>
                  <a:gd name="connsiteY75" fmla="*/ 706986 h 2309176"/>
                  <a:gd name="connsiteX76" fmla="*/ 1363187 w 2088269"/>
                  <a:gd name="connsiteY76" fmla="*/ 726578 h 2309176"/>
                  <a:gd name="connsiteX77" fmla="*/ 1363187 w 2088269"/>
                  <a:gd name="connsiteY77" fmla="*/ 759059 h 2309176"/>
                  <a:gd name="connsiteX78" fmla="*/ 1366280 w 2088269"/>
                  <a:gd name="connsiteY78" fmla="*/ 774527 h 2309176"/>
                  <a:gd name="connsiteX79" fmla="*/ 1371951 w 2088269"/>
                  <a:gd name="connsiteY79" fmla="*/ 779682 h 2309176"/>
                  <a:gd name="connsiteX80" fmla="*/ 1376592 w 2088269"/>
                  <a:gd name="connsiteY80" fmla="*/ 774527 h 2309176"/>
                  <a:gd name="connsiteX81" fmla="*/ 1378912 w 2088269"/>
                  <a:gd name="connsiteY81" fmla="*/ 741530 h 2309176"/>
                  <a:gd name="connsiteX82" fmla="*/ 1388708 w 2088269"/>
                  <a:gd name="connsiteY82" fmla="*/ 679403 h 2309176"/>
                  <a:gd name="connsiteX83" fmla="*/ 1407011 w 2088269"/>
                  <a:gd name="connsiteY83" fmla="*/ 669865 h 2309176"/>
                  <a:gd name="connsiteX84" fmla="*/ 1418096 w 2088269"/>
                  <a:gd name="connsiteY84" fmla="*/ 690488 h 2309176"/>
                  <a:gd name="connsiteX85" fmla="*/ 1417322 w 2088269"/>
                  <a:gd name="connsiteY85" fmla="*/ 699768 h 2309176"/>
                  <a:gd name="connsiteX86" fmla="*/ 1443874 w 2088269"/>
                  <a:gd name="connsiteY86" fmla="*/ 720134 h 2309176"/>
                  <a:gd name="connsiteX87" fmla="*/ 1460115 w 2088269"/>
                  <a:gd name="connsiteY87" fmla="*/ 719102 h 2309176"/>
                  <a:gd name="connsiteX88" fmla="*/ 1468880 w 2088269"/>
                  <a:gd name="connsiteY88" fmla="*/ 751326 h 2309176"/>
                  <a:gd name="connsiteX89" fmla="*/ 1459342 w 2088269"/>
                  <a:gd name="connsiteY89" fmla="*/ 763957 h 2309176"/>
                  <a:gd name="connsiteX90" fmla="*/ 1419900 w 2088269"/>
                  <a:gd name="connsiteY90" fmla="*/ 848254 h 2309176"/>
                  <a:gd name="connsiteX91" fmla="*/ 1420673 w 2088269"/>
                  <a:gd name="connsiteY91" fmla="*/ 861917 h 2309176"/>
                  <a:gd name="connsiteX92" fmla="*/ 1444390 w 2088269"/>
                  <a:gd name="connsiteY92" fmla="*/ 828662 h 2309176"/>
                  <a:gd name="connsiteX93" fmla="*/ 1469911 w 2088269"/>
                  <a:gd name="connsiteY93" fmla="*/ 783034 h 2309176"/>
                  <a:gd name="connsiteX94" fmla="*/ 1498525 w 2088269"/>
                  <a:gd name="connsiteY94" fmla="*/ 761122 h 2309176"/>
                  <a:gd name="connsiteX95" fmla="*/ 1518375 w 2088269"/>
                  <a:gd name="connsiteY95" fmla="*/ 764989 h 2309176"/>
                  <a:gd name="connsiteX96" fmla="*/ 1526624 w 2088269"/>
                  <a:gd name="connsiteY96" fmla="*/ 773753 h 2309176"/>
                  <a:gd name="connsiteX97" fmla="*/ 1544927 w 2088269"/>
                  <a:gd name="connsiteY97" fmla="*/ 781229 h 2309176"/>
                  <a:gd name="connsiteX98" fmla="*/ 1569417 w 2088269"/>
                  <a:gd name="connsiteY98" fmla="*/ 810359 h 2309176"/>
                  <a:gd name="connsiteX99" fmla="*/ 1556270 w 2088269"/>
                  <a:gd name="connsiteY99" fmla="*/ 829178 h 2309176"/>
                  <a:gd name="connsiteX100" fmla="*/ 1536936 w 2088269"/>
                  <a:gd name="connsiteY100" fmla="*/ 842325 h 2309176"/>
                  <a:gd name="connsiteX101" fmla="*/ 1521211 w 2088269"/>
                  <a:gd name="connsiteY101" fmla="*/ 855472 h 2309176"/>
                  <a:gd name="connsiteX102" fmla="*/ 1425056 w 2088269"/>
                  <a:gd name="connsiteY102" fmla="*/ 983077 h 2309176"/>
                  <a:gd name="connsiteX103" fmla="*/ 1424540 w 2088269"/>
                  <a:gd name="connsiteY103" fmla="*/ 987201 h 2309176"/>
                  <a:gd name="connsiteX104" fmla="*/ 1464755 w 2088269"/>
                  <a:gd name="connsiteY104" fmla="*/ 961165 h 2309176"/>
                  <a:gd name="connsiteX105" fmla="*/ 1521984 w 2088269"/>
                  <a:gd name="connsiteY105" fmla="*/ 903678 h 2309176"/>
                  <a:gd name="connsiteX106" fmla="*/ 1585657 w 2088269"/>
                  <a:gd name="connsiteY106" fmla="*/ 864237 h 2309176"/>
                  <a:gd name="connsiteX107" fmla="*/ 1595453 w 2088269"/>
                  <a:gd name="connsiteY107" fmla="*/ 853925 h 2309176"/>
                  <a:gd name="connsiteX108" fmla="*/ 1634637 w 2088269"/>
                  <a:gd name="connsiteY108" fmla="*/ 793345 h 2309176"/>
                  <a:gd name="connsiteX109" fmla="*/ 1654745 w 2088269"/>
                  <a:gd name="connsiteY109" fmla="*/ 779682 h 2309176"/>
                  <a:gd name="connsiteX110" fmla="*/ 1671501 w 2088269"/>
                  <a:gd name="connsiteY110" fmla="*/ 784580 h 2309176"/>
                  <a:gd name="connsiteX111" fmla="*/ 1678719 w 2088269"/>
                  <a:gd name="connsiteY111" fmla="*/ 826084 h 2309176"/>
                  <a:gd name="connsiteX112" fmla="*/ 1671501 w 2088269"/>
                  <a:gd name="connsiteY112" fmla="*/ 853152 h 2309176"/>
                  <a:gd name="connsiteX113" fmla="*/ 1669696 w 2088269"/>
                  <a:gd name="connsiteY113" fmla="*/ 864752 h 2309176"/>
                  <a:gd name="connsiteX114" fmla="*/ 1694960 w 2088269"/>
                  <a:gd name="connsiteY114" fmla="*/ 835622 h 2309176"/>
                  <a:gd name="connsiteX115" fmla="*/ 1710685 w 2088269"/>
                  <a:gd name="connsiteY115" fmla="*/ 815773 h 2309176"/>
                  <a:gd name="connsiteX116" fmla="*/ 1738783 w 2088269"/>
                  <a:gd name="connsiteY116" fmla="*/ 808297 h 2309176"/>
                  <a:gd name="connsiteX117" fmla="*/ 1759406 w 2088269"/>
                  <a:gd name="connsiteY117" fmla="*/ 824022 h 2309176"/>
                  <a:gd name="connsiteX118" fmla="*/ 1753735 w 2088269"/>
                  <a:gd name="connsiteY118" fmla="*/ 853152 h 2309176"/>
                  <a:gd name="connsiteX119" fmla="*/ 1724605 w 2088269"/>
                  <a:gd name="connsiteY119" fmla="*/ 876095 h 2309176"/>
                  <a:gd name="connsiteX120" fmla="*/ 1732339 w 2088269"/>
                  <a:gd name="connsiteY120" fmla="*/ 900843 h 2309176"/>
                  <a:gd name="connsiteX121" fmla="*/ 1743166 w 2088269"/>
                  <a:gd name="connsiteY121" fmla="*/ 904194 h 2309176"/>
                  <a:gd name="connsiteX122" fmla="*/ 1755024 w 2088269"/>
                  <a:gd name="connsiteY122" fmla="*/ 917083 h 2309176"/>
                  <a:gd name="connsiteX123" fmla="*/ 1744713 w 2088269"/>
                  <a:gd name="connsiteY123" fmla="*/ 930488 h 2309176"/>
                  <a:gd name="connsiteX124" fmla="*/ 1713520 w 2088269"/>
                  <a:gd name="connsiteY124" fmla="*/ 939511 h 2309176"/>
                  <a:gd name="connsiteX125" fmla="*/ 1627419 w 2088269"/>
                  <a:gd name="connsiteY125" fmla="*/ 978437 h 2309176"/>
                  <a:gd name="connsiteX126" fmla="*/ 1553692 w 2088269"/>
                  <a:gd name="connsiteY126" fmla="*/ 1023550 h 2309176"/>
                  <a:gd name="connsiteX127" fmla="*/ 1552661 w 2088269"/>
                  <a:gd name="connsiteY127" fmla="*/ 1025612 h 2309176"/>
                  <a:gd name="connsiteX128" fmla="*/ 1576119 w 2088269"/>
                  <a:gd name="connsiteY128" fmla="*/ 1024065 h 2309176"/>
                  <a:gd name="connsiteX129" fmla="*/ 1615819 w 2088269"/>
                  <a:gd name="connsiteY129" fmla="*/ 1008082 h 2309176"/>
                  <a:gd name="connsiteX130" fmla="*/ 1690319 w 2088269"/>
                  <a:gd name="connsiteY130" fmla="*/ 995708 h 2309176"/>
                  <a:gd name="connsiteX131" fmla="*/ 1741103 w 2088269"/>
                  <a:gd name="connsiteY131" fmla="*/ 1010918 h 2309176"/>
                  <a:gd name="connsiteX132" fmla="*/ 1757344 w 2088269"/>
                  <a:gd name="connsiteY132" fmla="*/ 1023292 h 2309176"/>
                  <a:gd name="connsiteX133" fmla="*/ 1756829 w 2088269"/>
                  <a:gd name="connsiteY133" fmla="*/ 1041595 h 2309176"/>
                  <a:gd name="connsiteX134" fmla="*/ 1732339 w 2088269"/>
                  <a:gd name="connsiteY134" fmla="*/ 1055000 h 2309176"/>
                  <a:gd name="connsiteX135" fmla="*/ 1674594 w 2088269"/>
                  <a:gd name="connsiteY135" fmla="*/ 1070982 h 2309176"/>
                  <a:gd name="connsiteX136" fmla="*/ 1669181 w 2088269"/>
                  <a:gd name="connsiteY136" fmla="*/ 1072529 h 2309176"/>
                  <a:gd name="connsiteX137" fmla="*/ 1666861 w 2088269"/>
                  <a:gd name="connsiteY137" fmla="*/ 1088254 h 2309176"/>
                  <a:gd name="connsiteX138" fmla="*/ 1667634 w 2088269"/>
                  <a:gd name="connsiteY138" fmla="*/ 1103721 h 2309176"/>
                  <a:gd name="connsiteX139" fmla="*/ 1637988 w 2088269"/>
                  <a:gd name="connsiteY139" fmla="*/ 1115837 h 2309176"/>
                  <a:gd name="connsiteX140" fmla="*/ 1600094 w 2088269"/>
                  <a:gd name="connsiteY140" fmla="*/ 1112228 h 2309176"/>
                  <a:gd name="connsiteX141" fmla="*/ 1559363 w 2088269"/>
                  <a:gd name="connsiteY141" fmla="*/ 1102175 h 2309176"/>
                  <a:gd name="connsiteX142" fmla="*/ 1538225 w 2088269"/>
                  <a:gd name="connsiteY142" fmla="*/ 1101917 h 2309176"/>
                  <a:gd name="connsiteX143" fmla="*/ 1466302 w 2088269"/>
                  <a:gd name="connsiteY143" fmla="*/ 1132336 h 2309176"/>
                  <a:gd name="connsiteX144" fmla="*/ 1540029 w 2088269"/>
                  <a:gd name="connsiteY144" fmla="*/ 1120478 h 2309176"/>
                  <a:gd name="connsiteX145" fmla="*/ 1620201 w 2088269"/>
                  <a:gd name="connsiteY145" fmla="*/ 1142905 h 2309176"/>
                  <a:gd name="connsiteX146" fmla="*/ 1637473 w 2088269"/>
                  <a:gd name="connsiteY146" fmla="*/ 1163528 h 2309176"/>
                  <a:gd name="connsiteX147" fmla="*/ 1664540 w 2088269"/>
                  <a:gd name="connsiteY147" fmla="*/ 1167395 h 2309176"/>
                  <a:gd name="connsiteX148" fmla="*/ 1683617 w 2088269"/>
                  <a:gd name="connsiteY148" fmla="*/ 1144452 h 2309176"/>
                  <a:gd name="connsiteX149" fmla="*/ 1758891 w 2088269"/>
                  <a:gd name="connsiteY149" fmla="*/ 1109135 h 2309176"/>
                  <a:gd name="connsiteX150" fmla="*/ 1774616 w 2088269"/>
                  <a:gd name="connsiteY150" fmla="*/ 1128469 h 2309176"/>
                  <a:gd name="connsiteX151" fmla="*/ 1775389 w 2088269"/>
                  <a:gd name="connsiteY151" fmla="*/ 1137749 h 2309176"/>
                  <a:gd name="connsiteX152" fmla="*/ 1784927 w 2088269"/>
                  <a:gd name="connsiteY152" fmla="*/ 1135945 h 2309176"/>
                  <a:gd name="connsiteX153" fmla="*/ 1827205 w 2088269"/>
                  <a:gd name="connsiteY153" fmla="*/ 1111971 h 2309176"/>
                  <a:gd name="connsiteX154" fmla="*/ 1833907 w 2088269"/>
                  <a:gd name="connsiteY154" fmla="*/ 1105526 h 2309176"/>
                  <a:gd name="connsiteX155" fmla="*/ 1854272 w 2088269"/>
                  <a:gd name="connsiteY155" fmla="*/ 1089285 h 2309176"/>
                  <a:gd name="connsiteX156" fmla="*/ 1889331 w 2088269"/>
                  <a:gd name="connsiteY156" fmla="*/ 1102948 h 2309176"/>
                  <a:gd name="connsiteX157" fmla="*/ 1903510 w 2088269"/>
                  <a:gd name="connsiteY157" fmla="*/ 1109135 h 2309176"/>
                  <a:gd name="connsiteX158" fmla="*/ 1946818 w 2088269"/>
                  <a:gd name="connsiteY158" fmla="*/ 1107331 h 2309176"/>
                  <a:gd name="connsiteX159" fmla="*/ 1967699 w 2088269"/>
                  <a:gd name="connsiteY159" fmla="*/ 1125376 h 2309176"/>
                  <a:gd name="connsiteX160" fmla="*/ 1955583 w 2088269"/>
                  <a:gd name="connsiteY160" fmla="*/ 1154248 h 2309176"/>
                  <a:gd name="connsiteX161" fmla="*/ 1909954 w 2088269"/>
                  <a:gd name="connsiteY161" fmla="*/ 1170231 h 2309176"/>
                  <a:gd name="connsiteX162" fmla="*/ 1891136 w 2088269"/>
                  <a:gd name="connsiteY162" fmla="*/ 1175129 h 2309176"/>
                  <a:gd name="connsiteX163" fmla="*/ 1897323 w 2088269"/>
                  <a:gd name="connsiteY163" fmla="*/ 1180027 h 2309176"/>
                  <a:gd name="connsiteX164" fmla="*/ 1913306 w 2088269"/>
                  <a:gd name="connsiteY164" fmla="*/ 1184925 h 2309176"/>
                  <a:gd name="connsiteX165" fmla="*/ 1924133 w 2088269"/>
                  <a:gd name="connsiteY165" fmla="*/ 1196267 h 2309176"/>
                  <a:gd name="connsiteX166" fmla="*/ 1914852 w 2088269"/>
                  <a:gd name="connsiteY166" fmla="*/ 1209930 h 2309176"/>
                  <a:gd name="connsiteX167" fmla="*/ 1873091 w 2088269"/>
                  <a:gd name="connsiteY167" fmla="*/ 1225913 h 2309176"/>
                  <a:gd name="connsiteX168" fmla="*/ 1825400 w 2088269"/>
                  <a:gd name="connsiteY168" fmla="*/ 1235451 h 2309176"/>
                  <a:gd name="connsiteX169" fmla="*/ 1817666 w 2088269"/>
                  <a:gd name="connsiteY169" fmla="*/ 1238287 h 2309176"/>
                  <a:gd name="connsiteX170" fmla="*/ 1755282 w 2088269"/>
                  <a:gd name="connsiteY170" fmla="*/ 1249629 h 2309176"/>
                  <a:gd name="connsiteX171" fmla="*/ 1734143 w 2088269"/>
                  <a:gd name="connsiteY171" fmla="*/ 1245247 h 2309176"/>
                  <a:gd name="connsiteX172" fmla="*/ 1661963 w 2088269"/>
                  <a:gd name="connsiteY172" fmla="*/ 1239060 h 2309176"/>
                  <a:gd name="connsiteX173" fmla="*/ 1637988 w 2088269"/>
                  <a:gd name="connsiteY173" fmla="*/ 1246020 h 2309176"/>
                  <a:gd name="connsiteX174" fmla="*/ 1632575 w 2088269"/>
                  <a:gd name="connsiteY174" fmla="*/ 1254012 h 2309176"/>
                  <a:gd name="connsiteX175" fmla="*/ 1640051 w 2088269"/>
                  <a:gd name="connsiteY175" fmla="*/ 1258652 h 2309176"/>
                  <a:gd name="connsiteX176" fmla="*/ 1666603 w 2088269"/>
                  <a:gd name="connsiteY176" fmla="*/ 1269737 h 2309176"/>
                  <a:gd name="connsiteX177" fmla="*/ 1675625 w 2088269"/>
                  <a:gd name="connsiteY177" fmla="*/ 1286751 h 2309176"/>
                  <a:gd name="connsiteX178" fmla="*/ 1661705 w 2088269"/>
                  <a:gd name="connsiteY178" fmla="*/ 1299124 h 2309176"/>
                  <a:gd name="connsiteX179" fmla="*/ 1608085 w 2088269"/>
                  <a:gd name="connsiteY179" fmla="*/ 1299640 h 2309176"/>
                  <a:gd name="connsiteX180" fmla="*/ 1543123 w 2088269"/>
                  <a:gd name="connsiteY180" fmla="*/ 1286751 h 2309176"/>
                  <a:gd name="connsiteX181" fmla="*/ 1481769 w 2088269"/>
                  <a:gd name="connsiteY181" fmla="*/ 1303249 h 2309176"/>
                  <a:gd name="connsiteX182" fmla="*/ 1478933 w 2088269"/>
                  <a:gd name="connsiteY182" fmla="*/ 1305569 h 2309176"/>
                  <a:gd name="connsiteX183" fmla="*/ 1438976 w 2088269"/>
                  <a:gd name="connsiteY183" fmla="*/ 1296289 h 2309176"/>
                  <a:gd name="connsiteX184" fmla="*/ 1432532 w 2088269"/>
                  <a:gd name="connsiteY184" fmla="*/ 1278759 h 2309176"/>
                  <a:gd name="connsiteX185" fmla="*/ 1414486 w 2088269"/>
                  <a:gd name="connsiteY185" fmla="*/ 1236998 h 2309176"/>
                  <a:gd name="connsiteX186" fmla="*/ 1388450 w 2088269"/>
                  <a:gd name="connsiteY186" fmla="*/ 1224882 h 2309176"/>
                  <a:gd name="connsiteX187" fmla="*/ 1368085 w 2088269"/>
                  <a:gd name="connsiteY187" fmla="*/ 1244731 h 2309176"/>
                  <a:gd name="connsiteX188" fmla="*/ 1364476 w 2088269"/>
                  <a:gd name="connsiteY188" fmla="*/ 1256332 h 2309176"/>
                  <a:gd name="connsiteX189" fmla="*/ 1358031 w 2088269"/>
                  <a:gd name="connsiteY189" fmla="*/ 1269737 h 2309176"/>
                  <a:gd name="connsiteX190" fmla="*/ 1370147 w 2088269"/>
                  <a:gd name="connsiteY190" fmla="*/ 1305311 h 2309176"/>
                  <a:gd name="connsiteX191" fmla="*/ 1418096 w 2088269"/>
                  <a:gd name="connsiteY191" fmla="*/ 1339339 h 2309176"/>
                  <a:gd name="connsiteX192" fmla="*/ 1461404 w 2088269"/>
                  <a:gd name="connsiteY192" fmla="*/ 1370274 h 2309176"/>
                  <a:gd name="connsiteX193" fmla="*/ 1484863 w 2088269"/>
                  <a:gd name="connsiteY193" fmla="*/ 1379554 h 2309176"/>
                  <a:gd name="connsiteX194" fmla="*/ 1511672 w 2088269"/>
                  <a:gd name="connsiteY194" fmla="*/ 1370016 h 2309176"/>
                  <a:gd name="connsiteX195" fmla="*/ 1529202 w 2088269"/>
                  <a:gd name="connsiteY195" fmla="*/ 1342433 h 2309176"/>
                  <a:gd name="connsiteX196" fmla="*/ 1552661 w 2088269"/>
                  <a:gd name="connsiteY196" fmla="*/ 1323614 h 2309176"/>
                  <a:gd name="connsiteX197" fmla="*/ 1568128 w 2088269"/>
                  <a:gd name="connsiteY197" fmla="*/ 1331090 h 2309176"/>
                  <a:gd name="connsiteX198" fmla="*/ 1610663 w 2088269"/>
                  <a:gd name="connsiteY198" fmla="*/ 1355838 h 2309176"/>
                  <a:gd name="connsiteX199" fmla="*/ 1678461 w 2088269"/>
                  <a:gd name="connsiteY199" fmla="*/ 1332121 h 2309176"/>
                  <a:gd name="connsiteX200" fmla="*/ 1783123 w 2088269"/>
                  <a:gd name="connsiteY200" fmla="*/ 1282884 h 2309176"/>
                  <a:gd name="connsiteX201" fmla="*/ 1810706 w 2088269"/>
                  <a:gd name="connsiteY201" fmla="*/ 1271541 h 2309176"/>
                  <a:gd name="connsiteX202" fmla="*/ 1837000 w 2088269"/>
                  <a:gd name="connsiteY202" fmla="*/ 1292422 h 2309176"/>
                  <a:gd name="connsiteX203" fmla="*/ 1829267 w 2088269"/>
                  <a:gd name="connsiteY203" fmla="*/ 1321294 h 2309176"/>
                  <a:gd name="connsiteX204" fmla="*/ 1832618 w 2088269"/>
                  <a:gd name="connsiteY204" fmla="*/ 1341659 h 2309176"/>
                  <a:gd name="connsiteX205" fmla="*/ 1823853 w 2088269"/>
                  <a:gd name="connsiteY205" fmla="*/ 1371821 h 2309176"/>
                  <a:gd name="connsiteX206" fmla="*/ 1799879 w 2088269"/>
                  <a:gd name="connsiteY206" fmla="*/ 1382390 h 2309176"/>
                  <a:gd name="connsiteX207" fmla="*/ 1809159 w 2088269"/>
                  <a:gd name="connsiteY207" fmla="*/ 1385483 h 2309176"/>
                  <a:gd name="connsiteX208" fmla="*/ 1818698 w 2088269"/>
                  <a:gd name="connsiteY208" fmla="*/ 1395537 h 2309176"/>
                  <a:gd name="connsiteX209" fmla="*/ 1809159 w 2088269"/>
                  <a:gd name="connsiteY209" fmla="*/ 1406622 h 2309176"/>
                  <a:gd name="connsiteX210" fmla="*/ 1783381 w 2088269"/>
                  <a:gd name="connsiteY210" fmla="*/ 1410489 h 2309176"/>
                  <a:gd name="connsiteX211" fmla="*/ 1710685 w 2088269"/>
                  <a:gd name="connsiteY211" fmla="*/ 1414613 h 2309176"/>
                  <a:gd name="connsiteX212" fmla="*/ 1696248 w 2088269"/>
                  <a:gd name="connsiteY212" fmla="*/ 1418222 h 2309176"/>
                  <a:gd name="connsiteX213" fmla="*/ 1692897 w 2088269"/>
                  <a:gd name="connsiteY213" fmla="*/ 1424151 h 2309176"/>
                  <a:gd name="connsiteX214" fmla="*/ 1698311 w 2088269"/>
                  <a:gd name="connsiteY214" fmla="*/ 1428792 h 2309176"/>
                  <a:gd name="connsiteX215" fmla="*/ 1711200 w 2088269"/>
                  <a:gd name="connsiteY215" fmla="*/ 1427245 h 2309176"/>
                  <a:gd name="connsiteX216" fmla="*/ 1752704 w 2088269"/>
                  <a:gd name="connsiteY216" fmla="*/ 1429307 h 2309176"/>
                  <a:gd name="connsiteX217" fmla="*/ 1778483 w 2088269"/>
                  <a:gd name="connsiteY217" fmla="*/ 1476998 h 2309176"/>
                  <a:gd name="connsiteX218" fmla="*/ 1796012 w 2088269"/>
                  <a:gd name="connsiteY218" fmla="*/ 1503808 h 2309176"/>
                  <a:gd name="connsiteX219" fmla="*/ 1859944 w 2088269"/>
                  <a:gd name="connsiteY219" fmla="*/ 1477256 h 2309176"/>
                  <a:gd name="connsiteX220" fmla="*/ 1885465 w 2088269"/>
                  <a:gd name="connsiteY220" fmla="*/ 1436010 h 2309176"/>
                  <a:gd name="connsiteX221" fmla="*/ 1960739 w 2088269"/>
                  <a:gd name="connsiteY221" fmla="*/ 1407653 h 2309176"/>
                  <a:gd name="connsiteX222" fmla="*/ 2016163 w 2088269"/>
                  <a:gd name="connsiteY222" fmla="*/ 1429307 h 2309176"/>
                  <a:gd name="connsiteX223" fmla="*/ 2039106 w 2088269"/>
                  <a:gd name="connsiteY223" fmla="*/ 1457664 h 2309176"/>
                  <a:gd name="connsiteX224" fmla="*/ 2033177 w 2088269"/>
                  <a:gd name="connsiteY224" fmla="*/ 1476482 h 2309176"/>
                  <a:gd name="connsiteX225" fmla="*/ 1992189 w 2088269"/>
                  <a:gd name="connsiteY225" fmla="*/ 1496590 h 2309176"/>
                  <a:gd name="connsiteX226" fmla="*/ 1962285 w 2088269"/>
                  <a:gd name="connsiteY226" fmla="*/ 1507417 h 2309176"/>
                  <a:gd name="connsiteX227" fmla="*/ 1953778 w 2088269"/>
                  <a:gd name="connsiteY227" fmla="*/ 1511284 h 2309176"/>
                  <a:gd name="connsiteX228" fmla="*/ 1951974 w 2088269"/>
                  <a:gd name="connsiteY228" fmla="*/ 1528555 h 2309176"/>
                  <a:gd name="connsiteX229" fmla="*/ 1964605 w 2088269"/>
                  <a:gd name="connsiteY229" fmla="*/ 1538094 h 2309176"/>
                  <a:gd name="connsiteX230" fmla="*/ 1982393 w 2088269"/>
                  <a:gd name="connsiteY230" fmla="*/ 1561552 h 2309176"/>
                  <a:gd name="connsiteX231" fmla="*/ 1968472 w 2088269"/>
                  <a:gd name="connsiteY231" fmla="*/ 1586558 h 2309176"/>
                  <a:gd name="connsiteX232" fmla="*/ 1914594 w 2088269"/>
                  <a:gd name="connsiteY232" fmla="*/ 1575473 h 2309176"/>
                  <a:gd name="connsiteX233" fmla="*/ 1912274 w 2088269"/>
                  <a:gd name="connsiteY233" fmla="*/ 1573926 h 2309176"/>
                  <a:gd name="connsiteX234" fmla="*/ 1901963 w 2088269"/>
                  <a:gd name="connsiteY234" fmla="*/ 1571348 h 2309176"/>
                  <a:gd name="connsiteX235" fmla="*/ 1908408 w 2088269"/>
                  <a:gd name="connsiteY235" fmla="*/ 1580113 h 2309176"/>
                  <a:gd name="connsiteX236" fmla="*/ 1929804 w 2088269"/>
                  <a:gd name="connsiteY236" fmla="*/ 1596611 h 2309176"/>
                  <a:gd name="connsiteX237" fmla="*/ 1935991 w 2088269"/>
                  <a:gd name="connsiteY237" fmla="*/ 1602283 h 2309176"/>
                  <a:gd name="connsiteX238" fmla="*/ 1938311 w 2088269"/>
                  <a:gd name="connsiteY238" fmla="*/ 1613625 h 2309176"/>
                  <a:gd name="connsiteX239" fmla="*/ 1928515 w 2088269"/>
                  <a:gd name="connsiteY239" fmla="*/ 1619555 h 2309176"/>
                  <a:gd name="connsiteX240" fmla="*/ 1904283 w 2088269"/>
                  <a:gd name="connsiteY240" fmla="*/ 1618008 h 2309176"/>
                  <a:gd name="connsiteX241" fmla="*/ 1891394 w 2088269"/>
                  <a:gd name="connsiteY241" fmla="*/ 1619812 h 2309176"/>
                  <a:gd name="connsiteX242" fmla="*/ 1890363 w 2088269"/>
                  <a:gd name="connsiteY242" fmla="*/ 1626515 h 2309176"/>
                  <a:gd name="connsiteX243" fmla="*/ 1897323 w 2088269"/>
                  <a:gd name="connsiteY243" fmla="*/ 1631155 h 2309176"/>
                  <a:gd name="connsiteX244" fmla="*/ 1896292 w 2088269"/>
                  <a:gd name="connsiteY244" fmla="*/ 1651520 h 2309176"/>
                  <a:gd name="connsiteX245" fmla="*/ 1869224 w 2088269"/>
                  <a:gd name="connsiteY245" fmla="*/ 1658480 h 2309176"/>
                  <a:gd name="connsiteX246" fmla="*/ 1820760 w 2088269"/>
                  <a:gd name="connsiteY246" fmla="*/ 1658223 h 2309176"/>
                  <a:gd name="connsiteX247" fmla="*/ 1769718 w 2088269"/>
                  <a:gd name="connsiteY247" fmla="*/ 1629608 h 2309176"/>
                  <a:gd name="connsiteX248" fmla="*/ 1724347 w 2088269"/>
                  <a:gd name="connsiteY248" fmla="*/ 1605634 h 2309176"/>
                  <a:gd name="connsiteX249" fmla="*/ 1717645 w 2088269"/>
                  <a:gd name="connsiteY249" fmla="*/ 1605892 h 2309176"/>
                  <a:gd name="connsiteX250" fmla="*/ 1730792 w 2088269"/>
                  <a:gd name="connsiteY250" fmla="*/ 1615945 h 2309176"/>
                  <a:gd name="connsiteX251" fmla="*/ 1754508 w 2088269"/>
                  <a:gd name="connsiteY251" fmla="*/ 1635537 h 2309176"/>
                  <a:gd name="connsiteX252" fmla="*/ 1763273 w 2088269"/>
                  <a:gd name="connsiteY252" fmla="*/ 1661832 h 2309176"/>
                  <a:gd name="connsiteX253" fmla="*/ 1730276 w 2088269"/>
                  <a:gd name="connsiteY253" fmla="*/ 1676526 h 2309176"/>
                  <a:gd name="connsiteX254" fmla="*/ 1666603 w 2088269"/>
                  <a:gd name="connsiteY254" fmla="*/ 1648169 h 2309176"/>
                  <a:gd name="connsiteX255" fmla="*/ 1583337 w 2088269"/>
                  <a:gd name="connsiteY255" fmla="*/ 1564388 h 2309176"/>
                  <a:gd name="connsiteX256" fmla="*/ 1545185 w 2088269"/>
                  <a:gd name="connsiteY256" fmla="*/ 1514635 h 2309176"/>
                  <a:gd name="connsiteX257" fmla="*/ 1516055 w 2088269"/>
                  <a:gd name="connsiteY257" fmla="*/ 1496074 h 2309176"/>
                  <a:gd name="connsiteX258" fmla="*/ 1462435 w 2088269"/>
                  <a:gd name="connsiteY258" fmla="*/ 1497105 h 2309176"/>
                  <a:gd name="connsiteX259" fmla="*/ 1454444 w 2088269"/>
                  <a:gd name="connsiteY259" fmla="*/ 1502519 h 2309176"/>
                  <a:gd name="connsiteX260" fmla="*/ 1461146 w 2088269"/>
                  <a:gd name="connsiteY260" fmla="*/ 1509221 h 2309176"/>
                  <a:gd name="connsiteX261" fmla="*/ 1536420 w 2088269"/>
                  <a:gd name="connsiteY261" fmla="*/ 1560263 h 2309176"/>
                  <a:gd name="connsiteX262" fmla="*/ 1574830 w 2088269"/>
                  <a:gd name="connsiteY262" fmla="*/ 1589909 h 2309176"/>
                  <a:gd name="connsiteX263" fmla="*/ 1583853 w 2088269"/>
                  <a:gd name="connsiteY263" fmla="*/ 1597900 h 2309176"/>
                  <a:gd name="connsiteX264" fmla="*/ 1686195 w 2088269"/>
                  <a:gd name="connsiteY264" fmla="*/ 1690188 h 2309176"/>
                  <a:gd name="connsiteX265" fmla="*/ 1782865 w 2088269"/>
                  <a:gd name="connsiteY265" fmla="*/ 1739168 h 2309176"/>
                  <a:gd name="connsiteX266" fmla="*/ 1813026 w 2088269"/>
                  <a:gd name="connsiteY266" fmla="*/ 1743293 h 2309176"/>
                  <a:gd name="connsiteX267" fmla="*/ 1825916 w 2088269"/>
                  <a:gd name="connsiteY267" fmla="*/ 1726536 h 2309176"/>
                  <a:gd name="connsiteX268" fmla="*/ 1822822 w 2088269"/>
                  <a:gd name="connsiteY268" fmla="*/ 1697664 h 2309176"/>
                  <a:gd name="connsiteX269" fmla="*/ 1832360 w 2088269"/>
                  <a:gd name="connsiteY269" fmla="*/ 1681939 h 2309176"/>
                  <a:gd name="connsiteX270" fmla="*/ 1847570 w 2088269"/>
                  <a:gd name="connsiteY270" fmla="*/ 1685806 h 2309176"/>
                  <a:gd name="connsiteX271" fmla="*/ 1856077 w 2088269"/>
                  <a:gd name="connsiteY271" fmla="*/ 1694571 h 2309176"/>
                  <a:gd name="connsiteX272" fmla="*/ 1868708 w 2088269"/>
                  <a:gd name="connsiteY272" fmla="*/ 1694313 h 2309176"/>
                  <a:gd name="connsiteX273" fmla="*/ 1881598 w 2088269"/>
                  <a:gd name="connsiteY273" fmla="*/ 1697406 h 2309176"/>
                  <a:gd name="connsiteX274" fmla="*/ 1900932 w 2088269"/>
                  <a:gd name="connsiteY274" fmla="*/ 1708491 h 2309176"/>
                  <a:gd name="connsiteX275" fmla="*/ 1915368 w 2088269"/>
                  <a:gd name="connsiteY275" fmla="*/ 1711069 h 2309176"/>
                  <a:gd name="connsiteX276" fmla="*/ 1915883 w 2088269"/>
                  <a:gd name="connsiteY276" fmla="*/ 1726794 h 2309176"/>
                  <a:gd name="connsiteX277" fmla="*/ 1905314 w 2088269"/>
                  <a:gd name="connsiteY277" fmla="*/ 1745613 h 2309176"/>
                  <a:gd name="connsiteX278" fmla="*/ 1911759 w 2088269"/>
                  <a:gd name="connsiteY278" fmla="*/ 1758244 h 2309176"/>
                  <a:gd name="connsiteX279" fmla="*/ 1921039 w 2088269"/>
                  <a:gd name="connsiteY279" fmla="*/ 1759018 h 2309176"/>
                  <a:gd name="connsiteX280" fmla="*/ 1932382 w 2088269"/>
                  <a:gd name="connsiteY280" fmla="*/ 1771907 h 2309176"/>
                  <a:gd name="connsiteX281" fmla="*/ 1922844 w 2088269"/>
                  <a:gd name="connsiteY281" fmla="*/ 1784023 h 2309176"/>
                  <a:gd name="connsiteX282" fmla="*/ 1892683 w 2088269"/>
                  <a:gd name="connsiteY282" fmla="*/ 1790983 h 2309176"/>
                  <a:gd name="connsiteX283" fmla="*/ 1885722 w 2088269"/>
                  <a:gd name="connsiteY283" fmla="*/ 1796139 h 2309176"/>
                  <a:gd name="connsiteX284" fmla="*/ 1892683 w 2088269"/>
                  <a:gd name="connsiteY284" fmla="*/ 1801295 h 2309176"/>
                  <a:gd name="connsiteX285" fmla="*/ 1949396 w 2088269"/>
                  <a:gd name="connsiteY285" fmla="*/ 1801295 h 2309176"/>
                  <a:gd name="connsiteX286" fmla="*/ 1980846 w 2088269"/>
                  <a:gd name="connsiteY286" fmla="*/ 1761853 h 2309176"/>
                  <a:gd name="connsiteX287" fmla="*/ 1986260 w 2088269"/>
                  <a:gd name="connsiteY287" fmla="*/ 1751800 h 2309176"/>
                  <a:gd name="connsiteX288" fmla="*/ 1996829 w 2088269"/>
                  <a:gd name="connsiteY288" fmla="*/ 1755924 h 2309176"/>
                  <a:gd name="connsiteX289" fmla="*/ 2022092 w 2088269"/>
                  <a:gd name="connsiteY289" fmla="*/ 1787116 h 2309176"/>
                  <a:gd name="connsiteX290" fmla="*/ 2035497 w 2088269"/>
                  <a:gd name="connsiteY290" fmla="*/ 1803873 h 2309176"/>
                  <a:gd name="connsiteX291" fmla="*/ 2033177 w 2088269"/>
                  <a:gd name="connsiteY291" fmla="*/ 1820113 h 2309176"/>
                  <a:gd name="connsiteX292" fmla="*/ 2029052 w 2088269"/>
                  <a:gd name="connsiteY292" fmla="*/ 1822433 h 2309176"/>
                  <a:gd name="connsiteX293" fmla="*/ 2028537 w 2088269"/>
                  <a:gd name="connsiteY293" fmla="*/ 1834807 h 2309176"/>
                  <a:gd name="connsiteX294" fmla="*/ 2054315 w 2088269"/>
                  <a:gd name="connsiteY294" fmla="*/ 1850017 h 2309176"/>
                  <a:gd name="connsiteX295" fmla="*/ 2068494 w 2088269"/>
                  <a:gd name="connsiteY295" fmla="*/ 1862133 h 2309176"/>
                  <a:gd name="connsiteX296" fmla="*/ 2063854 w 2088269"/>
                  <a:gd name="connsiteY296" fmla="*/ 1878889 h 2309176"/>
                  <a:gd name="connsiteX297" fmla="*/ 2059987 w 2088269"/>
                  <a:gd name="connsiteY297" fmla="*/ 1894356 h 2309176"/>
                  <a:gd name="connsiteX298" fmla="*/ 2083188 w 2088269"/>
                  <a:gd name="connsiteY298" fmla="*/ 1924775 h 2309176"/>
                  <a:gd name="connsiteX299" fmla="*/ 2078290 w 2088269"/>
                  <a:gd name="connsiteY299" fmla="*/ 1947976 h 2309176"/>
                  <a:gd name="connsiteX300" fmla="*/ 2036528 w 2088269"/>
                  <a:gd name="connsiteY300" fmla="*/ 1952358 h 2309176"/>
                  <a:gd name="connsiteX301" fmla="*/ 1983939 w 2088269"/>
                  <a:gd name="connsiteY301" fmla="*/ 1922713 h 2309176"/>
                  <a:gd name="connsiteX302" fmla="*/ 1933929 w 2088269"/>
                  <a:gd name="connsiteY302" fmla="*/ 1896418 h 2309176"/>
                  <a:gd name="connsiteX303" fmla="*/ 1918461 w 2088269"/>
                  <a:gd name="connsiteY303" fmla="*/ 1888685 h 2309176"/>
                  <a:gd name="connsiteX304" fmla="*/ 1837000 w 2088269"/>
                  <a:gd name="connsiteY304" fmla="*/ 1828105 h 2309176"/>
                  <a:gd name="connsiteX305" fmla="*/ 1811479 w 2088269"/>
                  <a:gd name="connsiteY305" fmla="*/ 1816762 h 2309176"/>
                  <a:gd name="connsiteX306" fmla="*/ 1805293 w 2088269"/>
                  <a:gd name="connsiteY306" fmla="*/ 1816762 h 2309176"/>
                  <a:gd name="connsiteX307" fmla="*/ 1805035 w 2088269"/>
                  <a:gd name="connsiteY307" fmla="*/ 1823722 h 2309176"/>
                  <a:gd name="connsiteX308" fmla="*/ 1813800 w 2088269"/>
                  <a:gd name="connsiteY308" fmla="*/ 1849243 h 2309176"/>
                  <a:gd name="connsiteX309" fmla="*/ 1822307 w 2088269"/>
                  <a:gd name="connsiteY309" fmla="*/ 1857235 h 2309176"/>
                  <a:gd name="connsiteX310" fmla="*/ 1860201 w 2088269"/>
                  <a:gd name="connsiteY310" fmla="*/ 1900285 h 2309176"/>
                  <a:gd name="connsiteX311" fmla="*/ 1835196 w 2088269"/>
                  <a:gd name="connsiteY311" fmla="*/ 1928900 h 2309176"/>
                  <a:gd name="connsiteX312" fmla="*/ 1802972 w 2088269"/>
                  <a:gd name="connsiteY312" fmla="*/ 1911886 h 2309176"/>
                  <a:gd name="connsiteX313" fmla="*/ 1824111 w 2088269"/>
                  <a:gd name="connsiteY313" fmla="*/ 1951327 h 2309176"/>
                  <a:gd name="connsiteX314" fmla="*/ 1863295 w 2088269"/>
                  <a:gd name="connsiteY314" fmla="*/ 1969114 h 2309176"/>
                  <a:gd name="connsiteX315" fmla="*/ 1877215 w 2088269"/>
                  <a:gd name="connsiteY315" fmla="*/ 1954421 h 2309176"/>
                  <a:gd name="connsiteX316" fmla="*/ 1918977 w 2088269"/>
                  <a:gd name="connsiteY316" fmla="*/ 1921424 h 2309176"/>
                  <a:gd name="connsiteX317" fmla="*/ 1933155 w 2088269"/>
                  <a:gd name="connsiteY317" fmla="*/ 1942820 h 2309176"/>
                  <a:gd name="connsiteX318" fmla="*/ 1946560 w 2088269"/>
                  <a:gd name="connsiteY318" fmla="*/ 1970403 h 2309176"/>
                  <a:gd name="connsiteX319" fmla="*/ 1987806 w 2088269"/>
                  <a:gd name="connsiteY319" fmla="*/ 1978653 h 2309176"/>
                  <a:gd name="connsiteX320" fmla="*/ 2027248 w 2088269"/>
                  <a:gd name="connsiteY320" fmla="*/ 1989995 h 2309176"/>
                  <a:gd name="connsiteX321" fmla="*/ 2038590 w 2088269"/>
                  <a:gd name="connsiteY321" fmla="*/ 2015258 h 2309176"/>
                  <a:gd name="connsiteX322" fmla="*/ 2043231 w 2088269"/>
                  <a:gd name="connsiteY322" fmla="*/ 2035881 h 2309176"/>
                  <a:gd name="connsiteX323" fmla="*/ 2038075 w 2088269"/>
                  <a:gd name="connsiteY323" fmla="*/ 2057020 h 2309176"/>
                  <a:gd name="connsiteX324" fmla="*/ 2004047 w 2088269"/>
                  <a:gd name="connsiteY324" fmla="*/ 2055731 h 2309176"/>
                  <a:gd name="connsiteX325" fmla="*/ 1990384 w 2088269"/>
                  <a:gd name="connsiteY325" fmla="*/ 2052122 h 2309176"/>
                  <a:gd name="connsiteX326" fmla="*/ 1986002 w 2088269"/>
                  <a:gd name="connsiteY326" fmla="*/ 2053153 h 2309176"/>
                  <a:gd name="connsiteX327" fmla="*/ 1986775 w 2088269"/>
                  <a:gd name="connsiteY327" fmla="*/ 2057278 h 2309176"/>
                  <a:gd name="connsiteX328" fmla="*/ 1993735 w 2088269"/>
                  <a:gd name="connsiteY328" fmla="*/ 2064754 h 2309176"/>
                  <a:gd name="connsiteX329" fmla="*/ 2000953 w 2088269"/>
                  <a:gd name="connsiteY329" fmla="*/ 2100844 h 2309176"/>
                  <a:gd name="connsiteX330" fmla="*/ 1971050 w 2088269"/>
                  <a:gd name="connsiteY330" fmla="*/ 2111413 h 2309176"/>
                  <a:gd name="connsiteX331" fmla="*/ 1921813 w 2088269"/>
                  <a:gd name="connsiteY331" fmla="*/ 2055989 h 2309176"/>
                  <a:gd name="connsiteX332" fmla="*/ 1866646 w 2088269"/>
                  <a:gd name="connsiteY332" fmla="*/ 2002885 h 2309176"/>
                  <a:gd name="connsiteX333" fmla="*/ 1851694 w 2088269"/>
                  <a:gd name="connsiteY333" fmla="*/ 2007267 h 2309176"/>
                  <a:gd name="connsiteX334" fmla="*/ 1854788 w 2088269"/>
                  <a:gd name="connsiteY334" fmla="*/ 2022734 h 2309176"/>
                  <a:gd name="connsiteX335" fmla="*/ 1880824 w 2088269"/>
                  <a:gd name="connsiteY335" fmla="*/ 2071972 h 2309176"/>
                  <a:gd name="connsiteX336" fmla="*/ 1912017 w 2088269"/>
                  <a:gd name="connsiteY336" fmla="*/ 2126365 h 2309176"/>
                  <a:gd name="connsiteX337" fmla="*/ 1989353 w 2088269"/>
                  <a:gd name="connsiteY337" fmla="*/ 2211950 h 2309176"/>
                  <a:gd name="connsiteX338" fmla="*/ 2003789 w 2088269"/>
                  <a:gd name="connsiteY338" fmla="*/ 2235925 h 2309176"/>
                  <a:gd name="connsiteX339" fmla="*/ 2003531 w 2088269"/>
                  <a:gd name="connsiteY339" fmla="*/ 2258868 h 2309176"/>
                  <a:gd name="connsiteX340" fmla="*/ 1982393 w 2088269"/>
                  <a:gd name="connsiteY340" fmla="*/ 2262477 h 2309176"/>
                  <a:gd name="connsiteX341" fmla="*/ 1975432 w 2088269"/>
                  <a:gd name="connsiteY341" fmla="*/ 2268921 h 2309176"/>
                  <a:gd name="connsiteX342" fmla="*/ 1973112 w 2088269"/>
                  <a:gd name="connsiteY342" fmla="*/ 2293154 h 2309176"/>
                  <a:gd name="connsiteX343" fmla="*/ 1947591 w 2088269"/>
                  <a:gd name="connsiteY343" fmla="*/ 2303981 h 2309176"/>
                  <a:gd name="connsiteX344" fmla="*/ 1935475 w 2088269"/>
                  <a:gd name="connsiteY344" fmla="*/ 2291349 h 2309176"/>
                  <a:gd name="connsiteX345" fmla="*/ 1892683 w 2088269"/>
                  <a:gd name="connsiteY345" fmla="*/ 2274593 h 2309176"/>
                  <a:gd name="connsiteX346" fmla="*/ 1877215 w 2088269"/>
                  <a:gd name="connsiteY346" fmla="*/ 2263508 h 2309176"/>
                  <a:gd name="connsiteX347" fmla="*/ 1859428 w 2088269"/>
                  <a:gd name="connsiteY347" fmla="*/ 2185140 h 2309176"/>
                  <a:gd name="connsiteX348" fmla="*/ 1851437 w 2088269"/>
                  <a:gd name="connsiteY348" fmla="*/ 2149824 h 2309176"/>
                  <a:gd name="connsiteX349" fmla="*/ 1847828 w 2088269"/>
                  <a:gd name="connsiteY349" fmla="*/ 2164517 h 2309176"/>
                  <a:gd name="connsiteX350" fmla="*/ 1845507 w 2088269"/>
                  <a:gd name="connsiteY350" fmla="*/ 2204475 h 2309176"/>
                  <a:gd name="connsiteX351" fmla="*/ 1822564 w 2088269"/>
                  <a:gd name="connsiteY351" fmla="*/ 2239791 h 2309176"/>
                  <a:gd name="connsiteX352" fmla="*/ 1791888 w 2088269"/>
                  <a:gd name="connsiteY352" fmla="*/ 2218395 h 2309176"/>
                  <a:gd name="connsiteX353" fmla="*/ 1793434 w 2088269"/>
                  <a:gd name="connsiteY353" fmla="*/ 2198803 h 2309176"/>
                  <a:gd name="connsiteX354" fmla="*/ 1796786 w 2088269"/>
                  <a:gd name="connsiteY354" fmla="*/ 2179469 h 2309176"/>
                  <a:gd name="connsiteX355" fmla="*/ 1777194 w 2088269"/>
                  <a:gd name="connsiteY355" fmla="*/ 2188750 h 2309176"/>
                  <a:gd name="connsiteX356" fmla="*/ 1761984 w 2088269"/>
                  <a:gd name="connsiteY356" fmla="*/ 2173540 h 2309176"/>
                  <a:gd name="connsiteX357" fmla="*/ 1758118 w 2088269"/>
                  <a:gd name="connsiteY357" fmla="*/ 2155237 h 2309176"/>
                  <a:gd name="connsiteX358" fmla="*/ 1766624 w 2088269"/>
                  <a:gd name="connsiteY358" fmla="*/ 2057793 h 2309176"/>
                  <a:gd name="connsiteX359" fmla="*/ 1746259 w 2088269"/>
                  <a:gd name="connsiteY359" fmla="*/ 1992573 h 2309176"/>
                  <a:gd name="connsiteX360" fmla="*/ 1712489 w 2088269"/>
                  <a:gd name="connsiteY360" fmla="*/ 1947718 h 2309176"/>
                  <a:gd name="connsiteX361" fmla="*/ 1699600 w 2088269"/>
                  <a:gd name="connsiteY361" fmla="*/ 1882498 h 2309176"/>
                  <a:gd name="connsiteX362" fmla="*/ 1632575 w 2088269"/>
                  <a:gd name="connsiteY362" fmla="*/ 1803099 h 2309176"/>
                  <a:gd name="connsiteX363" fmla="*/ 1609116 w 2088269"/>
                  <a:gd name="connsiteY363" fmla="*/ 1834292 h 2309176"/>
                  <a:gd name="connsiteX364" fmla="*/ 1629739 w 2088269"/>
                  <a:gd name="connsiteY364" fmla="*/ 1867288 h 2309176"/>
                  <a:gd name="connsiteX365" fmla="*/ 1717903 w 2088269"/>
                  <a:gd name="connsiteY365" fmla="*/ 2050318 h 2309176"/>
                  <a:gd name="connsiteX366" fmla="*/ 1717645 w 2088269"/>
                  <a:gd name="connsiteY366" fmla="*/ 2073518 h 2309176"/>
                  <a:gd name="connsiteX367" fmla="*/ 1700115 w 2088269"/>
                  <a:gd name="connsiteY367" fmla="*/ 2082799 h 2309176"/>
                  <a:gd name="connsiteX368" fmla="*/ 1694186 w 2088269"/>
                  <a:gd name="connsiteY368" fmla="*/ 2081252 h 2309176"/>
                  <a:gd name="connsiteX369" fmla="*/ 1698053 w 2088269"/>
                  <a:gd name="connsiteY369" fmla="*/ 2093884 h 2309176"/>
                  <a:gd name="connsiteX370" fmla="*/ 1706560 w 2088269"/>
                  <a:gd name="connsiteY370" fmla="*/ 2128169 h 2309176"/>
                  <a:gd name="connsiteX371" fmla="*/ 1700889 w 2088269"/>
                  <a:gd name="connsiteY371" fmla="*/ 2139770 h 2309176"/>
                  <a:gd name="connsiteX372" fmla="*/ 1689030 w 2088269"/>
                  <a:gd name="connsiteY372" fmla="*/ 2136676 h 2309176"/>
                  <a:gd name="connsiteX373" fmla="*/ 1661705 w 2088269"/>
                  <a:gd name="connsiteY373" fmla="*/ 2109609 h 2309176"/>
                  <a:gd name="connsiteX374" fmla="*/ 1652682 w 2088269"/>
                  <a:gd name="connsiteY374" fmla="*/ 2103164 h 2309176"/>
                  <a:gd name="connsiteX375" fmla="*/ 1610921 w 2088269"/>
                  <a:gd name="connsiteY375" fmla="*/ 2058824 h 2309176"/>
                  <a:gd name="connsiteX376" fmla="*/ 1599320 w 2088269"/>
                  <a:gd name="connsiteY376" fmla="*/ 1996440 h 2309176"/>
                  <a:gd name="connsiteX377" fmla="*/ 1586431 w 2088269"/>
                  <a:gd name="connsiteY377" fmla="*/ 1935344 h 2309176"/>
                  <a:gd name="connsiteX378" fmla="*/ 1570706 w 2088269"/>
                  <a:gd name="connsiteY378" fmla="*/ 1905699 h 2309176"/>
                  <a:gd name="connsiteX379" fmla="*/ 1546732 w 2088269"/>
                  <a:gd name="connsiteY379" fmla="*/ 1875795 h 2309176"/>
                  <a:gd name="connsiteX380" fmla="*/ 1541576 w 2088269"/>
                  <a:gd name="connsiteY380" fmla="*/ 1872444 h 2309176"/>
                  <a:gd name="connsiteX381" fmla="*/ 1540287 w 2088269"/>
                  <a:gd name="connsiteY381" fmla="*/ 1878889 h 2309176"/>
                  <a:gd name="connsiteX382" fmla="*/ 1556012 w 2088269"/>
                  <a:gd name="connsiteY382" fmla="*/ 1927868 h 2309176"/>
                  <a:gd name="connsiteX383" fmla="*/ 1576635 w 2088269"/>
                  <a:gd name="connsiteY383" fmla="*/ 1968857 h 2309176"/>
                  <a:gd name="connsiteX384" fmla="*/ 1574057 w 2088269"/>
                  <a:gd name="connsiteY384" fmla="*/ 2026601 h 2309176"/>
                  <a:gd name="connsiteX385" fmla="*/ 1582822 w 2088269"/>
                  <a:gd name="connsiteY385" fmla="*/ 2070941 h 2309176"/>
                  <a:gd name="connsiteX386" fmla="*/ 1627419 w 2088269"/>
                  <a:gd name="connsiteY386" fmla="*/ 2106515 h 2309176"/>
                  <a:gd name="connsiteX387" fmla="*/ 1644691 w 2088269"/>
                  <a:gd name="connsiteY387" fmla="*/ 2135903 h 2309176"/>
                  <a:gd name="connsiteX388" fmla="*/ 1643402 w 2088269"/>
                  <a:gd name="connsiteY388" fmla="*/ 2223809 h 2309176"/>
                  <a:gd name="connsiteX389" fmla="*/ 1628708 w 2088269"/>
                  <a:gd name="connsiteY389" fmla="*/ 2240823 h 2309176"/>
                  <a:gd name="connsiteX390" fmla="*/ 1612983 w 2088269"/>
                  <a:gd name="connsiteY390" fmla="*/ 2224840 h 2309176"/>
                  <a:gd name="connsiteX391" fmla="*/ 1604992 w 2088269"/>
                  <a:gd name="connsiteY391" fmla="*/ 2188492 h 2309176"/>
                  <a:gd name="connsiteX392" fmla="*/ 1599062 w 2088269"/>
                  <a:gd name="connsiteY392" fmla="*/ 2176891 h 2309176"/>
                  <a:gd name="connsiteX393" fmla="*/ 1597516 w 2088269"/>
                  <a:gd name="connsiteY393" fmla="*/ 2189781 h 2309176"/>
                  <a:gd name="connsiteX394" fmla="*/ 1599062 w 2088269"/>
                  <a:gd name="connsiteY394" fmla="*/ 2205506 h 2309176"/>
                  <a:gd name="connsiteX395" fmla="*/ 1590298 w 2088269"/>
                  <a:gd name="connsiteY395" fmla="*/ 2220715 h 2309176"/>
                  <a:gd name="connsiteX396" fmla="*/ 1570964 w 2088269"/>
                  <a:gd name="connsiteY396" fmla="*/ 2218137 h 2309176"/>
                  <a:gd name="connsiteX397" fmla="*/ 1560394 w 2088269"/>
                  <a:gd name="connsiteY397" fmla="*/ 2180500 h 2309176"/>
                  <a:gd name="connsiteX398" fmla="*/ 1568644 w 2088269"/>
                  <a:gd name="connsiteY398" fmla="*/ 2162713 h 2309176"/>
                  <a:gd name="connsiteX399" fmla="*/ 1576119 w 2088269"/>
                  <a:gd name="connsiteY399" fmla="*/ 2136676 h 2309176"/>
                  <a:gd name="connsiteX400" fmla="*/ 1572253 w 2088269"/>
                  <a:gd name="connsiteY400" fmla="*/ 2127912 h 2309176"/>
                  <a:gd name="connsiteX401" fmla="*/ 1562972 w 2088269"/>
                  <a:gd name="connsiteY401" fmla="*/ 2130232 h 2309176"/>
                  <a:gd name="connsiteX402" fmla="*/ 1552661 w 2088269"/>
                  <a:gd name="connsiteY402" fmla="*/ 2152659 h 2309176"/>
                  <a:gd name="connsiteX403" fmla="*/ 1552403 w 2088269"/>
                  <a:gd name="connsiteY403" fmla="*/ 2167611 h 2309176"/>
                  <a:gd name="connsiteX404" fmla="*/ 1536162 w 2088269"/>
                  <a:gd name="connsiteY404" fmla="*/ 2177665 h 2309176"/>
                  <a:gd name="connsiteX405" fmla="*/ 1519922 w 2088269"/>
                  <a:gd name="connsiteY405" fmla="*/ 2158073 h 2309176"/>
                  <a:gd name="connsiteX406" fmla="*/ 1517344 w 2088269"/>
                  <a:gd name="connsiteY406" fmla="*/ 2140543 h 2309176"/>
                  <a:gd name="connsiteX407" fmla="*/ 1517344 w 2088269"/>
                  <a:gd name="connsiteY407" fmla="*/ 2081510 h 2309176"/>
                  <a:gd name="connsiteX408" fmla="*/ 1512188 w 2088269"/>
                  <a:gd name="connsiteY408" fmla="*/ 2049286 h 2309176"/>
                  <a:gd name="connsiteX409" fmla="*/ 1499556 w 2088269"/>
                  <a:gd name="connsiteY409" fmla="*/ 2028921 h 2309176"/>
                  <a:gd name="connsiteX410" fmla="*/ 1487698 w 2088269"/>
                  <a:gd name="connsiteY410" fmla="*/ 2032788 h 2309176"/>
                  <a:gd name="connsiteX411" fmla="*/ 1486409 w 2088269"/>
                  <a:gd name="connsiteY411" fmla="*/ 2077385 h 2309176"/>
                  <a:gd name="connsiteX412" fmla="*/ 1492596 w 2088269"/>
                  <a:gd name="connsiteY412" fmla="*/ 2130232 h 2309176"/>
                  <a:gd name="connsiteX413" fmla="*/ 1479965 w 2088269"/>
                  <a:gd name="connsiteY413" fmla="*/ 2181016 h 2309176"/>
                  <a:gd name="connsiteX414" fmla="*/ 1460115 w 2088269"/>
                  <a:gd name="connsiteY414" fmla="*/ 2214786 h 2309176"/>
                  <a:gd name="connsiteX415" fmla="*/ 1446968 w 2088269"/>
                  <a:gd name="connsiteY415" fmla="*/ 2220200 h 2309176"/>
                  <a:gd name="connsiteX416" fmla="*/ 1426602 w 2088269"/>
                  <a:gd name="connsiteY416" fmla="*/ 2198803 h 2309176"/>
                  <a:gd name="connsiteX417" fmla="*/ 1426860 w 2088269"/>
                  <a:gd name="connsiteY417" fmla="*/ 2156268 h 2309176"/>
                  <a:gd name="connsiteX418" fmla="*/ 1427376 w 2088269"/>
                  <a:gd name="connsiteY418" fmla="*/ 2146988 h 2309176"/>
                  <a:gd name="connsiteX419" fmla="*/ 1415518 w 2088269"/>
                  <a:gd name="connsiteY419" fmla="*/ 2138739 h 2309176"/>
                  <a:gd name="connsiteX420" fmla="*/ 1402371 w 2088269"/>
                  <a:gd name="connsiteY420" fmla="*/ 2143637 h 2309176"/>
                  <a:gd name="connsiteX421" fmla="*/ 1383552 w 2088269"/>
                  <a:gd name="connsiteY421" fmla="*/ 2135645 h 2309176"/>
                  <a:gd name="connsiteX422" fmla="*/ 1386903 w 2088269"/>
                  <a:gd name="connsiteY422" fmla="*/ 2093110 h 2309176"/>
                  <a:gd name="connsiteX423" fmla="*/ 1411651 w 2088269"/>
                  <a:gd name="connsiteY423" fmla="*/ 2047997 h 2309176"/>
                  <a:gd name="connsiteX424" fmla="*/ 1437430 w 2088269"/>
                  <a:gd name="connsiteY424" fmla="*/ 1992315 h 2309176"/>
                  <a:gd name="connsiteX425" fmla="*/ 1424798 w 2088269"/>
                  <a:gd name="connsiteY425" fmla="*/ 1936118 h 2309176"/>
                  <a:gd name="connsiteX426" fmla="*/ 1418869 w 2088269"/>
                  <a:gd name="connsiteY426" fmla="*/ 1926579 h 2309176"/>
                  <a:gd name="connsiteX427" fmla="*/ 1415002 w 2088269"/>
                  <a:gd name="connsiteY427" fmla="*/ 1921939 h 2309176"/>
                  <a:gd name="connsiteX428" fmla="*/ 1411135 w 2088269"/>
                  <a:gd name="connsiteY428" fmla="*/ 1926579 h 2309176"/>
                  <a:gd name="connsiteX429" fmla="*/ 1402886 w 2088269"/>
                  <a:gd name="connsiteY429" fmla="*/ 1970403 h 2309176"/>
                  <a:gd name="connsiteX430" fmla="*/ 1405206 w 2088269"/>
                  <a:gd name="connsiteY430" fmla="*/ 2006494 h 2309176"/>
                  <a:gd name="connsiteX431" fmla="*/ 1401597 w 2088269"/>
                  <a:gd name="connsiteY431" fmla="*/ 2020672 h 2309176"/>
                  <a:gd name="connsiteX432" fmla="*/ 1363960 w 2088269"/>
                  <a:gd name="connsiteY432" fmla="*/ 2079447 h 2309176"/>
                  <a:gd name="connsiteX433" fmla="*/ 1328643 w 2088269"/>
                  <a:gd name="connsiteY433" fmla="*/ 2126623 h 2309176"/>
                  <a:gd name="connsiteX434" fmla="*/ 1313176 w 2088269"/>
                  <a:gd name="connsiteY434" fmla="*/ 2139770 h 2309176"/>
                  <a:gd name="connsiteX435" fmla="*/ 1300802 w 2088269"/>
                  <a:gd name="connsiteY435" fmla="*/ 2131778 h 2309176"/>
                  <a:gd name="connsiteX436" fmla="*/ 1302349 w 2088269"/>
                  <a:gd name="connsiteY436" fmla="*/ 2119920 h 2309176"/>
                  <a:gd name="connsiteX437" fmla="*/ 1309825 w 2088269"/>
                  <a:gd name="connsiteY437" fmla="*/ 2094915 h 2309176"/>
                  <a:gd name="connsiteX438" fmla="*/ 1309051 w 2088269"/>
                  <a:gd name="connsiteY438" fmla="*/ 2085377 h 2309176"/>
                  <a:gd name="connsiteX439" fmla="*/ 1300029 w 2088269"/>
                  <a:gd name="connsiteY439" fmla="*/ 2088212 h 2309176"/>
                  <a:gd name="connsiteX440" fmla="*/ 1290748 w 2088269"/>
                  <a:gd name="connsiteY440" fmla="*/ 2094657 h 2309176"/>
                  <a:gd name="connsiteX441" fmla="*/ 1276570 w 2088269"/>
                  <a:gd name="connsiteY441" fmla="*/ 2098524 h 2309176"/>
                  <a:gd name="connsiteX442" fmla="*/ 1265485 w 2088269"/>
                  <a:gd name="connsiteY442" fmla="*/ 2084861 h 2309176"/>
                  <a:gd name="connsiteX443" fmla="*/ 1271414 w 2088269"/>
                  <a:gd name="connsiteY443" fmla="*/ 2070167 h 2309176"/>
                  <a:gd name="connsiteX444" fmla="*/ 1309309 w 2088269"/>
                  <a:gd name="connsiteY444" fmla="*/ 2025570 h 2309176"/>
                  <a:gd name="connsiteX445" fmla="*/ 1325550 w 2088269"/>
                  <a:gd name="connsiteY445" fmla="*/ 2006494 h 2309176"/>
                  <a:gd name="connsiteX446" fmla="*/ 1348493 w 2088269"/>
                  <a:gd name="connsiteY446" fmla="*/ 1926064 h 2309176"/>
                  <a:gd name="connsiteX447" fmla="*/ 1348493 w 2088269"/>
                  <a:gd name="connsiteY447" fmla="*/ 1914979 h 2309176"/>
                  <a:gd name="connsiteX448" fmla="*/ 1345142 w 2088269"/>
                  <a:gd name="connsiteY448" fmla="*/ 1908019 h 2309176"/>
                  <a:gd name="connsiteX449" fmla="*/ 1339470 w 2088269"/>
                  <a:gd name="connsiteY449" fmla="*/ 1911886 h 2309176"/>
                  <a:gd name="connsiteX450" fmla="*/ 1325808 w 2088269"/>
                  <a:gd name="connsiteY450" fmla="*/ 1928126 h 2309176"/>
                  <a:gd name="connsiteX451" fmla="*/ 1268836 w 2088269"/>
                  <a:gd name="connsiteY451" fmla="*/ 1929931 h 2309176"/>
                  <a:gd name="connsiteX452" fmla="*/ 1236871 w 2088269"/>
                  <a:gd name="connsiteY452" fmla="*/ 1875022 h 2309176"/>
                  <a:gd name="connsiteX453" fmla="*/ 1253885 w 2088269"/>
                  <a:gd name="connsiteY453" fmla="*/ 1863937 h 2309176"/>
                  <a:gd name="connsiteX454" fmla="*/ 1328128 w 2088269"/>
                  <a:gd name="connsiteY454" fmla="*/ 1864453 h 2309176"/>
                  <a:gd name="connsiteX455" fmla="*/ 1336635 w 2088269"/>
                  <a:gd name="connsiteY455" fmla="*/ 1857235 h 2309176"/>
                  <a:gd name="connsiteX456" fmla="*/ 1327870 w 2088269"/>
                  <a:gd name="connsiteY456" fmla="*/ 1850017 h 2309176"/>
                  <a:gd name="connsiteX457" fmla="*/ 1299771 w 2088269"/>
                  <a:gd name="connsiteY457" fmla="*/ 1843314 h 2309176"/>
                  <a:gd name="connsiteX458" fmla="*/ 1264196 w 2088269"/>
                  <a:gd name="connsiteY458" fmla="*/ 1829394 h 2309176"/>
                  <a:gd name="connsiteX459" fmla="*/ 1251565 w 2088269"/>
                  <a:gd name="connsiteY459" fmla="*/ 1804130 h 2309176"/>
                  <a:gd name="connsiteX460" fmla="*/ 1277601 w 2088269"/>
                  <a:gd name="connsiteY460" fmla="*/ 1797943 h 2309176"/>
                  <a:gd name="connsiteX461" fmla="*/ 1305442 w 2088269"/>
                  <a:gd name="connsiteY461" fmla="*/ 1810833 h 2309176"/>
                  <a:gd name="connsiteX462" fmla="*/ 1354680 w 2088269"/>
                  <a:gd name="connsiteY462" fmla="*/ 1818309 h 2309176"/>
                  <a:gd name="connsiteX463" fmla="*/ 1362156 w 2088269"/>
                  <a:gd name="connsiteY463" fmla="*/ 1803099 h 2309176"/>
                  <a:gd name="connsiteX464" fmla="*/ 1361898 w 2088269"/>
                  <a:gd name="connsiteY464" fmla="*/ 1787632 h 2309176"/>
                  <a:gd name="connsiteX465" fmla="*/ 1376076 w 2088269"/>
                  <a:gd name="connsiteY465" fmla="*/ 1715194 h 2309176"/>
                  <a:gd name="connsiteX466" fmla="*/ 1373498 w 2088269"/>
                  <a:gd name="connsiteY466" fmla="*/ 1654871 h 2309176"/>
                  <a:gd name="connsiteX467" fmla="*/ 1364733 w 2088269"/>
                  <a:gd name="connsiteY467" fmla="*/ 1642755 h 2309176"/>
                  <a:gd name="connsiteX468" fmla="*/ 1351071 w 2088269"/>
                  <a:gd name="connsiteY468" fmla="*/ 1650489 h 2309176"/>
                  <a:gd name="connsiteX469" fmla="*/ 1334572 w 2088269"/>
                  <a:gd name="connsiteY469" fmla="*/ 1677557 h 2309176"/>
                  <a:gd name="connsiteX470" fmla="*/ 1315238 w 2088269"/>
                  <a:gd name="connsiteY470" fmla="*/ 1703851 h 2309176"/>
                  <a:gd name="connsiteX471" fmla="*/ 1300287 w 2088269"/>
                  <a:gd name="connsiteY471" fmla="*/ 1701789 h 2309176"/>
                  <a:gd name="connsiteX472" fmla="*/ 1298740 w 2088269"/>
                  <a:gd name="connsiteY472" fmla="*/ 1697406 h 2309176"/>
                  <a:gd name="connsiteX473" fmla="*/ 1285077 w 2088269"/>
                  <a:gd name="connsiteY473" fmla="*/ 1693282 h 2309176"/>
                  <a:gd name="connsiteX474" fmla="*/ 1282241 w 2088269"/>
                  <a:gd name="connsiteY474" fmla="*/ 1695602 h 2309176"/>
                  <a:gd name="connsiteX475" fmla="*/ 1262134 w 2088269"/>
                  <a:gd name="connsiteY475" fmla="*/ 1697664 h 2309176"/>
                  <a:gd name="connsiteX476" fmla="*/ 1253369 w 2088269"/>
                  <a:gd name="connsiteY476" fmla="*/ 1678072 h 2309176"/>
                  <a:gd name="connsiteX477" fmla="*/ 1260845 w 2088269"/>
                  <a:gd name="connsiteY477" fmla="*/ 1661058 h 2309176"/>
                  <a:gd name="connsiteX478" fmla="*/ 1279406 w 2088269"/>
                  <a:gd name="connsiteY478" fmla="*/ 1631928 h 2309176"/>
                  <a:gd name="connsiteX479" fmla="*/ 1269352 w 2088269"/>
                  <a:gd name="connsiteY479" fmla="*/ 1614141 h 2309176"/>
                  <a:gd name="connsiteX480" fmla="*/ 1231199 w 2088269"/>
                  <a:gd name="connsiteY480" fmla="*/ 1612336 h 2309176"/>
                  <a:gd name="connsiteX481" fmla="*/ 1211608 w 2088269"/>
                  <a:gd name="connsiteY481" fmla="*/ 1612079 h 2309176"/>
                  <a:gd name="connsiteX482" fmla="*/ 1195883 w 2088269"/>
                  <a:gd name="connsiteY482" fmla="*/ 1588104 h 2309176"/>
                  <a:gd name="connsiteX483" fmla="*/ 1198460 w 2088269"/>
                  <a:gd name="connsiteY483" fmla="*/ 1579082 h 2309176"/>
                  <a:gd name="connsiteX484" fmla="*/ 1214443 w 2088269"/>
                  <a:gd name="connsiteY484" fmla="*/ 1566708 h 2309176"/>
                  <a:gd name="connsiteX485" fmla="*/ 1236871 w 2088269"/>
                  <a:gd name="connsiteY485" fmla="*/ 1567739 h 2309176"/>
                  <a:gd name="connsiteX486" fmla="*/ 1243573 w 2088269"/>
                  <a:gd name="connsiteY486" fmla="*/ 1564388 h 2309176"/>
                  <a:gd name="connsiteX487" fmla="*/ 1239449 w 2088269"/>
                  <a:gd name="connsiteY487" fmla="*/ 1558717 h 2309176"/>
                  <a:gd name="connsiteX488" fmla="*/ 1213154 w 2088269"/>
                  <a:gd name="connsiteY488" fmla="*/ 1542734 h 2309176"/>
                  <a:gd name="connsiteX489" fmla="*/ 1206710 w 2088269"/>
                  <a:gd name="connsiteY489" fmla="*/ 1527009 h 2309176"/>
                  <a:gd name="connsiteX490" fmla="*/ 1221404 w 2088269"/>
                  <a:gd name="connsiteY490" fmla="*/ 1520822 h 2309176"/>
                  <a:gd name="connsiteX491" fmla="*/ 1268836 w 2088269"/>
                  <a:gd name="connsiteY491" fmla="*/ 1531133 h 2309176"/>
                  <a:gd name="connsiteX492" fmla="*/ 1289202 w 2088269"/>
                  <a:gd name="connsiteY492" fmla="*/ 1543765 h 2309176"/>
                  <a:gd name="connsiteX493" fmla="*/ 1346173 w 2088269"/>
                  <a:gd name="connsiteY493" fmla="*/ 1560005 h 2309176"/>
                  <a:gd name="connsiteX494" fmla="*/ 1365765 w 2088269"/>
                  <a:gd name="connsiteY494" fmla="*/ 1537578 h 2309176"/>
                  <a:gd name="connsiteX495" fmla="*/ 1366022 w 2088269"/>
                  <a:gd name="connsiteY495" fmla="*/ 1488083 h 2309176"/>
                  <a:gd name="connsiteX496" fmla="*/ 1360867 w 2088269"/>
                  <a:gd name="connsiteY496" fmla="*/ 1476482 h 2309176"/>
                  <a:gd name="connsiteX497" fmla="*/ 1333541 w 2088269"/>
                  <a:gd name="connsiteY497" fmla="*/ 1447095 h 2309176"/>
                  <a:gd name="connsiteX498" fmla="*/ 1230684 w 2088269"/>
                  <a:gd name="connsiteY498" fmla="*/ 1356353 h 2309176"/>
                  <a:gd name="connsiteX499" fmla="*/ 1135302 w 2088269"/>
                  <a:gd name="connsiteY499" fmla="*/ 1276697 h 2309176"/>
                  <a:gd name="connsiteX500" fmla="*/ 1102821 w 2088269"/>
                  <a:gd name="connsiteY500" fmla="*/ 1256847 h 2309176"/>
                  <a:gd name="connsiteX501" fmla="*/ 1081425 w 2088269"/>
                  <a:gd name="connsiteY501" fmla="*/ 1248082 h 2309176"/>
                  <a:gd name="connsiteX502" fmla="*/ 1010791 w 2088269"/>
                  <a:gd name="connsiteY502" fmla="*/ 1248340 h 2309176"/>
                  <a:gd name="connsiteX503" fmla="*/ 1000737 w 2088269"/>
                  <a:gd name="connsiteY503" fmla="*/ 1253238 h 2309176"/>
                  <a:gd name="connsiteX504" fmla="*/ 888600 w 2088269"/>
                  <a:gd name="connsiteY504" fmla="*/ 1343464 h 2309176"/>
                  <a:gd name="connsiteX505" fmla="*/ 795280 w 2088269"/>
                  <a:gd name="connsiteY505" fmla="*/ 1421058 h 2309176"/>
                  <a:gd name="connsiteX506" fmla="*/ 744239 w 2088269"/>
                  <a:gd name="connsiteY506" fmla="*/ 1471842 h 2309176"/>
                  <a:gd name="connsiteX507" fmla="*/ 739341 w 2088269"/>
                  <a:gd name="connsiteY507" fmla="*/ 1477513 h 2309176"/>
                  <a:gd name="connsiteX508" fmla="*/ 723873 w 2088269"/>
                  <a:gd name="connsiteY508" fmla="*/ 1516955 h 2309176"/>
                  <a:gd name="connsiteX509" fmla="*/ 722584 w 2088269"/>
                  <a:gd name="connsiteY509" fmla="*/ 1544023 h 2309176"/>
                  <a:gd name="connsiteX510" fmla="*/ 747332 w 2088269"/>
                  <a:gd name="connsiteY510" fmla="*/ 1572379 h 2309176"/>
                  <a:gd name="connsiteX511" fmla="*/ 807139 w 2088269"/>
                  <a:gd name="connsiteY511" fmla="*/ 1550983 h 2309176"/>
                  <a:gd name="connsiteX512" fmla="*/ 822864 w 2088269"/>
                  <a:gd name="connsiteY512" fmla="*/ 1542992 h 2309176"/>
                  <a:gd name="connsiteX513" fmla="*/ 867719 w 2088269"/>
                  <a:gd name="connsiteY513" fmla="*/ 1533453 h 2309176"/>
                  <a:gd name="connsiteX514" fmla="*/ 882413 w 2088269"/>
                  <a:gd name="connsiteY514" fmla="*/ 1539382 h 2309176"/>
                  <a:gd name="connsiteX515" fmla="*/ 876484 w 2088269"/>
                  <a:gd name="connsiteY515" fmla="*/ 1555108 h 2309176"/>
                  <a:gd name="connsiteX516" fmla="*/ 852509 w 2088269"/>
                  <a:gd name="connsiteY516" fmla="*/ 1569801 h 2309176"/>
                  <a:gd name="connsiteX517" fmla="*/ 845549 w 2088269"/>
                  <a:gd name="connsiteY517" fmla="*/ 1578308 h 2309176"/>
                  <a:gd name="connsiteX518" fmla="*/ 855603 w 2088269"/>
                  <a:gd name="connsiteY518" fmla="*/ 1580371 h 2309176"/>
                  <a:gd name="connsiteX519" fmla="*/ 882670 w 2088269"/>
                  <a:gd name="connsiteY519" fmla="*/ 1580371 h 2309176"/>
                  <a:gd name="connsiteX520" fmla="*/ 898138 w 2088269"/>
                  <a:gd name="connsiteY520" fmla="*/ 1610016 h 2309176"/>
                  <a:gd name="connsiteX521" fmla="*/ 887569 w 2088269"/>
                  <a:gd name="connsiteY521" fmla="*/ 1616461 h 2309176"/>
                  <a:gd name="connsiteX522" fmla="*/ 858696 w 2088269"/>
                  <a:gd name="connsiteY522" fmla="*/ 1615945 h 2309176"/>
                  <a:gd name="connsiteX523" fmla="*/ 814872 w 2088269"/>
                  <a:gd name="connsiteY523" fmla="*/ 1616461 h 2309176"/>
                  <a:gd name="connsiteX524" fmla="*/ 806881 w 2088269"/>
                  <a:gd name="connsiteY524" fmla="*/ 1633991 h 2309176"/>
                  <a:gd name="connsiteX525" fmla="*/ 826988 w 2088269"/>
                  <a:gd name="connsiteY525" fmla="*/ 1665441 h 2309176"/>
                  <a:gd name="connsiteX526" fmla="*/ 832660 w 2088269"/>
                  <a:gd name="connsiteY526" fmla="*/ 1685806 h 2309176"/>
                  <a:gd name="connsiteX527" fmla="*/ 806623 w 2088269"/>
                  <a:gd name="connsiteY527" fmla="*/ 1698953 h 2309176"/>
                  <a:gd name="connsiteX528" fmla="*/ 804303 w 2088269"/>
                  <a:gd name="connsiteY528" fmla="*/ 1697406 h 2309176"/>
                  <a:gd name="connsiteX529" fmla="*/ 786000 w 2088269"/>
                  <a:gd name="connsiteY529" fmla="*/ 1703078 h 2309176"/>
                  <a:gd name="connsiteX530" fmla="*/ 779813 w 2088269"/>
                  <a:gd name="connsiteY530" fmla="*/ 1709265 h 2309176"/>
                  <a:gd name="connsiteX531" fmla="*/ 769760 w 2088269"/>
                  <a:gd name="connsiteY531" fmla="*/ 1703851 h 2309176"/>
                  <a:gd name="connsiteX532" fmla="*/ 740887 w 2088269"/>
                  <a:gd name="connsiteY532" fmla="*/ 1660285 h 2309176"/>
                  <a:gd name="connsiteX533" fmla="*/ 733154 w 2088269"/>
                  <a:gd name="connsiteY533" fmla="*/ 1648684 h 2309176"/>
                  <a:gd name="connsiteX534" fmla="*/ 713820 w 2088269"/>
                  <a:gd name="connsiteY534" fmla="*/ 1652293 h 2309176"/>
                  <a:gd name="connsiteX535" fmla="*/ 708406 w 2088269"/>
                  <a:gd name="connsiteY535" fmla="*/ 1702047 h 2309176"/>
                  <a:gd name="connsiteX536" fmla="*/ 724647 w 2088269"/>
                  <a:gd name="connsiteY536" fmla="*/ 1790210 h 2309176"/>
                  <a:gd name="connsiteX537" fmla="*/ 723873 w 2088269"/>
                  <a:gd name="connsiteY537" fmla="*/ 1805677 h 2309176"/>
                  <a:gd name="connsiteX538" fmla="*/ 730576 w 2088269"/>
                  <a:gd name="connsiteY538" fmla="*/ 1819082 h 2309176"/>
                  <a:gd name="connsiteX539" fmla="*/ 780071 w 2088269"/>
                  <a:gd name="connsiteY539" fmla="*/ 1812637 h 2309176"/>
                  <a:gd name="connsiteX540" fmla="*/ 820801 w 2088269"/>
                  <a:gd name="connsiteY540" fmla="*/ 1798459 h 2309176"/>
                  <a:gd name="connsiteX541" fmla="*/ 835238 w 2088269"/>
                  <a:gd name="connsiteY541" fmla="*/ 1806708 h 2309176"/>
                  <a:gd name="connsiteX542" fmla="*/ 830597 w 2088269"/>
                  <a:gd name="connsiteY542" fmla="*/ 1822691 h 2309176"/>
                  <a:gd name="connsiteX543" fmla="*/ 786000 w 2088269"/>
                  <a:gd name="connsiteY543" fmla="*/ 1844603 h 2309176"/>
                  <a:gd name="connsiteX544" fmla="*/ 757128 w 2088269"/>
                  <a:gd name="connsiteY544" fmla="*/ 1852079 h 2309176"/>
                  <a:gd name="connsiteX545" fmla="*/ 749652 w 2088269"/>
                  <a:gd name="connsiteY545" fmla="*/ 1859039 h 2309176"/>
                  <a:gd name="connsiteX546" fmla="*/ 756870 w 2088269"/>
                  <a:gd name="connsiteY546" fmla="*/ 1865226 h 2309176"/>
                  <a:gd name="connsiteX547" fmla="*/ 830340 w 2088269"/>
                  <a:gd name="connsiteY547" fmla="*/ 1865999 h 2309176"/>
                  <a:gd name="connsiteX548" fmla="*/ 849931 w 2088269"/>
                  <a:gd name="connsiteY548" fmla="*/ 1878889 h 2309176"/>
                  <a:gd name="connsiteX549" fmla="*/ 835753 w 2088269"/>
                  <a:gd name="connsiteY549" fmla="*/ 1916526 h 2309176"/>
                  <a:gd name="connsiteX550" fmla="*/ 775689 w 2088269"/>
                  <a:gd name="connsiteY550" fmla="*/ 1937407 h 2309176"/>
                  <a:gd name="connsiteX551" fmla="*/ 750941 w 2088269"/>
                  <a:gd name="connsiteY551" fmla="*/ 1918330 h 2309176"/>
                  <a:gd name="connsiteX552" fmla="*/ 747074 w 2088269"/>
                  <a:gd name="connsiteY552" fmla="*/ 1912917 h 2309176"/>
                  <a:gd name="connsiteX553" fmla="*/ 740372 w 2088269"/>
                  <a:gd name="connsiteY553" fmla="*/ 1909308 h 2309176"/>
                  <a:gd name="connsiteX554" fmla="*/ 737020 w 2088269"/>
                  <a:gd name="connsiteY554" fmla="*/ 1916526 h 2309176"/>
                  <a:gd name="connsiteX555" fmla="*/ 739856 w 2088269"/>
                  <a:gd name="connsiteY555" fmla="*/ 1941531 h 2309176"/>
                  <a:gd name="connsiteX556" fmla="*/ 759706 w 2088269"/>
                  <a:gd name="connsiteY556" fmla="*/ 2005720 h 2309176"/>
                  <a:gd name="connsiteX557" fmla="*/ 775946 w 2088269"/>
                  <a:gd name="connsiteY557" fmla="*/ 2025828 h 2309176"/>
                  <a:gd name="connsiteX558" fmla="*/ 815646 w 2088269"/>
                  <a:gd name="connsiteY558" fmla="*/ 2072745 h 2309176"/>
                  <a:gd name="connsiteX559" fmla="*/ 820801 w 2088269"/>
                  <a:gd name="connsiteY559" fmla="*/ 2084861 h 2309176"/>
                  <a:gd name="connsiteX560" fmla="*/ 806881 w 2088269"/>
                  <a:gd name="connsiteY560" fmla="*/ 2100071 h 2309176"/>
                  <a:gd name="connsiteX561" fmla="*/ 789351 w 2088269"/>
                  <a:gd name="connsiteY561" fmla="*/ 2091564 h 2309176"/>
                  <a:gd name="connsiteX562" fmla="*/ 782391 w 2088269"/>
                  <a:gd name="connsiteY562" fmla="*/ 2086923 h 2309176"/>
                  <a:gd name="connsiteX563" fmla="*/ 776978 w 2088269"/>
                  <a:gd name="connsiteY563" fmla="*/ 2086408 h 2309176"/>
                  <a:gd name="connsiteX564" fmla="*/ 775689 w 2088269"/>
                  <a:gd name="connsiteY564" fmla="*/ 2092337 h 2309176"/>
                  <a:gd name="connsiteX565" fmla="*/ 782391 w 2088269"/>
                  <a:gd name="connsiteY565" fmla="*/ 2114764 h 2309176"/>
                  <a:gd name="connsiteX566" fmla="*/ 786258 w 2088269"/>
                  <a:gd name="connsiteY566" fmla="*/ 2131005 h 2309176"/>
                  <a:gd name="connsiteX567" fmla="*/ 772080 w 2088269"/>
                  <a:gd name="connsiteY567" fmla="*/ 2140801 h 2309176"/>
                  <a:gd name="connsiteX568" fmla="*/ 759964 w 2088269"/>
                  <a:gd name="connsiteY568" fmla="*/ 2130747 h 2309176"/>
                  <a:gd name="connsiteX569" fmla="*/ 706086 w 2088269"/>
                  <a:gd name="connsiteY569" fmla="*/ 2059082 h 2309176"/>
                  <a:gd name="connsiteX570" fmla="*/ 684174 w 2088269"/>
                  <a:gd name="connsiteY570" fmla="*/ 2020156 h 2309176"/>
                  <a:gd name="connsiteX571" fmla="*/ 682885 w 2088269"/>
                  <a:gd name="connsiteY571" fmla="*/ 2002111 h 2309176"/>
                  <a:gd name="connsiteX572" fmla="*/ 675409 w 2088269"/>
                  <a:gd name="connsiteY572" fmla="*/ 1927611 h 2309176"/>
                  <a:gd name="connsiteX573" fmla="*/ 672058 w 2088269"/>
                  <a:gd name="connsiteY573" fmla="*/ 1923486 h 2309176"/>
                  <a:gd name="connsiteX574" fmla="*/ 668449 w 2088269"/>
                  <a:gd name="connsiteY574" fmla="*/ 1927095 h 2309176"/>
                  <a:gd name="connsiteX575" fmla="*/ 656591 w 2088269"/>
                  <a:gd name="connsiteY575" fmla="*/ 1945140 h 2309176"/>
                  <a:gd name="connsiteX576" fmla="*/ 648857 w 2088269"/>
                  <a:gd name="connsiteY576" fmla="*/ 1989737 h 2309176"/>
                  <a:gd name="connsiteX577" fmla="*/ 681854 w 2088269"/>
                  <a:gd name="connsiteY577" fmla="*/ 2059598 h 2309176"/>
                  <a:gd name="connsiteX578" fmla="*/ 705055 w 2088269"/>
                  <a:gd name="connsiteY578" fmla="*/ 2108320 h 2309176"/>
                  <a:gd name="connsiteX579" fmla="*/ 703250 w 2088269"/>
                  <a:gd name="connsiteY579" fmla="*/ 2137450 h 2309176"/>
                  <a:gd name="connsiteX580" fmla="*/ 684174 w 2088269"/>
                  <a:gd name="connsiteY580" fmla="*/ 2144668 h 2309176"/>
                  <a:gd name="connsiteX581" fmla="*/ 673089 w 2088269"/>
                  <a:gd name="connsiteY581" fmla="*/ 2140028 h 2309176"/>
                  <a:gd name="connsiteX582" fmla="*/ 660200 w 2088269"/>
                  <a:gd name="connsiteY582" fmla="*/ 2148792 h 2309176"/>
                  <a:gd name="connsiteX583" fmla="*/ 660715 w 2088269"/>
                  <a:gd name="connsiteY583" fmla="*/ 2159877 h 2309176"/>
                  <a:gd name="connsiteX584" fmla="*/ 661231 w 2088269"/>
                  <a:gd name="connsiteY584" fmla="*/ 2196225 h 2309176"/>
                  <a:gd name="connsiteX585" fmla="*/ 640608 w 2088269"/>
                  <a:gd name="connsiteY585" fmla="*/ 2221489 h 2309176"/>
                  <a:gd name="connsiteX586" fmla="*/ 628234 w 2088269"/>
                  <a:gd name="connsiteY586" fmla="*/ 2217880 h 2309176"/>
                  <a:gd name="connsiteX587" fmla="*/ 604518 w 2088269"/>
                  <a:gd name="connsiteY587" fmla="*/ 2177665 h 2309176"/>
                  <a:gd name="connsiteX588" fmla="*/ 595495 w 2088269"/>
                  <a:gd name="connsiteY588" fmla="*/ 2121725 h 2309176"/>
                  <a:gd name="connsiteX589" fmla="*/ 602198 w 2088269"/>
                  <a:gd name="connsiteY589" fmla="*/ 2052895 h 2309176"/>
                  <a:gd name="connsiteX590" fmla="*/ 599620 w 2088269"/>
                  <a:gd name="connsiteY590" fmla="*/ 2034335 h 2309176"/>
                  <a:gd name="connsiteX591" fmla="*/ 586215 w 2088269"/>
                  <a:gd name="connsiteY591" fmla="*/ 2030726 h 2309176"/>
                  <a:gd name="connsiteX592" fmla="*/ 576161 w 2088269"/>
                  <a:gd name="connsiteY592" fmla="*/ 2046193 h 2309176"/>
                  <a:gd name="connsiteX593" fmla="*/ 569716 w 2088269"/>
                  <a:gd name="connsiteY593" fmla="*/ 2078159 h 2309176"/>
                  <a:gd name="connsiteX594" fmla="*/ 569716 w 2088269"/>
                  <a:gd name="connsiteY594" fmla="*/ 2138997 h 2309176"/>
                  <a:gd name="connsiteX595" fmla="*/ 563272 w 2088269"/>
                  <a:gd name="connsiteY595" fmla="*/ 2166838 h 2309176"/>
                  <a:gd name="connsiteX596" fmla="*/ 546773 w 2088269"/>
                  <a:gd name="connsiteY596" fmla="*/ 2179727 h 2309176"/>
                  <a:gd name="connsiteX597" fmla="*/ 534142 w 2088269"/>
                  <a:gd name="connsiteY597" fmla="*/ 2169158 h 2309176"/>
                  <a:gd name="connsiteX598" fmla="*/ 532337 w 2088269"/>
                  <a:gd name="connsiteY598" fmla="*/ 2145183 h 2309176"/>
                  <a:gd name="connsiteX599" fmla="*/ 524088 w 2088269"/>
                  <a:gd name="connsiteY599" fmla="*/ 2132036 h 2309176"/>
                  <a:gd name="connsiteX600" fmla="*/ 514808 w 2088269"/>
                  <a:gd name="connsiteY600" fmla="*/ 2129201 h 2309176"/>
                  <a:gd name="connsiteX601" fmla="*/ 510425 w 2088269"/>
                  <a:gd name="connsiteY601" fmla="*/ 2138739 h 2309176"/>
                  <a:gd name="connsiteX602" fmla="*/ 519448 w 2088269"/>
                  <a:gd name="connsiteY602" fmla="*/ 2167095 h 2309176"/>
                  <a:gd name="connsiteX603" fmla="*/ 527697 w 2088269"/>
                  <a:gd name="connsiteY603" fmla="*/ 2188750 h 2309176"/>
                  <a:gd name="connsiteX604" fmla="*/ 510167 w 2088269"/>
                  <a:gd name="connsiteY604" fmla="*/ 2222520 h 2309176"/>
                  <a:gd name="connsiteX605" fmla="*/ 487998 w 2088269"/>
                  <a:gd name="connsiteY605" fmla="*/ 2208599 h 2309176"/>
                  <a:gd name="connsiteX606" fmla="*/ 489802 w 2088269"/>
                  <a:gd name="connsiteY606" fmla="*/ 2187203 h 2309176"/>
                  <a:gd name="connsiteX607" fmla="*/ 490575 w 2088269"/>
                  <a:gd name="connsiteY607" fmla="*/ 2183594 h 2309176"/>
                  <a:gd name="connsiteX608" fmla="*/ 487740 w 2088269"/>
                  <a:gd name="connsiteY608" fmla="*/ 2177407 h 2309176"/>
                  <a:gd name="connsiteX609" fmla="*/ 482842 w 2088269"/>
                  <a:gd name="connsiteY609" fmla="*/ 2181789 h 2309176"/>
                  <a:gd name="connsiteX610" fmla="*/ 479748 w 2088269"/>
                  <a:gd name="connsiteY610" fmla="*/ 2199319 h 2309176"/>
                  <a:gd name="connsiteX611" fmla="*/ 470726 w 2088269"/>
                  <a:gd name="connsiteY611" fmla="*/ 2231542 h 2309176"/>
                  <a:gd name="connsiteX612" fmla="*/ 457321 w 2088269"/>
                  <a:gd name="connsiteY612" fmla="*/ 2241854 h 2309176"/>
                  <a:gd name="connsiteX613" fmla="*/ 444689 w 2088269"/>
                  <a:gd name="connsiteY613" fmla="*/ 2230769 h 2309176"/>
                  <a:gd name="connsiteX614" fmla="*/ 437471 w 2088269"/>
                  <a:gd name="connsiteY614" fmla="*/ 2196225 h 2309176"/>
                  <a:gd name="connsiteX615" fmla="*/ 439018 w 2088269"/>
                  <a:gd name="connsiteY615" fmla="*/ 2145957 h 2309176"/>
                  <a:gd name="connsiteX616" fmla="*/ 474593 w 2088269"/>
                  <a:gd name="connsiteY616" fmla="*/ 2093110 h 2309176"/>
                  <a:gd name="connsiteX617" fmla="*/ 503980 w 2088269"/>
                  <a:gd name="connsiteY617" fmla="*/ 2071456 h 2309176"/>
                  <a:gd name="connsiteX618" fmla="*/ 511972 w 2088269"/>
                  <a:gd name="connsiteY618" fmla="*/ 2028406 h 2309176"/>
                  <a:gd name="connsiteX619" fmla="*/ 509652 w 2088269"/>
                  <a:gd name="connsiteY619" fmla="*/ 1969888 h 2309176"/>
                  <a:gd name="connsiteX620" fmla="*/ 539297 w 2088269"/>
                  <a:gd name="connsiteY620" fmla="*/ 1904410 h 2309176"/>
                  <a:gd name="connsiteX621" fmla="*/ 544969 w 2088269"/>
                  <a:gd name="connsiteY621" fmla="*/ 1882756 h 2309176"/>
                  <a:gd name="connsiteX622" fmla="*/ 544969 w 2088269"/>
                  <a:gd name="connsiteY622" fmla="*/ 1874764 h 2309176"/>
                  <a:gd name="connsiteX623" fmla="*/ 539040 w 2088269"/>
                  <a:gd name="connsiteY623" fmla="*/ 1877600 h 2309176"/>
                  <a:gd name="connsiteX624" fmla="*/ 488771 w 2088269"/>
                  <a:gd name="connsiteY624" fmla="*/ 1981488 h 2309176"/>
                  <a:gd name="connsiteX625" fmla="*/ 475882 w 2088269"/>
                  <a:gd name="connsiteY625" fmla="*/ 2057020 h 2309176"/>
                  <a:gd name="connsiteX626" fmla="*/ 454743 w 2088269"/>
                  <a:gd name="connsiteY626" fmla="*/ 2094657 h 2309176"/>
                  <a:gd name="connsiteX627" fmla="*/ 442885 w 2088269"/>
                  <a:gd name="connsiteY627" fmla="*/ 2101617 h 2309176"/>
                  <a:gd name="connsiteX628" fmla="*/ 410404 w 2088269"/>
                  <a:gd name="connsiteY628" fmla="*/ 2125076 h 2309176"/>
                  <a:gd name="connsiteX629" fmla="*/ 400092 w 2088269"/>
                  <a:gd name="connsiteY629" fmla="*/ 2135903 h 2309176"/>
                  <a:gd name="connsiteX630" fmla="*/ 385140 w 2088269"/>
                  <a:gd name="connsiteY630" fmla="*/ 2139770 h 2309176"/>
                  <a:gd name="connsiteX631" fmla="*/ 379985 w 2088269"/>
                  <a:gd name="connsiteY631" fmla="*/ 2125076 h 2309176"/>
                  <a:gd name="connsiteX632" fmla="*/ 389523 w 2088269"/>
                  <a:gd name="connsiteY632" fmla="*/ 2092079 h 2309176"/>
                  <a:gd name="connsiteX633" fmla="*/ 392358 w 2088269"/>
                  <a:gd name="connsiteY633" fmla="*/ 2083314 h 2309176"/>
                  <a:gd name="connsiteX634" fmla="*/ 384883 w 2088269"/>
                  <a:gd name="connsiteY634" fmla="*/ 2084603 h 2309176"/>
                  <a:gd name="connsiteX635" fmla="*/ 369157 w 2088269"/>
                  <a:gd name="connsiteY635" fmla="*/ 2076870 h 2309176"/>
                  <a:gd name="connsiteX636" fmla="*/ 368642 w 2088269"/>
                  <a:gd name="connsiteY636" fmla="*/ 2046966 h 2309176"/>
                  <a:gd name="connsiteX637" fmla="*/ 396999 w 2088269"/>
                  <a:gd name="connsiteY637" fmla="*/ 1955452 h 2309176"/>
                  <a:gd name="connsiteX638" fmla="*/ 460930 w 2088269"/>
                  <a:gd name="connsiteY638" fmla="*/ 1862906 h 2309176"/>
                  <a:gd name="connsiteX639" fmla="*/ 478202 w 2088269"/>
                  <a:gd name="connsiteY639" fmla="*/ 1830167 h 2309176"/>
                  <a:gd name="connsiteX640" fmla="*/ 463508 w 2088269"/>
                  <a:gd name="connsiteY640" fmla="*/ 1805162 h 2309176"/>
                  <a:gd name="connsiteX641" fmla="*/ 385914 w 2088269"/>
                  <a:gd name="connsiteY641" fmla="*/ 1874764 h 2309176"/>
                  <a:gd name="connsiteX642" fmla="*/ 364775 w 2088269"/>
                  <a:gd name="connsiteY642" fmla="*/ 1961381 h 2309176"/>
                  <a:gd name="connsiteX643" fmla="*/ 336161 w 2088269"/>
                  <a:gd name="connsiteY643" fmla="*/ 1998244 h 2309176"/>
                  <a:gd name="connsiteX644" fmla="*/ 321725 w 2088269"/>
                  <a:gd name="connsiteY644" fmla="*/ 2024281 h 2309176"/>
                  <a:gd name="connsiteX645" fmla="*/ 319404 w 2088269"/>
                  <a:gd name="connsiteY645" fmla="*/ 2057278 h 2309176"/>
                  <a:gd name="connsiteX646" fmla="*/ 328427 w 2088269"/>
                  <a:gd name="connsiteY646" fmla="*/ 2155495 h 2309176"/>
                  <a:gd name="connsiteX647" fmla="*/ 324045 w 2088269"/>
                  <a:gd name="connsiteY647" fmla="*/ 2174571 h 2309176"/>
                  <a:gd name="connsiteX648" fmla="*/ 289759 w 2088269"/>
                  <a:gd name="connsiteY648" fmla="*/ 2181016 h 2309176"/>
                  <a:gd name="connsiteX649" fmla="*/ 294657 w 2088269"/>
                  <a:gd name="connsiteY649" fmla="*/ 2214528 h 2309176"/>
                  <a:gd name="connsiteX650" fmla="*/ 282283 w 2088269"/>
                  <a:gd name="connsiteY650" fmla="*/ 2240565 h 2309176"/>
                  <a:gd name="connsiteX651" fmla="*/ 245419 w 2088269"/>
                  <a:gd name="connsiteY651" fmla="*/ 2223293 h 2309176"/>
                  <a:gd name="connsiteX652" fmla="*/ 239232 w 2088269"/>
                  <a:gd name="connsiteY652" fmla="*/ 2182820 h 2309176"/>
                  <a:gd name="connsiteX653" fmla="*/ 235881 w 2088269"/>
                  <a:gd name="connsiteY653" fmla="*/ 2150855 h 2309176"/>
                  <a:gd name="connsiteX654" fmla="*/ 229952 w 2088269"/>
                  <a:gd name="connsiteY654" fmla="*/ 2173540 h 2309176"/>
                  <a:gd name="connsiteX655" fmla="*/ 209071 w 2088269"/>
                  <a:gd name="connsiteY655" fmla="*/ 2265570 h 2309176"/>
                  <a:gd name="connsiteX656" fmla="*/ 193088 w 2088269"/>
                  <a:gd name="connsiteY656" fmla="*/ 2274335 h 2309176"/>
                  <a:gd name="connsiteX657" fmla="*/ 155967 w 2088269"/>
                  <a:gd name="connsiteY657" fmla="*/ 2285420 h 2309176"/>
                  <a:gd name="connsiteX658" fmla="*/ 141789 w 2088269"/>
                  <a:gd name="connsiteY658" fmla="*/ 2302692 h 2309176"/>
                  <a:gd name="connsiteX659" fmla="*/ 114205 w 2088269"/>
                  <a:gd name="connsiteY659" fmla="*/ 2293669 h 2309176"/>
                  <a:gd name="connsiteX660" fmla="*/ 112401 w 2088269"/>
                  <a:gd name="connsiteY660" fmla="*/ 2272273 h 2309176"/>
                  <a:gd name="connsiteX661" fmla="*/ 101832 w 2088269"/>
                  <a:gd name="connsiteY661" fmla="*/ 2264281 h 2309176"/>
                  <a:gd name="connsiteX662" fmla="*/ 83529 w 2088269"/>
                  <a:gd name="connsiteY662" fmla="*/ 2259899 h 2309176"/>
                  <a:gd name="connsiteX663" fmla="*/ 81209 w 2088269"/>
                  <a:gd name="connsiteY663" fmla="*/ 2240565 h 2309176"/>
                  <a:gd name="connsiteX664" fmla="*/ 107245 w 2088269"/>
                  <a:gd name="connsiteY664" fmla="*/ 2199834 h 2309176"/>
                  <a:gd name="connsiteX665" fmla="*/ 155967 w 2088269"/>
                  <a:gd name="connsiteY665" fmla="*/ 2141832 h 2309176"/>
                  <a:gd name="connsiteX666" fmla="*/ 163958 w 2088269"/>
                  <a:gd name="connsiteY666" fmla="*/ 2135387 h 2309176"/>
                  <a:gd name="connsiteX667" fmla="*/ 198760 w 2088269"/>
                  <a:gd name="connsiteY667" fmla="*/ 2091564 h 2309176"/>
                  <a:gd name="connsiteX668" fmla="*/ 213969 w 2088269"/>
                  <a:gd name="connsiteY668" fmla="*/ 2053411 h 2309176"/>
                  <a:gd name="connsiteX669" fmla="*/ 231241 w 2088269"/>
                  <a:gd name="connsiteY669" fmla="*/ 2024796 h 2309176"/>
                  <a:gd name="connsiteX670" fmla="*/ 235108 w 2088269"/>
                  <a:gd name="connsiteY670" fmla="*/ 2019641 h 2309176"/>
                  <a:gd name="connsiteX671" fmla="*/ 235366 w 2088269"/>
                  <a:gd name="connsiteY671" fmla="*/ 2006236 h 2309176"/>
                  <a:gd name="connsiteX672" fmla="*/ 222734 w 2088269"/>
                  <a:gd name="connsiteY672" fmla="*/ 2002111 h 2309176"/>
                  <a:gd name="connsiteX673" fmla="*/ 198502 w 2088269"/>
                  <a:gd name="connsiteY673" fmla="*/ 2011907 h 2309176"/>
                  <a:gd name="connsiteX674" fmla="*/ 163958 w 2088269"/>
                  <a:gd name="connsiteY674" fmla="*/ 2060371 h 2309176"/>
                  <a:gd name="connsiteX675" fmla="*/ 109308 w 2088269"/>
                  <a:gd name="connsiteY675" fmla="*/ 2113218 h 2309176"/>
                  <a:gd name="connsiteX676" fmla="*/ 84302 w 2088269"/>
                  <a:gd name="connsiteY676" fmla="*/ 2092595 h 2309176"/>
                  <a:gd name="connsiteX677" fmla="*/ 97707 w 2088269"/>
                  <a:gd name="connsiteY677" fmla="*/ 2059598 h 2309176"/>
                  <a:gd name="connsiteX678" fmla="*/ 100543 w 2088269"/>
                  <a:gd name="connsiteY678" fmla="*/ 2053411 h 2309176"/>
                  <a:gd name="connsiteX679" fmla="*/ 93582 w 2088269"/>
                  <a:gd name="connsiteY679" fmla="*/ 2052638 h 2309176"/>
                  <a:gd name="connsiteX680" fmla="*/ 66257 w 2088269"/>
                  <a:gd name="connsiteY680" fmla="*/ 2058824 h 2309176"/>
                  <a:gd name="connsiteX681" fmla="*/ 47181 w 2088269"/>
                  <a:gd name="connsiteY681" fmla="*/ 2055731 h 2309176"/>
                  <a:gd name="connsiteX682" fmla="*/ 44603 w 2088269"/>
                  <a:gd name="connsiteY682" fmla="*/ 2035108 h 2309176"/>
                  <a:gd name="connsiteX683" fmla="*/ 48727 w 2088269"/>
                  <a:gd name="connsiteY683" fmla="*/ 2014485 h 2309176"/>
                  <a:gd name="connsiteX684" fmla="*/ 58523 w 2088269"/>
                  <a:gd name="connsiteY684" fmla="*/ 1990253 h 2309176"/>
                  <a:gd name="connsiteX685" fmla="*/ 115494 w 2088269"/>
                  <a:gd name="connsiteY685" fmla="*/ 1975559 h 2309176"/>
                  <a:gd name="connsiteX686" fmla="*/ 143593 w 2088269"/>
                  <a:gd name="connsiteY686" fmla="*/ 1968857 h 2309176"/>
                  <a:gd name="connsiteX687" fmla="*/ 155194 w 2088269"/>
                  <a:gd name="connsiteY687" fmla="*/ 1945914 h 2309176"/>
                  <a:gd name="connsiteX688" fmla="*/ 156740 w 2088269"/>
                  <a:gd name="connsiteY688" fmla="*/ 1926064 h 2309176"/>
                  <a:gd name="connsiteX689" fmla="*/ 182261 w 2088269"/>
                  <a:gd name="connsiteY689" fmla="*/ 1921939 h 2309176"/>
                  <a:gd name="connsiteX690" fmla="*/ 210360 w 2088269"/>
                  <a:gd name="connsiteY690" fmla="*/ 1952874 h 2309176"/>
                  <a:gd name="connsiteX691" fmla="*/ 234592 w 2088269"/>
                  <a:gd name="connsiteY691" fmla="*/ 1969372 h 2309176"/>
                  <a:gd name="connsiteX692" fmla="*/ 267589 w 2088269"/>
                  <a:gd name="connsiteY692" fmla="*/ 1944367 h 2309176"/>
                  <a:gd name="connsiteX693" fmla="*/ 284345 w 2088269"/>
                  <a:gd name="connsiteY693" fmla="*/ 1912143 h 2309176"/>
                  <a:gd name="connsiteX694" fmla="*/ 275323 w 2088269"/>
                  <a:gd name="connsiteY694" fmla="*/ 1919877 h 2309176"/>
                  <a:gd name="connsiteX695" fmla="*/ 238459 w 2088269"/>
                  <a:gd name="connsiteY695" fmla="*/ 1926579 h 2309176"/>
                  <a:gd name="connsiteX696" fmla="*/ 228405 w 2088269"/>
                  <a:gd name="connsiteY696" fmla="*/ 1895903 h 2309176"/>
                  <a:gd name="connsiteX697" fmla="*/ 265269 w 2088269"/>
                  <a:gd name="connsiteY697" fmla="*/ 1856719 h 2309176"/>
                  <a:gd name="connsiteX698" fmla="*/ 275065 w 2088269"/>
                  <a:gd name="connsiteY698" fmla="*/ 1842541 h 2309176"/>
                  <a:gd name="connsiteX699" fmla="*/ 280994 w 2088269"/>
                  <a:gd name="connsiteY699" fmla="*/ 1827074 h 2309176"/>
                  <a:gd name="connsiteX700" fmla="*/ 282541 w 2088269"/>
                  <a:gd name="connsiteY700" fmla="*/ 1816762 h 2309176"/>
                  <a:gd name="connsiteX701" fmla="*/ 271456 w 2088269"/>
                  <a:gd name="connsiteY701" fmla="*/ 1817793 h 2309176"/>
                  <a:gd name="connsiteX702" fmla="*/ 196182 w 2088269"/>
                  <a:gd name="connsiteY702" fmla="*/ 1864195 h 2309176"/>
                  <a:gd name="connsiteX703" fmla="*/ 165505 w 2088269"/>
                  <a:gd name="connsiteY703" fmla="*/ 1891520 h 2309176"/>
                  <a:gd name="connsiteX704" fmla="*/ 153905 w 2088269"/>
                  <a:gd name="connsiteY704" fmla="*/ 1896418 h 2309176"/>
                  <a:gd name="connsiteX705" fmla="*/ 105183 w 2088269"/>
                  <a:gd name="connsiteY705" fmla="*/ 1921166 h 2309176"/>
                  <a:gd name="connsiteX706" fmla="*/ 51563 w 2088269"/>
                  <a:gd name="connsiteY706" fmla="*/ 1952616 h 2309176"/>
                  <a:gd name="connsiteX707" fmla="*/ 9286 w 2088269"/>
                  <a:gd name="connsiteY707" fmla="*/ 1947460 h 2309176"/>
                  <a:gd name="connsiteX708" fmla="*/ 4646 w 2088269"/>
                  <a:gd name="connsiteY708" fmla="*/ 1924517 h 2309176"/>
                  <a:gd name="connsiteX709" fmla="*/ 27589 w 2088269"/>
                  <a:gd name="connsiteY709" fmla="*/ 1895129 h 2309176"/>
                  <a:gd name="connsiteX710" fmla="*/ 23722 w 2088269"/>
                  <a:gd name="connsiteY710" fmla="*/ 1878889 h 2309176"/>
                  <a:gd name="connsiteX711" fmla="*/ 21402 w 2088269"/>
                  <a:gd name="connsiteY711" fmla="*/ 1860844 h 2309176"/>
                  <a:gd name="connsiteX712" fmla="*/ 47181 w 2088269"/>
                  <a:gd name="connsiteY712" fmla="*/ 1842541 h 2309176"/>
                  <a:gd name="connsiteX713" fmla="*/ 59812 w 2088269"/>
                  <a:gd name="connsiteY713" fmla="*/ 1834549 h 2309176"/>
                  <a:gd name="connsiteX714" fmla="*/ 58781 w 2088269"/>
                  <a:gd name="connsiteY714" fmla="*/ 1822175 h 2309176"/>
                  <a:gd name="connsiteX715" fmla="*/ 52852 w 2088269"/>
                  <a:gd name="connsiteY715" fmla="*/ 1819340 h 2309176"/>
                  <a:gd name="connsiteX716" fmla="*/ 50016 w 2088269"/>
                  <a:gd name="connsiteY716" fmla="*/ 1806451 h 2309176"/>
                  <a:gd name="connsiteX717" fmla="*/ 88684 w 2088269"/>
                  <a:gd name="connsiteY717" fmla="*/ 1759791 h 2309176"/>
                  <a:gd name="connsiteX718" fmla="*/ 94098 w 2088269"/>
                  <a:gd name="connsiteY718" fmla="*/ 1754635 h 2309176"/>
                  <a:gd name="connsiteX719" fmla="*/ 103378 w 2088269"/>
                  <a:gd name="connsiteY719" fmla="*/ 1751800 h 2309176"/>
                  <a:gd name="connsiteX720" fmla="*/ 107503 w 2088269"/>
                  <a:gd name="connsiteY720" fmla="*/ 1759533 h 2309176"/>
                  <a:gd name="connsiteX721" fmla="*/ 109050 w 2088269"/>
                  <a:gd name="connsiteY721" fmla="*/ 1770618 h 2309176"/>
                  <a:gd name="connsiteX722" fmla="*/ 153389 w 2088269"/>
                  <a:gd name="connsiteY722" fmla="*/ 1805162 h 2309176"/>
                  <a:gd name="connsiteX723" fmla="*/ 194120 w 2088269"/>
                  <a:gd name="connsiteY723" fmla="*/ 1801552 h 2309176"/>
                  <a:gd name="connsiteX724" fmla="*/ 202369 w 2088269"/>
                  <a:gd name="connsiteY724" fmla="*/ 1795366 h 2309176"/>
                  <a:gd name="connsiteX725" fmla="*/ 194120 w 2088269"/>
                  <a:gd name="connsiteY725" fmla="*/ 1790468 h 2309176"/>
                  <a:gd name="connsiteX726" fmla="*/ 169372 w 2088269"/>
                  <a:gd name="connsiteY726" fmla="*/ 1785054 h 2309176"/>
                  <a:gd name="connsiteX727" fmla="*/ 155967 w 2088269"/>
                  <a:gd name="connsiteY727" fmla="*/ 1771134 h 2309176"/>
                  <a:gd name="connsiteX728" fmla="*/ 171434 w 2088269"/>
                  <a:gd name="connsiteY728" fmla="*/ 1759275 h 2309176"/>
                  <a:gd name="connsiteX729" fmla="*/ 177879 w 2088269"/>
                  <a:gd name="connsiteY729" fmla="*/ 1758760 h 2309176"/>
                  <a:gd name="connsiteX730" fmla="*/ 183550 w 2088269"/>
                  <a:gd name="connsiteY730" fmla="*/ 1746901 h 2309176"/>
                  <a:gd name="connsiteX731" fmla="*/ 172208 w 2088269"/>
                  <a:gd name="connsiteY731" fmla="*/ 1726536 h 2309176"/>
                  <a:gd name="connsiteX732" fmla="*/ 172465 w 2088269"/>
                  <a:gd name="connsiteY732" fmla="*/ 1711585 h 2309176"/>
                  <a:gd name="connsiteX733" fmla="*/ 186902 w 2088269"/>
                  <a:gd name="connsiteY733" fmla="*/ 1708233 h 2309176"/>
                  <a:gd name="connsiteX734" fmla="*/ 206493 w 2088269"/>
                  <a:gd name="connsiteY734" fmla="*/ 1697149 h 2309176"/>
                  <a:gd name="connsiteX735" fmla="*/ 219641 w 2088269"/>
                  <a:gd name="connsiteY735" fmla="*/ 1694571 h 2309176"/>
                  <a:gd name="connsiteX736" fmla="*/ 232272 w 2088269"/>
                  <a:gd name="connsiteY736" fmla="*/ 1694571 h 2309176"/>
                  <a:gd name="connsiteX737" fmla="*/ 237686 w 2088269"/>
                  <a:gd name="connsiteY737" fmla="*/ 1688126 h 2309176"/>
                  <a:gd name="connsiteX738" fmla="*/ 254700 w 2088269"/>
                  <a:gd name="connsiteY738" fmla="*/ 1681939 h 2309176"/>
                  <a:gd name="connsiteX739" fmla="*/ 264753 w 2088269"/>
                  <a:gd name="connsiteY739" fmla="*/ 1697149 h 2309176"/>
                  <a:gd name="connsiteX740" fmla="*/ 262176 w 2088269"/>
                  <a:gd name="connsiteY740" fmla="*/ 1723185 h 2309176"/>
                  <a:gd name="connsiteX741" fmla="*/ 280994 w 2088269"/>
                  <a:gd name="connsiteY741" fmla="*/ 1743550 h 2309176"/>
                  <a:gd name="connsiteX742" fmla="*/ 314249 w 2088269"/>
                  <a:gd name="connsiteY742" fmla="*/ 1734785 h 2309176"/>
                  <a:gd name="connsiteX743" fmla="*/ 425613 w 2088269"/>
                  <a:gd name="connsiteY743" fmla="*/ 1675494 h 2309176"/>
                  <a:gd name="connsiteX744" fmla="*/ 499856 w 2088269"/>
                  <a:gd name="connsiteY744" fmla="*/ 1604345 h 2309176"/>
                  <a:gd name="connsiteX745" fmla="*/ 516096 w 2088269"/>
                  <a:gd name="connsiteY745" fmla="*/ 1588104 h 2309176"/>
                  <a:gd name="connsiteX746" fmla="*/ 577966 w 2088269"/>
                  <a:gd name="connsiteY746" fmla="*/ 1538351 h 2309176"/>
                  <a:gd name="connsiteX747" fmla="*/ 624109 w 2088269"/>
                  <a:gd name="connsiteY747" fmla="*/ 1510510 h 2309176"/>
                  <a:gd name="connsiteX748" fmla="*/ 628234 w 2088269"/>
                  <a:gd name="connsiteY748" fmla="*/ 1508448 h 2309176"/>
                  <a:gd name="connsiteX749" fmla="*/ 632874 w 2088269"/>
                  <a:gd name="connsiteY749" fmla="*/ 1503034 h 2309176"/>
                  <a:gd name="connsiteX750" fmla="*/ 627203 w 2088269"/>
                  <a:gd name="connsiteY750" fmla="*/ 1497621 h 2309176"/>
                  <a:gd name="connsiteX751" fmla="*/ 582863 w 2088269"/>
                  <a:gd name="connsiteY751" fmla="*/ 1494012 h 2309176"/>
                  <a:gd name="connsiteX752" fmla="*/ 533884 w 2088269"/>
                  <a:gd name="connsiteY752" fmla="*/ 1525462 h 2309176"/>
                  <a:gd name="connsiteX753" fmla="*/ 468664 w 2088269"/>
                  <a:gd name="connsiteY753" fmla="*/ 1607181 h 2309176"/>
                  <a:gd name="connsiteX754" fmla="*/ 356010 w 2088269"/>
                  <a:gd name="connsiteY754" fmla="*/ 1677041 h 2309176"/>
                  <a:gd name="connsiteX755" fmla="*/ 325076 w 2088269"/>
                  <a:gd name="connsiteY755" fmla="*/ 1663121 h 2309176"/>
                  <a:gd name="connsiteX756" fmla="*/ 331778 w 2088269"/>
                  <a:gd name="connsiteY756" fmla="*/ 1636826 h 2309176"/>
                  <a:gd name="connsiteX757" fmla="*/ 359362 w 2088269"/>
                  <a:gd name="connsiteY757" fmla="*/ 1614656 h 2309176"/>
                  <a:gd name="connsiteX758" fmla="*/ 368900 w 2088269"/>
                  <a:gd name="connsiteY758" fmla="*/ 1605892 h 2309176"/>
                  <a:gd name="connsiteX759" fmla="*/ 334098 w 2088269"/>
                  <a:gd name="connsiteY759" fmla="*/ 1617234 h 2309176"/>
                  <a:gd name="connsiteX760" fmla="*/ 301617 w 2088269"/>
                  <a:gd name="connsiteY760" fmla="*/ 1643786 h 2309176"/>
                  <a:gd name="connsiteX761" fmla="*/ 262176 w 2088269"/>
                  <a:gd name="connsiteY761" fmla="*/ 1658480 h 2309176"/>
                  <a:gd name="connsiteX762" fmla="*/ 205462 w 2088269"/>
                  <a:gd name="connsiteY762" fmla="*/ 1656160 h 2309176"/>
                  <a:gd name="connsiteX763" fmla="*/ 189737 w 2088269"/>
                  <a:gd name="connsiteY763" fmla="*/ 1650231 h 2309176"/>
                  <a:gd name="connsiteX764" fmla="*/ 188191 w 2088269"/>
                  <a:gd name="connsiteY764" fmla="*/ 1632959 h 2309176"/>
                  <a:gd name="connsiteX765" fmla="*/ 191284 w 2088269"/>
                  <a:gd name="connsiteY765" fmla="*/ 1630639 h 2309176"/>
                  <a:gd name="connsiteX766" fmla="*/ 199018 w 2088269"/>
                  <a:gd name="connsiteY766" fmla="*/ 1622390 h 2309176"/>
                  <a:gd name="connsiteX767" fmla="*/ 187675 w 2088269"/>
                  <a:gd name="connsiteY767" fmla="*/ 1618781 h 2309176"/>
                  <a:gd name="connsiteX768" fmla="*/ 159576 w 2088269"/>
                  <a:gd name="connsiteY768" fmla="*/ 1619555 h 2309176"/>
                  <a:gd name="connsiteX769" fmla="*/ 150038 w 2088269"/>
                  <a:gd name="connsiteY769" fmla="*/ 1615172 h 2309176"/>
                  <a:gd name="connsiteX770" fmla="*/ 151585 w 2088269"/>
                  <a:gd name="connsiteY770" fmla="*/ 1603829 h 2309176"/>
                  <a:gd name="connsiteX771" fmla="*/ 179168 w 2088269"/>
                  <a:gd name="connsiteY771" fmla="*/ 1580371 h 2309176"/>
                  <a:gd name="connsiteX772" fmla="*/ 185097 w 2088269"/>
                  <a:gd name="connsiteY772" fmla="*/ 1571348 h 2309176"/>
                  <a:gd name="connsiteX773" fmla="*/ 175301 w 2088269"/>
                  <a:gd name="connsiteY773" fmla="*/ 1574184 h 2309176"/>
                  <a:gd name="connsiteX774" fmla="*/ 122712 w 2088269"/>
                  <a:gd name="connsiteY774" fmla="*/ 1586815 h 2309176"/>
                  <a:gd name="connsiteX775" fmla="*/ 106214 w 2088269"/>
                  <a:gd name="connsiteY775" fmla="*/ 1561037 h 2309176"/>
                  <a:gd name="connsiteX776" fmla="*/ 126579 w 2088269"/>
                  <a:gd name="connsiteY776" fmla="*/ 1536289 h 2309176"/>
                  <a:gd name="connsiteX777" fmla="*/ 134055 w 2088269"/>
                  <a:gd name="connsiteY777" fmla="*/ 1530876 h 2309176"/>
                  <a:gd name="connsiteX778" fmla="*/ 131219 w 2088269"/>
                  <a:gd name="connsiteY778" fmla="*/ 1509995 h 2309176"/>
                  <a:gd name="connsiteX779" fmla="*/ 108534 w 2088269"/>
                  <a:gd name="connsiteY779" fmla="*/ 1500972 h 2309176"/>
                  <a:gd name="connsiteX780" fmla="*/ 76053 w 2088269"/>
                  <a:gd name="connsiteY780" fmla="*/ 1488856 h 2309176"/>
                  <a:gd name="connsiteX781" fmla="*/ 59554 w 2088269"/>
                  <a:gd name="connsiteY781" fmla="*/ 1480091 h 2309176"/>
                  <a:gd name="connsiteX782" fmla="*/ 52336 w 2088269"/>
                  <a:gd name="connsiteY782" fmla="*/ 1449157 h 2309176"/>
                  <a:gd name="connsiteX783" fmla="*/ 81209 w 2088269"/>
                  <a:gd name="connsiteY783" fmla="*/ 1423636 h 2309176"/>
                  <a:gd name="connsiteX784" fmla="*/ 137664 w 2088269"/>
                  <a:gd name="connsiteY784" fmla="*/ 1404302 h 2309176"/>
                  <a:gd name="connsiteX785" fmla="*/ 201853 w 2088269"/>
                  <a:gd name="connsiteY785" fmla="*/ 1434463 h 2309176"/>
                  <a:gd name="connsiteX786" fmla="*/ 228405 w 2088269"/>
                  <a:gd name="connsiteY786" fmla="*/ 1477256 h 2309176"/>
                  <a:gd name="connsiteX787" fmla="*/ 299813 w 2088269"/>
                  <a:gd name="connsiteY787" fmla="*/ 1501746 h 2309176"/>
                  <a:gd name="connsiteX788" fmla="*/ 311155 w 2088269"/>
                  <a:gd name="connsiteY788" fmla="*/ 1481896 h 2309176"/>
                  <a:gd name="connsiteX789" fmla="*/ 326880 w 2088269"/>
                  <a:gd name="connsiteY789" fmla="*/ 1433174 h 2309176"/>
                  <a:gd name="connsiteX790" fmla="*/ 367353 w 2088269"/>
                  <a:gd name="connsiteY790" fmla="*/ 1425440 h 2309176"/>
                  <a:gd name="connsiteX791" fmla="*/ 385914 w 2088269"/>
                  <a:gd name="connsiteY791" fmla="*/ 1428276 h 2309176"/>
                  <a:gd name="connsiteX792" fmla="*/ 395452 w 2088269"/>
                  <a:gd name="connsiteY792" fmla="*/ 1423378 h 2309176"/>
                  <a:gd name="connsiteX793" fmla="*/ 388234 w 2088269"/>
                  <a:gd name="connsiteY793" fmla="*/ 1416418 h 2309176"/>
                  <a:gd name="connsiteX794" fmla="*/ 330747 w 2088269"/>
                  <a:gd name="connsiteY794" fmla="*/ 1411004 h 2309176"/>
                  <a:gd name="connsiteX795" fmla="*/ 280479 w 2088269"/>
                  <a:gd name="connsiteY795" fmla="*/ 1406622 h 2309176"/>
                  <a:gd name="connsiteX796" fmla="*/ 269651 w 2088269"/>
                  <a:gd name="connsiteY796" fmla="*/ 1395537 h 2309176"/>
                  <a:gd name="connsiteX797" fmla="*/ 279190 w 2088269"/>
                  <a:gd name="connsiteY797" fmla="*/ 1384710 h 2309176"/>
                  <a:gd name="connsiteX798" fmla="*/ 284603 w 2088269"/>
                  <a:gd name="connsiteY798" fmla="*/ 1383163 h 2309176"/>
                  <a:gd name="connsiteX799" fmla="*/ 288728 w 2088269"/>
                  <a:gd name="connsiteY799" fmla="*/ 1381359 h 2309176"/>
                  <a:gd name="connsiteX800" fmla="*/ 268620 w 2088269"/>
                  <a:gd name="connsiteY800" fmla="*/ 1373883 h 2309176"/>
                  <a:gd name="connsiteX801" fmla="*/ 258051 w 2088269"/>
                  <a:gd name="connsiteY801" fmla="*/ 1337019 h 2309176"/>
                  <a:gd name="connsiteX802" fmla="*/ 259855 w 2088269"/>
                  <a:gd name="connsiteY802" fmla="*/ 1322583 h 2309176"/>
                  <a:gd name="connsiteX803" fmla="*/ 253669 w 2088269"/>
                  <a:gd name="connsiteY803" fmla="*/ 1301960 h 2309176"/>
                  <a:gd name="connsiteX804" fmla="*/ 251349 w 2088269"/>
                  <a:gd name="connsiteY804" fmla="*/ 1283657 h 2309176"/>
                  <a:gd name="connsiteX805" fmla="*/ 273003 w 2088269"/>
                  <a:gd name="connsiteY805" fmla="*/ 1269221 h 2309176"/>
                  <a:gd name="connsiteX806" fmla="*/ 362713 w 2088269"/>
                  <a:gd name="connsiteY806" fmla="*/ 1306343 h 2309176"/>
                  <a:gd name="connsiteX807" fmla="*/ 430253 w 2088269"/>
                  <a:gd name="connsiteY807" fmla="*/ 1342433 h 2309176"/>
                  <a:gd name="connsiteX808" fmla="*/ 497278 w 2088269"/>
                  <a:gd name="connsiteY808" fmla="*/ 1354033 h 2309176"/>
                  <a:gd name="connsiteX809" fmla="*/ 517643 w 2088269"/>
                  <a:gd name="connsiteY809" fmla="*/ 1335730 h 2309176"/>
                  <a:gd name="connsiteX810" fmla="*/ 547547 w 2088269"/>
                  <a:gd name="connsiteY810" fmla="*/ 1328512 h 2309176"/>
                  <a:gd name="connsiteX811" fmla="*/ 568170 w 2088269"/>
                  <a:gd name="connsiteY811" fmla="*/ 1355838 h 2309176"/>
                  <a:gd name="connsiteX812" fmla="*/ 624367 w 2088269"/>
                  <a:gd name="connsiteY812" fmla="*/ 1370274 h 2309176"/>
                  <a:gd name="connsiteX813" fmla="*/ 684174 w 2088269"/>
                  <a:gd name="connsiteY813" fmla="*/ 1327223 h 2309176"/>
                  <a:gd name="connsiteX814" fmla="*/ 717429 w 2088269"/>
                  <a:gd name="connsiteY814" fmla="*/ 1304796 h 2309176"/>
                  <a:gd name="connsiteX815" fmla="*/ 729545 w 2088269"/>
                  <a:gd name="connsiteY815" fmla="*/ 1266901 h 2309176"/>
                  <a:gd name="connsiteX816" fmla="*/ 719491 w 2088269"/>
                  <a:gd name="connsiteY816" fmla="*/ 1239060 h 2309176"/>
                  <a:gd name="connsiteX817" fmla="*/ 697321 w 2088269"/>
                  <a:gd name="connsiteY817" fmla="*/ 1224108 h 2309176"/>
                  <a:gd name="connsiteX818" fmla="*/ 672058 w 2088269"/>
                  <a:gd name="connsiteY818" fmla="*/ 1239833 h 2309176"/>
                  <a:gd name="connsiteX819" fmla="*/ 649630 w 2088269"/>
                  <a:gd name="connsiteY819" fmla="*/ 1293969 h 2309176"/>
                  <a:gd name="connsiteX820" fmla="*/ 643959 w 2088269"/>
                  <a:gd name="connsiteY820" fmla="*/ 1303507 h 2309176"/>
                  <a:gd name="connsiteX821" fmla="*/ 615087 w 2088269"/>
                  <a:gd name="connsiteY821" fmla="*/ 1308663 h 2309176"/>
                  <a:gd name="connsiteX822" fmla="*/ 605807 w 2088269"/>
                  <a:gd name="connsiteY822" fmla="*/ 1302218 h 2309176"/>
                  <a:gd name="connsiteX823" fmla="*/ 538782 w 2088269"/>
                  <a:gd name="connsiteY823" fmla="*/ 1286751 h 2309176"/>
                  <a:gd name="connsiteX824" fmla="*/ 483873 w 2088269"/>
                  <a:gd name="connsiteY824" fmla="*/ 1298093 h 2309176"/>
                  <a:gd name="connsiteX825" fmla="*/ 427160 w 2088269"/>
                  <a:gd name="connsiteY825" fmla="*/ 1298351 h 2309176"/>
                  <a:gd name="connsiteX826" fmla="*/ 412724 w 2088269"/>
                  <a:gd name="connsiteY826" fmla="*/ 1287008 h 2309176"/>
                  <a:gd name="connsiteX827" fmla="*/ 420457 w 2088269"/>
                  <a:gd name="connsiteY827" fmla="*/ 1269994 h 2309176"/>
                  <a:gd name="connsiteX828" fmla="*/ 433089 w 2088269"/>
                  <a:gd name="connsiteY828" fmla="*/ 1262261 h 2309176"/>
                  <a:gd name="connsiteX829" fmla="*/ 448298 w 2088269"/>
                  <a:gd name="connsiteY829" fmla="*/ 1257621 h 2309176"/>
                  <a:gd name="connsiteX830" fmla="*/ 455774 w 2088269"/>
                  <a:gd name="connsiteY830" fmla="*/ 1252981 h 2309176"/>
                  <a:gd name="connsiteX831" fmla="*/ 450103 w 2088269"/>
                  <a:gd name="connsiteY831" fmla="*/ 1245247 h 2309176"/>
                  <a:gd name="connsiteX832" fmla="*/ 412981 w 2088269"/>
                  <a:gd name="connsiteY832" fmla="*/ 1236998 h 2309176"/>
                  <a:gd name="connsiteX833" fmla="*/ 360135 w 2088269"/>
                  <a:gd name="connsiteY833" fmla="*/ 1242669 h 2309176"/>
                  <a:gd name="connsiteX834" fmla="*/ 308577 w 2088269"/>
                  <a:gd name="connsiteY834" fmla="*/ 1250145 h 2309176"/>
                  <a:gd name="connsiteX835" fmla="*/ 275065 w 2088269"/>
                  <a:gd name="connsiteY835" fmla="*/ 1240349 h 2309176"/>
                  <a:gd name="connsiteX836" fmla="*/ 255989 w 2088269"/>
                  <a:gd name="connsiteY836" fmla="*/ 1233389 h 2309176"/>
                  <a:gd name="connsiteX837" fmla="*/ 183808 w 2088269"/>
                  <a:gd name="connsiteY837" fmla="*/ 1214312 h 2309176"/>
                  <a:gd name="connsiteX838" fmla="*/ 168341 w 2088269"/>
                  <a:gd name="connsiteY838" fmla="*/ 1205805 h 2309176"/>
                  <a:gd name="connsiteX839" fmla="*/ 170403 w 2088269"/>
                  <a:gd name="connsiteY839" fmla="*/ 1185182 h 2309176"/>
                  <a:gd name="connsiteX840" fmla="*/ 190768 w 2088269"/>
                  <a:gd name="connsiteY840" fmla="*/ 1178738 h 2309176"/>
                  <a:gd name="connsiteX841" fmla="*/ 195924 w 2088269"/>
                  <a:gd name="connsiteY841" fmla="*/ 1175386 h 2309176"/>
                  <a:gd name="connsiteX842" fmla="*/ 190511 w 2088269"/>
                  <a:gd name="connsiteY842" fmla="*/ 1171520 h 2309176"/>
                  <a:gd name="connsiteX843" fmla="*/ 149007 w 2088269"/>
                  <a:gd name="connsiteY843" fmla="*/ 1160950 h 2309176"/>
                  <a:gd name="connsiteX844" fmla="*/ 133024 w 2088269"/>
                  <a:gd name="connsiteY844" fmla="*/ 1153217 h 2309176"/>
                  <a:gd name="connsiteX845" fmla="*/ 119619 w 2088269"/>
                  <a:gd name="connsiteY845" fmla="*/ 1124860 h 2309176"/>
                  <a:gd name="connsiteX846" fmla="*/ 145140 w 2088269"/>
                  <a:gd name="connsiteY846" fmla="*/ 1104753 h 2309176"/>
                  <a:gd name="connsiteX847" fmla="*/ 187417 w 2088269"/>
                  <a:gd name="connsiteY847" fmla="*/ 1108619 h 2309176"/>
                  <a:gd name="connsiteX848" fmla="*/ 196955 w 2088269"/>
                  <a:gd name="connsiteY848" fmla="*/ 1105526 h 2309176"/>
                  <a:gd name="connsiteX849" fmla="*/ 244130 w 2088269"/>
                  <a:gd name="connsiteY849" fmla="*/ 1095214 h 2309176"/>
                  <a:gd name="connsiteX850" fmla="*/ 299297 w 2088269"/>
                  <a:gd name="connsiteY850" fmla="*/ 1133109 h 2309176"/>
                  <a:gd name="connsiteX851" fmla="*/ 304195 w 2088269"/>
                  <a:gd name="connsiteY851" fmla="*/ 1135687 h 2309176"/>
                  <a:gd name="connsiteX852" fmla="*/ 312960 w 2088269"/>
                  <a:gd name="connsiteY852" fmla="*/ 1136460 h 2309176"/>
                  <a:gd name="connsiteX853" fmla="*/ 313733 w 2088269"/>
                  <a:gd name="connsiteY853" fmla="*/ 1128727 h 2309176"/>
                  <a:gd name="connsiteX854" fmla="*/ 330747 w 2088269"/>
                  <a:gd name="connsiteY854" fmla="*/ 1108619 h 2309176"/>
                  <a:gd name="connsiteX855" fmla="*/ 405248 w 2088269"/>
                  <a:gd name="connsiteY855" fmla="*/ 1144967 h 2309176"/>
                  <a:gd name="connsiteX856" fmla="*/ 422520 w 2088269"/>
                  <a:gd name="connsiteY856" fmla="*/ 1165848 h 2309176"/>
                  <a:gd name="connsiteX857" fmla="*/ 450618 w 2088269"/>
                  <a:gd name="connsiteY857" fmla="*/ 1161981 h 2309176"/>
                  <a:gd name="connsiteX858" fmla="*/ 531048 w 2088269"/>
                  <a:gd name="connsiteY858" fmla="*/ 1119962 h 2309176"/>
                  <a:gd name="connsiteX859" fmla="*/ 608900 w 2088269"/>
                  <a:gd name="connsiteY859" fmla="*/ 1128211 h 2309176"/>
                  <a:gd name="connsiteX860" fmla="*/ 622563 w 2088269"/>
                  <a:gd name="connsiteY860" fmla="*/ 1131047 h 2309176"/>
                  <a:gd name="connsiteX861" fmla="*/ 560436 w 2088269"/>
                  <a:gd name="connsiteY861" fmla="*/ 1104495 h 2309176"/>
                  <a:gd name="connsiteX862" fmla="*/ 526150 w 2088269"/>
                  <a:gd name="connsiteY862" fmla="*/ 1101144 h 2309176"/>
                  <a:gd name="connsiteX863" fmla="*/ 466086 w 2088269"/>
                  <a:gd name="connsiteY863" fmla="*/ 1114549 h 2309176"/>
                  <a:gd name="connsiteX864" fmla="*/ 422520 w 2088269"/>
                  <a:gd name="connsiteY864" fmla="*/ 1104495 h 2309176"/>
                  <a:gd name="connsiteX865" fmla="*/ 422520 w 2088269"/>
                  <a:gd name="connsiteY865" fmla="*/ 1085934 h 2309176"/>
                  <a:gd name="connsiteX866" fmla="*/ 420715 w 2088269"/>
                  <a:gd name="connsiteY866" fmla="*/ 1072014 h 2309176"/>
                  <a:gd name="connsiteX867" fmla="*/ 368642 w 2088269"/>
                  <a:gd name="connsiteY867" fmla="*/ 1057320 h 2309176"/>
                  <a:gd name="connsiteX868" fmla="*/ 335387 w 2088269"/>
                  <a:gd name="connsiteY868" fmla="*/ 1043141 h 2309176"/>
                  <a:gd name="connsiteX869" fmla="*/ 334872 w 2088269"/>
                  <a:gd name="connsiteY869" fmla="*/ 1017878 h 2309176"/>
                  <a:gd name="connsiteX870" fmla="*/ 394163 w 2088269"/>
                  <a:gd name="connsiteY870" fmla="*/ 994677 h 2309176"/>
                  <a:gd name="connsiteX871" fmla="*/ 451650 w 2088269"/>
                  <a:gd name="connsiteY871" fmla="*/ 997513 h 2309176"/>
                  <a:gd name="connsiteX872" fmla="*/ 489802 w 2088269"/>
                  <a:gd name="connsiteY872" fmla="*/ 1014785 h 2309176"/>
                  <a:gd name="connsiteX873" fmla="*/ 527697 w 2088269"/>
                  <a:gd name="connsiteY873" fmla="*/ 1025096 h 2309176"/>
                  <a:gd name="connsiteX874" fmla="*/ 535688 w 2088269"/>
                  <a:gd name="connsiteY874" fmla="*/ 1024065 h 2309176"/>
                  <a:gd name="connsiteX875" fmla="*/ 534915 w 2088269"/>
                  <a:gd name="connsiteY875" fmla="*/ 1021745 h 2309176"/>
                  <a:gd name="connsiteX876" fmla="*/ 459641 w 2088269"/>
                  <a:gd name="connsiteY876" fmla="*/ 975343 h 2309176"/>
                  <a:gd name="connsiteX877" fmla="*/ 405506 w 2088269"/>
                  <a:gd name="connsiteY877" fmla="*/ 942604 h 2309176"/>
                  <a:gd name="connsiteX878" fmla="*/ 371478 w 2088269"/>
                  <a:gd name="connsiteY878" fmla="*/ 936933 h 2309176"/>
                  <a:gd name="connsiteX879" fmla="*/ 344925 w 2088269"/>
                  <a:gd name="connsiteY879" fmla="*/ 928426 h 2309176"/>
                  <a:gd name="connsiteX880" fmla="*/ 333583 w 2088269"/>
                  <a:gd name="connsiteY880" fmla="*/ 913990 h 2309176"/>
                  <a:gd name="connsiteX881" fmla="*/ 346214 w 2088269"/>
                  <a:gd name="connsiteY881" fmla="*/ 901874 h 2309176"/>
                  <a:gd name="connsiteX882" fmla="*/ 359619 w 2088269"/>
                  <a:gd name="connsiteY882" fmla="*/ 897749 h 2309176"/>
                  <a:gd name="connsiteX883" fmla="*/ 366064 w 2088269"/>
                  <a:gd name="connsiteY883" fmla="*/ 876353 h 2309176"/>
                  <a:gd name="connsiteX884" fmla="*/ 338481 w 2088269"/>
                  <a:gd name="connsiteY884" fmla="*/ 852636 h 2309176"/>
                  <a:gd name="connsiteX885" fmla="*/ 332036 w 2088269"/>
                  <a:gd name="connsiteY885" fmla="*/ 848769 h 2309176"/>
                  <a:gd name="connsiteX886" fmla="*/ 327911 w 2088269"/>
                  <a:gd name="connsiteY886" fmla="*/ 823506 h 2309176"/>
                  <a:gd name="connsiteX887" fmla="*/ 356268 w 2088269"/>
                  <a:gd name="connsiteY887" fmla="*/ 803914 h 2309176"/>
                  <a:gd name="connsiteX888" fmla="*/ 378953 w 2088269"/>
                  <a:gd name="connsiteY888" fmla="*/ 814742 h 2309176"/>
                  <a:gd name="connsiteX889" fmla="*/ 414528 w 2088269"/>
                  <a:gd name="connsiteY889" fmla="*/ 859081 h 2309176"/>
                  <a:gd name="connsiteX890" fmla="*/ 418395 w 2088269"/>
                  <a:gd name="connsiteY890" fmla="*/ 860370 h 2309176"/>
                  <a:gd name="connsiteX891" fmla="*/ 415559 w 2088269"/>
                  <a:gd name="connsiteY891" fmla="*/ 848254 h 2309176"/>
                  <a:gd name="connsiteX892" fmla="*/ 408857 w 2088269"/>
                  <a:gd name="connsiteY892" fmla="*/ 808039 h 2309176"/>
                  <a:gd name="connsiteX893" fmla="*/ 410661 w 2088269"/>
                  <a:gd name="connsiteY893" fmla="*/ 795150 h 2309176"/>
                  <a:gd name="connsiteX894" fmla="*/ 442369 w 2088269"/>
                  <a:gd name="connsiteY894" fmla="*/ 782776 h 2309176"/>
                  <a:gd name="connsiteX895" fmla="*/ 485678 w 2088269"/>
                  <a:gd name="connsiteY895" fmla="*/ 836654 h 2309176"/>
                  <a:gd name="connsiteX896" fmla="*/ 517385 w 2088269"/>
                  <a:gd name="connsiteY896" fmla="*/ 868104 h 2309176"/>
                  <a:gd name="connsiteX897" fmla="*/ 561209 w 2088269"/>
                  <a:gd name="connsiteY897" fmla="*/ 897491 h 2309176"/>
                  <a:gd name="connsiteX898" fmla="*/ 620758 w 2088269"/>
                  <a:gd name="connsiteY898" fmla="*/ 956782 h 2309176"/>
                  <a:gd name="connsiteX899" fmla="*/ 665098 w 2088269"/>
                  <a:gd name="connsiteY899" fmla="*/ 985139 h 2309176"/>
                  <a:gd name="connsiteX900" fmla="*/ 637257 w 2088269"/>
                  <a:gd name="connsiteY900" fmla="*/ 945698 h 2309176"/>
                  <a:gd name="connsiteX901" fmla="*/ 567654 w 2088269"/>
                  <a:gd name="connsiteY901" fmla="*/ 854183 h 2309176"/>
                  <a:gd name="connsiteX902" fmla="*/ 546515 w 2088269"/>
                  <a:gd name="connsiteY902" fmla="*/ 837685 h 2309176"/>
                  <a:gd name="connsiteX903" fmla="*/ 522799 w 2088269"/>
                  <a:gd name="connsiteY903" fmla="*/ 816804 h 2309176"/>
                  <a:gd name="connsiteX904" fmla="*/ 519705 w 2088269"/>
                  <a:gd name="connsiteY904" fmla="*/ 792314 h 2309176"/>
                  <a:gd name="connsiteX905" fmla="*/ 543164 w 2088269"/>
                  <a:gd name="connsiteY905" fmla="*/ 778909 h 2309176"/>
                  <a:gd name="connsiteX906" fmla="*/ 561983 w 2088269"/>
                  <a:gd name="connsiteY906" fmla="*/ 770144 h 2309176"/>
                  <a:gd name="connsiteX907" fmla="*/ 598846 w 2088269"/>
                  <a:gd name="connsiteY907" fmla="*/ 762926 h 2309176"/>
                  <a:gd name="connsiteX908" fmla="*/ 631070 w 2088269"/>
                  <a:gd name="connsiteY908" fmla="*/ 802110 h 2309176"/>
                  <a:gd name="connsiteX909" fmla="*/ 662262 w 2088269"/>
                  <a:gd name="connsiteY909" fmla="*/ 855214 h 2309176"/>
                  <a:gd name="connsiteX910" fmla="*/ 666644 w 2088269"/>
                  <a:gd name="connsiteY910" fmla="*/ 859081 h 2309176"/>
                  <a:gd name="connsiteX911" fmla="*/ 668191 w 2088269"/>
                  <a:gd name="connsiteY911" fmla="*/ 850832 h 2309176"/>
                  <a:gd name="connsiteX912" fmla="*/ 648599 w 2088269"/>
                  <a:gd name="connsiteY912" fmla="*/ 791798 h 2309176"/>
                  <a:gd name="connsiteX913" fmla="*/ 618438 w 2088269"/>
                  <a:gd name="connsiteY913" fmla="*/ 747975 h 2309176"/>
                  <a:gd name="connsiteX914" fmla="*/ 622305 w 2088269"/>
                  <a:gd name="connsiteY914" fmla="*/ 719618 h 2309176"/>
                  <a:gd name="connsiteX915" fmla="*/ 639577 w 2088269"/>
                  <a:gd name="connsiteY915" fmla="*/ 715751 h 2309176"/>
                  <a:gd name="connsiteX916" fmla="*/ 669480 w 2088269"/>
                  <a:gd name="connsiteY916" fmla="*/ 689457 h 2309176"/>
                  <a:gd name="connsiteX917" fmla="*/ 675409 w 2088269"/>
                  <a:gd name="connsiteY917" fmla="*/ 670638 h 2309176"/>
                  <a:gd name="connsiteX918" fmla="*/ 692939 w 2088269"/>
                  <a:gd name="connsiteY918" fmla="*/ 670123 h 2309176"/>
                  <a:gd name="connsiteX919" fmla="*/ 709179 w 2088269"/>
                  <a:gd name="connsiteY919" fmla="*/ 705182 h 2309176"/>
                  <a:gd name="connsiteX920" fmla="*/ 708664 w 2088269"/>
                  <a:gd name="connsiteY920" fmla="*/ 738436 h 2309176"/>
                  <a:gd name="connsiteX921" fmla="*/ 710984 w 2088269"/>
                  <a:gd name="connsiteY921" fmla="*/ 771691 h 2309176"/>
                  <a:gd name="connsiteX922" fmla="*/ 716655 w 2088269"/>
                  <a:gd name="connsiteY922" fmla="*/ 776847 h 2309176"/>
                  <a:gd name="connsiteX923" fmla="*/ 721295 w 2088269"/>
                  <a:gd name="connsiteY923" fmla="*/ 771691 h 2309176"/>
                  <a:gd name="connsiteX924" fmla="*/ 723358 w 2088269"/>
                  <a:gd name="connsiteY924" fmla="*/ 753388 h 2309176"/>
                  <a:gd name="connsiteX925" fmla="*/ 724904 w 2088269"/>
                  <a:gd name="connsiteY925" fmla="*/ 719102 h 2309176"/>
                  <a:gd name="connsiteX926" fmla="*/ 743465 w 2088269"/>
                  <a:gd name="connsiteY926" fmla="*/ 700026 h 2309176"/>
                  <a:gd name="connsiteX927" fmla="*/ 763830 w 2088269"/>
                  <a:gd name="connsiteY927" fmla="*/ 708533 h 2309176"/>
                  <a:gd name="connsiteX928" fmla="*/ 775946 w 2088269"/>
                  <a:gd name="connsiteY928" fmla="*/ 711369 h 2309176"/>
                  <a:gd name="connsiteX929" fmla="*/ 779813 w 2088269"/>
                  <a:gd name="connsiteY929" fmla="*/ 708533 h 2309176"/>
                  <a:gd name="connsiteX930" fmla="*/ 806365 w 2088269"/>
                  <a:gd name="connsiteY930" fmla="*/ 720134 h 2309176"/>
                  <a:gd name="connsiteX931" fmla="*/ 801210 w 2088269"/>
                  <a:gd name="connsiteY931" fmla="*/ 741272 h 2309176"/>
                  <a:gd name="connsiteX932" fmla="*/ 788320 w 2088269"/>
                  <a:gd name="connsiteY932" fmla="*/ 759575 h 2309176"/>
                  <a:gd name="connsiteX933" fmla="*/ 783680 w 2088269"/>
                  <a:gd name="connsiteY933" fmla="*/ 773496 h 2309176"/>
                  <a:gd name="connsiteX934" fmla="*/ 786258 w 2088269"/>
                  <a:gd name="connsiteY934" fmla="*/ 779940 h 2309176"/>
                  <a:gd name="connsiteX935" fmla="*/ 791671 w 2088269"/>
                  <a:gd name="connsiteY935" fmla="*/ 777105 h 2309176"/>
                  <a:gd name="connsiteX936" fmla="*/ 801467 w 2088269"/>
                  <a:gd name="connsiteY936" fmla="*/ 766020 h 2309176"/>
                  <a:gd name="connsiteX937" fmla="*/ 823379 w 2088269"/>
                  <a:gd name="connsiteY937" fmla="*/ 757771 h 2309176"/>
                  <a:gd name="connsiteX938" fmla="*/ 836784 w 2088269"/>
                  <a:gd name="connsiteY938" fmla="*/ 779940 h 2309176"/>
                  <a:gd name="connsiteX939" fmla="*/ 829051 w 2088269"/>
                  <a:gd name="connsiteY939" fmla="*/ 805461 h 2309176"/>
                  <a:gd name="connsiteX940" fmla="*/ 817708 w 2088269"/>
                  <a:gd name="connsiteY940" fmla="*/ 824795 h 2309176"/>
                  <a:gd name="connsiteX941" fmla="*/ 818481 w 2088269"/>
                  <a:gd name="connsiteY941" fmla="*/ 832271 h 2309176"/>
                  <a:gd name="connsiteX942" fmla="*/ 824668 w 2088269"/>
                  <a:gd name="connsiteY942" fmla="*/ 829178 h 2309176"/>
                  <a:gd name="connsiteX943" fmla="*/ 851736 w 2088269"/>
                  <a:gd name="connsiteY943" fmla="*/ 828146 h 2309176"/>
                  <a:gd name="connsiteX944" fmla="*/ 878030 w 2088269"/>
                  <a:gd name="connsiteY944" fmla="*/ 847481 h 2309176"/>
                  <a:gd name="connsiteX945" fmla="*/ 875452 w 2088269"/>
                  <a:gd name="connsiteY945" fmla="*/ 870424 h 2309176"/>
                  <a:gd name="connsiteX946" fmla="*/ 855603 w 2088269"/>
                  <a:gd name="connsiteY946" fmla="*/ 882540 h 2309176"/>
                  <a:gd name="connsiteX947" fmla="*/ 821317 w 2088269"/>
                  <a:gd name="connsiteY947" fmla="*/ 901616 h 2309176"/>
                  <a:gd name="connsiteX948" fmla="*/ 805334 w 2088269"/>
                  <a:gd name="connsiteY948" fmla="*/ 932035 h 2309176"/>
                  <a:gd name="connsiteX949" fmla="*/ 797343 w 2088269"/>
                  <a:gd name="connsiteY949" fmla="*/ 991068 h 2309176"/>
                  <a:gd name="connsiteX950" fmla="*/ 797343 w 2088269"/>
                  <a:gd name="connsiteY950" fmla="*/ 1002927 h 2309176"/>
                  <a:gd name="connsiteX951" fmla="*/ 810748 w 2088269"/>
                  <a:gd name="connsiteY951" fmla="*/ 984108 h 2309176"/>
                  <a:gd name="connsiteX952" fmla="*/ 822606 w 2088269"/>
                  <a:gd name="connsiteY952" fmla="*/ 976374 h 2309176"/>
                  <a:gd name="connsiteX953" fmla="*/ 829824 w 2088269"/>
                  <a:gd name="connsiteY953" fmla="*/ 987975 h 2309176"/>
                  <a:gd name="connsiteX954" fmla="*/ 839104 w 2088269"/>
                  <a:gd name="connsiteY954" fmla="*/ 991842 h 2309176"/>
                  <a:gd name="connsiteX955" fmla="*/ 846838 w 2088269"/>
                  <a:gd name="connsiteY955" fmla="*/ 961423 h 2309176"/>
                  <a:gd name="connsiteX956" fmla="*/ 851478 w 2088269"/>
                  <a:gd name="connsiteY956" fmla="*/ 947502 h 2309176"/>
                  <a:gd name="connsiteX957" fmla="*/ 872359 w 2088269"/>
                  <a:gd name="connsiteY957" fmla="*/ 950596 h 2309176"/>
                  <a:gd name="connsiteX958" fmla="*/ 888084 w 2088269"/>
                  <a:gd name="connsiteY958" fmla="*/ 950596 h 2309176"/>
                  <a:gd name="connsiteX959" fmla="*/ 906645 w 2088269"/>
                  <a:gd name="connsiteY959" fmla="*/ 950080 h 2309176"/>
                  <a:gd name="connsiteX960" fmla="*/ 913863 w 2088269"/>
                  <a:gd name="connsiteY960" fmla="*/ 969414 h 2309176"/>
                  <a:gd name="connsiteX961" fmla="*/ 905871 w 2088269"/>
                  <a:gd name="connsiteY961" fmla="*/ 987201 h 2309176"/>
                  <a:gd name="connsiteX962" fmla="*/ 908965 w 2088269"/>
                  <a:gd name="connsiteY962" fmla="*/ 1007567 h 2309176"/>
                  <a:gd name="connsiteX963" fmla="*/ 907676 w 2088269"/>
                  <a:gd name="connsiteY963" fmla="*/ 1024581 h 2309176"/>
                  <a:gd name="connsiteX964" fmla="*/ 890920 w 2088269"/>
                  <a:gd name="connsiteY964" fmla="*/ 1034634 h 2309176"/>
                  <a:gd name="connsiteX965" fmla="*/ 857923 w 2088269"/>
                  <a:gd name="connsiteY965" fmla="*/ 1068405 h 2309176"/>
                  <a:gd name="connsiteX966" fmla="*/ 834464 w 2088269"/>
                  <a:gd name="connsiteY966" fmla="*/ 1086192 h 2309176"/>
                  <a:gd name="connsiteX967" fmla="*/ 807654 w 2088269"/>
                  <a:gd name="connsiteY967" fmla="*/ 1090317 h 2309176"/>
                  <a:gd name="connsiteX968" fmla="*/ 795796 w 2088269"/>
                  <a:gd name="connsiteY968" fmla="*/ 1108362 h 2309176"/>
                  <a:gd name="connsiteX969" fmla="*/ 826473 w 2088269"/>
                  <a:gd name="connsiteY969" fmla="*/ 1164044 h 2309176"/>
                  <a:gd name="connsiteX970" fmla="*/ 852252 w 2088269"/>
                  <a:gd name="connsiteY970" fmla="*/ 1165075 h 2309176"/>
                  <a:gd name="connsiteX971" fmla="*/ 933712 w 2088269"/>
                  <a:gd name="connsiteY971" fmla="*/ 1098050 h 2309176"/>
                  <a:gd name="connsiteX972" fmla="*/ 957429 w 2088269"/>
                  <a:gd name="connsiteY972" fmla="*/ 1066342 h 2309176"/>
                  <a:gd name="connsiteX973" fmla="*/ 960522 w 2088269"/>
                  <a:gd name="connsiteY973" fmla="*/ 1050617 h 2309176"/>
                  <a:gd name="connsiteX974" fmla="*/ 957429 w 2088269"/>
                  <a:gd name="connsiteY974" fmla="*/ 1036954 h 2309176"/>
                  <a:gd name="connsiteX975" fmla="*/ 961038 w 2088269"/>
                  <a:gd name="connsiteY975" fmla="*/ 1023550 h 2309176"/>
                  <a:gd name="connsiteX976" fmla="*/ 965420 w 2088269"/>
                  <a:gd name="connsiteY976" fmla="*/ 1002153 h 2309176"/>
                  <a:gd name="connsiteX977" fmla="*/ 958202 w 2088269"/>
                  <a:gd name="connsiteY977" fmla="*/ 984881 h 2309176"/>
                  <a:gd name="connsiteX978" fmla="*/ 955882 w 2088269"/>
                  <a:gd name="connsiteY978" fmla="*/ 958845 h 2309176"/>
                  <a:gd name="connsiteX979" fmla="*/ 960265 w 2088269"/>
                  <a:gd name="connsiteY979" fmla="*/ 913216 h 2309176"/>
                  <a:gd name="connsiteX980" fmla="*/ 958718 w 2088269"/>
                  <a:gd name="connsiteY980" fmla="*/ 904967 h 2309176"/>
                  <a:gd name="connsiteX981" fmla="*/ 953047 w 2088269"/>
                  <a:gd name="connsiteY981" fmla="*/ 848512 h 2309176"/>
                  <a:gd name="connsiteX982" fmla="*/ 949695 w 2088269"/>
                  <a:gd name="connsiteY982" fmla="*/ 826342 h 2309176"/>
                  <a:gd name="connsiteX983" fmla="*/ 949953 w 2088269"/>
                  <a:gd name="connsiteY983" fmla="*/ 790252 h 2309176"/>
                  <a:gd name="connsiteX984" fmla="*/ 948664 w 2088269"/>
                  <a:gd name="connsiteY984" fmla="*/ 754161 h 2309176"/>
                  <a:gd name="connsiteX985" fmla="*/ 954851 w 2088269"/>
                  <a:gd name="connsiteY985" fmla="*/ 727609 h 2309176"/>
                  <a:gd name="connsiteX986" fmla="*/ 958718 w 2088269"/>
                  <a:gd name="connsiteY986" fmla="*/ 707502 h 2309176"/>
                  <a:gd name="connsiteX987" fmla="*/ 953047 w 2088269"/>
                  <a:gd name="connsiteY987" fmla="*/ 672443 h 2309176"/>
                  <a:gd name="connsiteX988" fmla="*/ 955624 w 2088269"/>
                  <a:gd name="connsiteY988" fmla="*/ 655944 h 2309176"/>
                  <a:gd name="connsiteX989" fmla="*/ 954335 w 2088269"/>
                  <a:gd name="connsiteY989" fmla="*/ 632744 h 2309176"/>
                  <a:gd name="connsiteX990" fmla="*/ 954078 w 2088269"/>
                  <a:gd name="connsiteY990" fmla="*/ 581444 h 2309176"/>
                  <a:gd name="connsiteX991" fmla="*/ 949438 w 2088269"/>
                  <a:gd name="connsiteY991" fmla="*/ 552829 h 2309176"/>
                  <a:gd name="connsiteX992" fmla="*/ 946860 w 2088269"/>
                  <a:gd name="connsiteY992" fmla="*/ 536847 h 2309176"/>
                  <a:gd name="connsiteX993" fmla="*/ 956398 w 2088269"/>
                  <a:gd name="connsiteY993" fmla="*/ 512614 h 2309176"/>
                  <a:gd name="connsiteX994" fmla="*/ 953047 w 2088269"/>
                  <a:gd name="connsiteY994" fmla="*/ 484258 h 2309176"/>
                  <a:gd name="connsiteX995" fmla="*/ 944282 w 2088269"/>
                  <a:gd name="connsiteY995" fmla="*/ 448425 h 2309176"/>
                  <a:gd name="connsiteX996" fmla="*/ 945828 w 2088269"/>
                  <a:gd name="connsiteY996" fmla="*/ 375987 h 2309176"/>
                  <a:gd name="connsiteX997" fmla="*/ 953047 w 2088269"/>
                  <a:gd name="connsiteY997" fmla="*/ 332421 h 2309176"/>
                  <a:gd name="connsiteX998" fmla="*/ 951500 w 2088269"/>
                  <a:gd name="connsiteY998" fmla="*/ 313345 h 2309176"/>
                  <a:gd name="connsiteX999" fmla="*/ 930877 w 2088269"/>
                  <a:gd name="connsiteY999" fmla="*/ 290402 h 2309176"/>
                  <a:gd name="connsiteX1000" fmla="*/ 912574 w 2088269"/>
                  <a:gd name="connsiteY1000" fmla="*/ 256374 h 2309176"/>
                  <a:gd name="connsiteX1001" fmla="*/ 888084 w 2088269"/>
                  <a:gd name="connsiteY1001" fmla="*/ 134440 h 2309176"/>
                  <a:gd name="connsiteX1002" fmla="*/ 880093 w 2088269"/>
                  <a:gd name="connsiteY1002" fmla="*/ 64064 h 2309176"/>
                  <a:gd name="connsiteX1003" fmla="*/ 885764 w 2088269"/>
                  <a:gd name="connsiteY1003" fmla="*/ 13280 h 2309176"/>
                  <a:gd name="connsiteX1004" fmla="*/ 905871 w 2088269"/>
                  <a:gd name="connsiteY1004" fmla="*/ 133 h 2309176"/>
                  <a:gd name="connsiteX1005" fmla="*/ 957945 w 2088269"/>
                  <a:gd name="connsiteY1005" fmla="*/ 2453 h 2309176"/>
                  <a:gd name="connsiteX1006" fmla="*/ 972896 w 2088269"/>
                  <a:gd name="connsiteY1006" fmla="*/ 3226 h 2309176"/>
                  <a:gd name="connsiteX1007" fmla="*/ 1011822 w 2088269"/>
                  <a:gd name="connsiteY1007" fmla="*/ 11991 h 2309176"/>
                  <a:gd name="connsiteX1008" fmla="*/ 1075496 w 2088269"/>
                  <a:gd name="connsiteY1008" fmla="*/ 10702 h 2309176"/>
                  <a:gd name="connsiteX1009" fmla="*/ 1125507 w 2088269"/>
                  <a:gd name="connsiteY1009" fmla="*/ 2195 h 2309176"/>
                  <a:gd name="connsiteX1010" fmla="*/ 1158761 w 2088269"/>
                  <a:gd name="connsiteY1010" fmla="*/ 3484 h 230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Lst>
                <a:rect l="l" t="t" r="r" b="b"/>
                <a:pathLst>
                  <a:path w="2088269" h="2309176">
                    <a:moveTo>
                      <a:pt x="1158761" y="3484"/>
                    </a:moveTo>
                    <a:cubicBezTo>
                      <a:pt x="1166753" y="3484"/>
                      <a:pt x="1175002" y="3484"/>
                      <a:pt x="1182993" y="3484"/>
                    </a:cubicBezTo>
                    <a:cubicBezTo>
                      <a:pt x="1200007" y="7351"/>
                      <a:pt x="1201038" y="8897"/>
                      <a:pt x="1204390" y="26685"/>
                    </a:cubicBezTo>
                    <a:cubicBezTo>
                      <a:pt x="1210319" y="58908"/>
                      <a:pt x="1206194" y="90616"/>
                      <a:pt x="1201554" y="122324"/>
                    </a:cubicBezTo>
                    <a:cubicBezTo>
                      <a:pt x="1194594" y="169499"/>
                      <a:pt x="1182993" y="215901"/>
                      <a:pt x="1174228" y="262561"/>
                    </a:cubicBezTo>
                    <a:cubicBezTo>
                      <a:pt x="1172166" y="273645"/>
                      <a:pt x="1166753" y="282926"/>
                      <a:pt x="1159019" y="290917"/>
                    </a:cubicBezTo>
                    <a:cubicBezTo>
                      <a:pt x="1151027" y="298909"/>
                      <a:pt x="1143294" y="306900"/>
                      <a:pt x="1136591" y="315923"/>
                    </a:cubicBezTo>
                    <a:cubicBezTo>
                      <a:pt x="1132725" y="321336"/>
                      <a:pt x="1130147" y="327007"/>
                      <a:pt x="1133756" y="333194"/>
                    </a:cubicBezTo>
                    <a:cubicBezTo>
                      <a:pt x="1143036" y="349693"/>
                      <a:pt x="1144583" y="367480"/>
                      <a:pt x="1140974" y="385783"/>
                    </a:cubicBezTo>
                    <a:cubicBezTo>
                      <a:pt x="1136849" y="407437"/>
                      <a:pt x="1138912" y="428576"/>
                      <a:pt x="1143294" y="449714"/>
                    </a:cubicBezTo>
                    <a:cubicBezTo>
                      <a:pt x="1146387" y="464666"/>
                      <a:pt x="1143294" y="478071"/>
                      <a:pt x="1132725" y="489671"/>
                    </a:cubicBezTo>
                    <a:cubicBezTo>
                      <a:pt x="1125764" y="496889"/>
                      <a:pt x="1124991" y="505654"/>
                      <a:pt x="1127569" y="514935"/>
                    </a:cubicBezTo>
                    <a:cubicBezTo>
                      <a:pt x="1130147" y="524215"/>
                      <a:pt x="1133756" y="533237"/>
                      <a:pt x="1133498" y="543291"/>
                    </a:cubicBezTo>
                    <a:cubicBezTo>
                      <a:pt x="1133240" y="550767"/>
                      <a:pt x="1132982" y="557985"/>
                      <a:pt x="1129631" y="565203"/>
                    </a:cubicBezTo>
                    <a:cubicBezTo>
                      <a:pt x="1125507" y="573710"/>
                      <a:pt x="1126538" y="582733"/>
                      <a:pt x="1128342" y="591755"/>
                    </a:cubicBezTo>
                    <a:cubicBezTo>
                      <a:pt x="1130662" y="603356"/>
                      <a:pt x="1135560" y="614956"/>
                      <a:pt x="1133240" y="626814"/>
                    </a:cubicBezTo>
                    <a:cubicBezTo>
                      <a:pt x="1130147" y="642024"/>
                      <a:pt x="1131436" y="656460"/>
                      <a:pt x="1134787" y="671412"/>
                    </a:cubicBezTo>
                    <a:cubicBezTo>
                      <a:pt x="1137365" y="683270"/>
                      <a:pt x="1132725" y="695386"/>
                      <a:pt x="1129889" y="707244"/>
                    </a:cubicBezTo>
                    <a:cubicBezTo>
                      <a:pt x="1127827" y="716267"/>
                      <a:pt x="1127827" y="724000"/>
                      <a:pt x="1134013" y="731734"/>
                    </a:cubicBezTo>
                    <a:cubicBezTo>
                      <a:pt x="1142005" y="742045"/>
                      <a:pt x="1139685" y="754419"/>
                      <a:pt x="1138396" y="766020"/>
                    </a:cubicBezTo>
                    <a:cubicBezTo>
                      <a:pt x="1137107" y="777362"/>
                      <a:pt x="1136849" y="788447"/>
                      <a:pt x="1139685" y="799274"/>
                    </a:cubicBezTo>
                    <a:cubicBezTo>
                      <a:pt x="1141489" y="806235"/>
                      <a:pt x="1141232" y="813453"/>
                      <a:pt x="1139943" y="820671"/>
                    </a:cubicBezTo>
                    <a:cubicBezTo>
                      <a:pt x="1137107" y="838458"/>
                      <a:pt x="1132725" y="855730"/>
                      <a:pt x="1134529" y="874290"/>
                    </a:cubicBezTo>
                    <a:cubicBezTo>
                      <a:pt x="1135818" y="885891"/>
                      <a:pt x="1130404" y="897491"/>
                      <a:pt x="1128858" y="909092"/>
                    </a:cubicBezTo>
                    <a:cubicBezTo>
                      <a:pt x="1127311" y="919661"/>
                      <a:pt x="1125507" y="929973"/>
                      <a:pt x="1126022" y="940542"/>
                    </a:cubicBezTo>
                    <a:cubicBezTo>
                      <a:pt x="1126280" y="945955"/>
                      <a:pt x="1127053" y="951111"/>
                      <a:pt x="1129631" y="955751"/>
                    </a:cubicBezTo>
                    <a:cubicBezTo>
                      <a:pt x="1135045" y="965805"/>
                      <a:pt x="1134271" y="976117"/>
                      <a:pt x="1130404" y="986428"/>
                    </a:cubicBezTo>
                    <a:cubicBezTo>
                      <a:pt x="1128600" y="991326"/>
                      <a:pt x="1126538" y="996224"/>
                      <a:pt x="1124218" y="1001122"/>
                    </a:cubicBezTo>
                    <a:cubicBezTo>
                      <a:pt x="1120351" y="1010145"/>
                      <a:pt x="1119577" y="1018394"/>
                      <a:pt x="1126795" y="1026385"/>
                    </a:cubicBezTo>
                    <a:cubicBezTo>
                      <a:pt x="1130662" y="1030768"/>
                      <a:pt x="1130147" y="1035923"/>
                      <a:pt x="1129116" y="1041337"/>
                    </a:cubicBezTo>
                    <a:cubicBezTo>
                      <a:pt x="1127827" y="1047266"/>
                      <a:pt x="1126022" y="1053453"/>
                      <a:pt x="1128858" y="1059640"/>
                    </a:cubicBezTo>
                    <a:cubicBezTo>
                      <a:pt x="1129889" y="1077685"/>
                      <a:pt x="1140200" y="1091090"/>
                      <a:pt x="1153605" y="1100628"/>
                    </a:cubicBezTo>
                    <a:cubicBezTo>
                      <a:pt x="1180931" y="1119962"/>
                      <a:pt x="1205163" y="1142905"/>
                      <a:pt x="1230942" y="1164044"/>
                    </a:cubicBezTo>
                    <a:cubicBezTo>
                      <a:pt x="1247440" y="1177707"/>
                      <a:pt x="1252338" y="1177449"/>
                      <a:pt x="1266516" y="1161724"/>
                    </a:cubicBezTo>
                    <a:cubicBezTo>
                      <a:pt x="1279406" y="1147288"/>
                      <a:pt x="1287655" y="1130274"/>
                      <a:pt x="1292553" y="1111455"/>
                    </a:cubicBezTo>
                    <a:cubicBezTo>
                      <a:pt x="1295389" y="1100628"/>
                      <a:pt x="1291522" y="1094699"/>
                      <a:pt x="1280437" y="1092894"/>
                    </a:cubicBezTo>
                    <a:cubicBezTo>
                      <a:pt x="1273992" y="1091863"/>
                      <a:pt x="1267547" y="1090832"/>
                      <a:pt x="1261103" y="1090317"/>
                    </a:cubicBezTo>
                    <a:cubicBezTo>
                      <a:pt x="1245636" y="1089028"/>
                      <a:pt x="1234035" y="1082325"/>
                      <a:pt x="1228364" y="1066858"/>
                    </a:cubicBezTo>
                    <a:cubicBezTo>
                      <a:pt x="1222950" y="1052422"/>
                      <a:pt x="1211092" y="1044430"/>
                      <a:pt x="1198203" y="1037728"/>
                    </a:cubicBezTo>
                    <a:cubicBezTo>
                      <a:pt x="1192016" y="1034634"/>
                      <a:pt x="1185829" y="1031799"/>
                      <a:pt x="1180415" y="1027416"/>
                    </a:cubicBezTo>
                    <a:cubicBezTo>
                      <a:pt x="1173713" y="1022003"/>
                      <a:pt x="1172939" y="1016331"/>
                      <a:pt x="1179384" y="1010145"/>
                    </a:cubicBezTo>
                    <a:cubicBezTo>
                      <a:pt x="1186087" y="1003700"/>
                      <a:pt x="1186344" y="996740"/>
                      <a:pt x="1182478" y="989006"/>
                    </a:cubicBezTo>
                    <a:cubicBezTo>
                      <a:pt x="1179642" y="983077"/>
                      <a:pt x="1176291" y="977405"/>
                      <a:pt x="1174744" y="970961"/>
                    </a:cubicBezTo>
                    <a:cubicBezTo>
                      <a:pt x="1172939" y="962969"/>
                      <a:pt x="1175517" y="956782"/>
                      <a:pt x="1182478" y="952658"/>
                    </a:cubicBezTo>
                    <a:cubicBezTo>
                      <a:pt x="1189180" y="948791"/>
                      <a:pt x="1195367" y="946471"/>
                      <a:pt x="1201554" y="953689"/>
                    </a:cubicBezTo>
                    <a:cubicBezTo>
                      <a:pt x="1205936" y="958845"/>
                      <a:pt x="1210576" y="957298"/>
                      <a:pt x="1215474" y="953431"/>
                    </a:cubicBezTo>
                    <a:cubicBezTo>
                      <a:pt x="1222177" y="948276"/>
                      <a:pt x="1229137" y="944667"/>
                      <a:pt x="1237644" y="950080"/>
                    </a:cubicBezTo>
                    <a:cubicBezTo>
                      <a:pt x="1243316" y="953689"/>
                      <a:pt x="1245120" y="957814"/>
                      <a:pt x="1242027" y="964001"/>
                    </a:cubicBezTo>
                    <a:cubicBezTo>
                      <a:pt x="1236871" y="974312"/>
                      <a:pt x="1239964" y="986944"/>
                      <a:pt x="1248987" y="993904"/>
                    </a:cubicBezTo>
                    <a:cubicBezTo>
                      <a:pt x="1254658" y="998286"/>
                      <a:pt x="1258009" y="997255"/>
                      <a:pt x="1259298" y="990295"/>
                    </a:cubicBezTo>
                    <a:cubicBezTo>
                      <a:pt x="1260329" y="985139"/>
                      <a:pt x="1260587" y="979983"/>
                      <a:pt x="1267032" y="978952"/>
                    </a:cubicBezTo>
                    <a:cubicBezTo>
                      <a:pt x="1273219" y="977921"/>
                      <a:pt x="1275797" y="982561"/>
                      <a:pt x="1278632" y="986686"/>
                    </a:cubicBezTo>
                    <a:cubicBezTo>
                      <a:pt x="1283273" y="992615"/>
                      <a:pt x="1285850" y="999575"/>
                      <a:pt x="1291522" y="1006020"/>
                    </a:cubicBezTo>
                    <a:cubicBezTo>
                      <a:pt x="1293326" y="1002411"/>
                      <a:pt x="1292553" y="999060"/>
                      <a:pt x="1292037" y="995966"/>
                    </a:cubicBezTo>
                    <a:cubicBezTo>
                      <a:pt x="1288170" y="973023"/>
                      <a:pt x="1282499" y="950080"/>
                      <a:pt x="1283273" y="926621"/>
                    </a:cubicBezTo>
                    <a:cubicBezTo>
                      <a:pt x="1283530" y="918114"/>
                      <a:pt x="1277859" y="912185"/>
                      <a:pt x="1271672" y="907287"/>
                    </a:cubicBezTo>
                    <a:cubicBezTo>
                      <a:pt x="1259040" y="896976"/>
                      <a:pt x="1244089" y="890273"/>
                      <a:pt x="1229653" y="883055"/>
                    </a:cubicBezTo>
                    <a:cubicBezTo>
                      <a:pt x="1222692" y="879446"/>
                      <a:pt x="1215990" y="875579"/>
                      <a:pt x="1210834" y="869650"/>
                    </a:cubicBezTo>
                    <a:cubicBezTo>
                      <a:pt x="1203101" y="860886"/>
                      <a:pt x="1204132" y="853152"/>
                      <a:pt x="1214185" y="847481"/>
                    </a:cubicBezTo>
                    <a:cubicBezTo>
                      <a:pt x="1222950" y="842583"/>
                      <a:pt x="1229911" y="835107"/>
                      <a:pt x="1238160" y="829435"/>
                    </a:cubicBezTo>
                    <a:cubicBezTo>
                      <a:pt x="1247440" y="822991"/>
                      <a:pt x="1256720" y="823506"/>
                      <a:pt x="1264970" y="831498"/>
                    </a:cubicBezTo>
                    <a:cubicBezTo>
                      <a:pt x="1266516" y="833044"/>
                      <a:pt x="1267805" y="835622"/>
                      <a:pt x="1270125" y="834076"/>
                    </a:cubicBezTo>
                    <a:cubicBezTo>
                      <a:pt x="1272703" y="832529"/>
                      <a:pt x="1271930" y="829693"/>
                      <a:pt x="1271414" y="827373"/>
                    </a:cubicBezTo>
                    <a:cubicBezTo>
                      <a:pt x="1270641" y="823506"/>
                      <a:pt x="1268321" y="820413"/>
                      <a:pt x="1266259" y="817577"/>
                    </a:cubicBezTo>
                    <a:cubicBezTo>
                      <a:pt x="1262392" y="811906"/>
                      <a:pt x="1258783" y="806235"/>
                      <a:pt x="1255431" y="800048"/>
                    </a:cubicBezTo>
                    <a:cubicBezTo>
                      <a:pt x="1249245" y="788705"/>
                      <a:pt x="1251049" y="773753"/>
                      <a:pt x="1259040" y="763957"/>
                    </a:cubicBezTo>
                    <a:cubicBezTo>
                      <a:pt x="1264454" y="757513"/>
                      <a:pt x="1272703" y="756739"/>
                      <a:pt x="1279664" y="762411"/>
                    </a:cubicBezTo>
                    <a:cubicBezTo>
                      <a:pt x="1285850" y="767566"/>
                      <a:pt x="1291522" y="773496"/>
                      <a:pt x="1296678" y="779682"/>
                    </a:cubicBezTo>
                    <a:cubicBezTo>
                      <a:pt x="1297967" y="781229"/>
                      <a:pt x="1299513" y="783549"/>
                      <a:pt x="1302091" y="782260"/>
                    </a:cubicBezTo>
                    <a:cubicBezTo>
                      <a:pt x="1304411" y="781229"/>
                      <a:pt x="1304411" y="778651"/>
                      <a:pt x="1304411" y="776589"/>
                    </a:cubicBezTo>
                    <a:cubicBezTo>
                      <a:pt x="1304153" y="767051"/>
                      <a:pt x="1298998" y="759575"/>
                      <a:pt x="1293326" y="752357"/>
                    </a:cubicBezTo>
                    <a:cubicBezTo>
                      <a:pt x="1287139" y="744623"/>
                      <a:pt x="1281210" y="736632"/>
                      <a:pt x="1281468" y="725805"/>
                    </a:cubicBezTo>
                    <a:cubicBezTo>
                      <a:pt x="1281726" y="717813"/>
                      <a:pt x="1284819" y="711884"/>
                      <a:pt x="1291264" y="707760"/>
                    </a:cubicBezTo>
                    <a:cubicBezTo>
                      <a:pt x="1297709" y="703635"/>
                      <a:pt x="1303122" y="707760"/>
                      <a:pt x="1308278" y="711369"/>
                    </a:cubicBezTo>
                    <a:cubicBezTo>
                      <a:pt x="1318074" y="718071"/>
                      <a:pt x="1318074" y="717813"/>
                      <a:pt x="1325034" y="708017"/>
                    </a:cubicBezTo>
                    <a:cubicBezTo>
                      <a:pt x="1330190" y="700284"/>
                      <a:pt x="1344884" y="699768"/>
                      <a:pt x="1353391" y="706986"/>
                    </a:cubicBezTo>
                    <a:cubicBezTo>
                      <a:pt x="1359320" y="712142"/>
                      <a:pt x="1361898" y="718587"/>
                      <a:pt x="1363187" y="726578"/>
                    </a:cubicBezTo>
                    <a:cubicBezTo>
                      <a:pt x="1364991" y="737405"/>
                      <a:pt x="1363187" y="748232"/>
                      <a:pt x="1363187" y="759059"/>
                    </a:cubicBezTo>
                    <a:cubicBezTo>
                      <a:pt x="1363187" y="764473"/>
                      <a:pt x="1363702" y="769629"/>
                      <a:pt x="1366280" y="774527"/>
                    </a:cubicBezTo>
                    <a:cubicBezTo>
                      <a:pt x="1367569" y="777105"/>
                      <a:pt x="1368343" y="780198"/>
                      <a:pt x="1371951" y="779682"/>
                    </a:cubicBezTo>
                    <a:cubicBezTo>
                      <a:pt x="1374787" y="779425"/>
                      <a:pt x="1375818" y="776847"/>
                      <a:pt x="1376592" y="774527"/>
                    </a:cubicBezTo>
                    <a:cubicBezTo>
                      <a:pt x="1379943" y="763700"/>
                      <a:pt x="1382005" y="752615"/>
                      <a:pt x="1378912" y="741530"/>
                    </a:cubicBezTo>
                    <a:cubicBezTo>
                      <a:pt x="1372983" y="719360"/>
                      <a:pt x="1378396" y="698995"/>
                      <a:pt x="1388708" y="679403"/>
                    </a:cubicBezTo>
                    <a:cubicBezTo>
                      <a:pt x="1393606" y="670381"/>
                      <a:pt x="1400308" y="667545"/>
                      <a:pt x="1407011" y="669865"/>
                    </a:cubicBezTo>
                    <a:cubicBezTo>
                      <a:pt x="1413971" y="672443"/>
                      <a:pt x="1419127" y="681981"/>
                      <a:pt x="1418096" y="690488"/>
                    </a:cubicBezTo>
                    <a:cubicBezTo>
                      <a:pt x="1417580" y="693581"/>
                      <a:pt x="1417322" y="696675"/>
                      <a:pt x="1417322" y="699768"/>
                    </a:cubicBezTo>
                    <a:cubicBezTo>
                      <a:pt x="1417580" y="716524"/>
                      <a:pt x="1427634" y="724258"/>
                      <a:pt x="1443874" y="720134"/>
                    </a:cubicBezTo>
                    <a:cubicBezTo>
                      <a:pt x="1449288" y="718845"/>
                      <a:pt x="1454186" y="716267"/>
                      <a:pt x="1460115" y="719102"/>
                    </a:cubicBezTo>
                    <a:cubicBezTo>
                      <a:pt x="1473004" y="725805"/>
                      <a:pt x="1476871" y="737921"/>
                      <a:pt x="1468880" y="751326"/>
                    </a:cubicBezTo>
                    <a:cubicBezTo>
                      <a:pt x="1466302" y="755966"/>
                      <a:pt x="1462693" y="759833"/>
                      <a:pt x="1459342" y="763957"/>
                    </a:cubicBezTo>
                    <a:cubicBezTo>
                      <a:pt x="1439234" y="788705"/>
                      <a:pt x="1424025" y="816031"/>
                      <a:pt x="1419900" y="848254"/>
                    </a:cubicBezTo>
                    <a:cubicBezTo>
                      <a:pt x="1419384" y="852636"/>
                      <a:pt x="1418353" y="856761"/>
                      <a:pt x="1420673" y="861917"/>
                    </a:cubicBezTo>
                    <a:cubicBezTo>
                      <a:pt x="1430985" y="852121"/>
                      <a:pt x="1437945" y="840520"/>
                      <a:pt x="1444390" y="828662"/>
                    </a:cubicBezTo>
                    <a:cubicBezTo>
                      <a:pt x="1452639" y="813195"/>
                      <a:pt x="1459599" y="797212"/>
                      <a:pt x="1469911" y="783034"/>
                    </a:cubicBezTo>
                    <a:cubicBezTo>
                      <a:pt x="1477387" y="772980"/>
                      <a:pt x="1486925" y="765762"/>
                      <a:pt x="1498525" y="761122"/>
                    </a:cubicBezTo>
                    <a:cubicBezTo>
                      <a:pt x="1505486" y="758286"/>
                      <a:pt x="1512446" y="758802"/>
                      <a:pt x="1518375" y="764989"/>
                    </a:cubicBezTo>
                    <a:cubicBezTo>
                      <a:pt x="1521211" y="767824"/>
                      <a:pt x="1524562" y="770402"/>
                      <a:pt x="1526624" y="773753"/>
                    </a:cubicBezTo>
                    <a:cubicBezTo>
                      <a:pt x="1531006" y="780456"/>
                      <a:pt x="1536678" y="782776"/>
                      <a:pt x="1544927" y="781229"/>
                    </a:cubicBezTo>
                    <a:cubicBezTo>
                      <a:pt x="1559879" y="778394"/>
                      <a:pt x="1573541" y="795150"/>
                      <a:pt x="1569417" y="810359"/>
                    </a:cubicBezTo>
                    <a:cubicBezTo>
                      <a:pt x="1567355" y="818093"/>
                      <a:pt x="1562457" y="824280"/>
                      <a:pt x="1556270" y="829178"/>
                    </a:cubicBezTo>
                    <a:cubicBezTo>
                      <a:pt x="1550341" y="834076"/>
                      <a:pt x="1544154" y="838974"/>
                      <a:pt x="1536936" y="842325"/>
                    </a:cubicBezTo>
                    <a:cubicBezTo>
                      <a:pt x="1530491" y="845160"/>
                      <a:pt x="1525593" y="850058"/>
                      <a:pt x="1521211" y="855472"/>
                    </a:cubicBezTo>
                    <a:cubicBezTo>
                      <a:pt x="1487440" y="896718"/>
                      <a:pt x="1456248" y="940026"/>
                      <a:pt x="1425056" y="983077"/>
                    </a:cubicBezTo>
                    <a:cubicBezTo>
                      <a:pt x="1424282" y="984108"/>
                      <a:pt x="1423251" y="984881"/>
                      <a:pt x="1424540" y="987201"/>
                    </a:cubicBezTo>
                    <a:cubicBezTo>
                      <a:pt x="1439492" y="981015"/>
                      <a:pt x="1452639" y="971734"/>
                      <a:pt x="1464755" y="961165"/>
                    </a:cubicBezTo>
                    <a:cubicBezTo>
                      <a:pt x="1485378" y="943635"/>
                      <a:pt x="1502392" y="922239"/>
                      <a:pt x="1521984" y="903678"/>
                    </a:cubicBezTo>
                    <a:cubicBezTo>
                      <a:pt x="1540545" y="886149"/>
                      <a:pt x="1560652" y="871197"/>
                      <a:pt x="1585657" y="864237"/>
                    </a:cubicBezTo>
                    <a:cubicBezTo>
                      <a:pt x="1591329" y="862690"/>
                      <a:pt x="1593649" y="858565"/>
                      <a:pt x="1595453" y="853925"/>
                    </a:cubicBezTo>
                    <a:cubicBezTo>
                      <a:pt x="1603960" y="830724"/>
                      <a:pt x="1615819" y="809844"/>
                      <a:pt x="1634637" y="793345"/>
                    </a:cubicBezTo>
                    <a:cubicBezTo>
                      <a:pt x="1640824" y="787932"/>
                      <a:pt x="1647269" y="783291"/>
                      <a:pt x="1654745" y="779682"/>
                    </a:cubicBezTo>
                    <a:cubicBezTo>
                      <a:pt x="1661963" y="776073"/>
                      <a:pt x="1667118" y="777878"/>
                      <a:pt x="1671501" y="784580"/>
                    </a:cubicBezTo>
                    <a:cubicBezTo>
                      <a:pt x="1679492" y="797470"/>
                      <a:pt x="1680781" y="811390"/>
                      <a:pt x="1678719" y="826084"/>
                    </a:cubicBezTo>
                    <a:cubicBezTo>
                      <a:pt x="1677430" y="835365"/>
                      <a:pt x="1674594" y="844387"/>
                      <a:pt x="1671501" y="853152"/>
                    </a:cubicBezTo>
                    <a:cubicBezTo>
                      <a:pt x="1670212" y="856503"/>
                      <a:pt x="1667892" y="859854"/>
                      <a:pt x="1669696" y="864752"/>
                    </a:cubicBezTo>
                    <a:cubicBezTo>
                      <a:pt x="1679750" y="855988"/>
                      <a:pt x="1686710" y="845160"/>
                      <a:pt x="1694960" y="835622"/>
                    </a:cubicBezTo>
                    <a:cubicBezTo>
                      <a:pt x="1700373" y="829178"/>
                      <a:pt x="1705786" y="822991"/>
                      <a:pt x="1710685" y="815773"/>
                    </a:cubicBezTo>
                    <a:cubicBezTo>
                      <a:pt x="1717387" y="805977"/>
                      <a:pt x="1727698" y="803914"/>
                      <a:pt x="1738783" y="808297"/>
                    </a:cubicBezTo>
                    <a:cubicBezTo>
                      <a:pt x="1747033" y="811648"/>
                      <a:pt x="1753735" y="817319"/>
                      <a:pt x="1759406" y="824022"/>
                    </a:cubicBezTo>
                    <a:cubicBezTo>
                      <a:pt x="1767656" y="834333"/>
                      <a:pt x="1765336" y="846965"/>
                      <a:pt x="1753735" y="853152"/>
                    </a:cubicBezTo>
                    <a:cubicBezTo>
                      <a:pt x="1742392" y="859081"/>
                      <a:pt x="1732596" y="866299"/>
                      <a:pt x="1724605" y="876095"/>
                    </a:cubicBezTo>
                    <a:cubicBezTo>
                      <a:pt x="1714036" y="888984"/>
                      <a:pt x="1716614" y="896460"/>
                      <a:pt x="1732339" y="900843"/>
                    </a:cubicBezTo>
                    <a:cubicBezTo>
                      <a:pt x="1735948" y="901874"/>
                      <a:pt x="1739557" y="902647"/>
                      <a:pt x="1743166" y="904194"/>
                    </a:cubicBezTo>
                    <a:cubicBezTo>
                      <a:pt x="1749095" y="906772"/>
                      <a:pt x="1754766" y="909865"/>
                      <a:pt x="1755024" y="917083"/>
                    </a:cubicBezTo>
                    <a:cubicBezTo>
                      <a:pt x="1755282" y="923786"/>
                      <a:pt x="1750126" y="927653"/>
                      <a:pt x="1744713" y="930488"/>
                    </a:cubicBezTo>
                    <a:cubicBezTo>
                      <a:pt x="1734917" y="935644"/>
                      <a:pt x="1724089" y="939253"/>
                      <a:pt x="1713520" y="939511"/>
                    </a:cubicBezTo>
                    <a:cubicBezTo>
                      <a:pt x="1679234" y="940800"/>
                      <a:pt x="1652940" y="958071"/>
                      <a:pt x="1627419" y="978437"/>
                    </a:cubicBezTo>
                    <a:cubicBezTo>
                      <a:pt x="1604734" y="996482"/>
                      <a:pt x="1582048" y="1014785"/>
                      <a:pt x="1553692" y="1023550"/>
                    </a:cubicBezTo>
                    <a:cubicBezTo>
                      <a:pt x="1552918" y="1023807"/>
                      <a:pt x="1552661" y="1024323"/>
                      <a:pt x="1552661" y="1025612"/>
                    </a:cubicBezTo>
                    <a:cubicBezTo>
                      <a:pt x="1560652" y="1028705"/>
                      <a:pt x="1568386" y="1026127"/>
                      <a:pt x="1576119" y="1024065"/>
                    </a:cubicBezTo>
                    <a:cubicBezTo>
                      <a:pt x="1590040" y="1020456"/>
                      <a:pt x="1603187" y="1015300"/>
                      <a:pt x="1615819" y="1008082"/>
                    </a:cubicBezTo>
                    <a:cubicBezTo>
                      <a:pt x="1639020" y="994935"/>
                      <a:pt x="1664540" y="993388"/>
                      <a:pt x="1690319" y="995708"/>
                    </a:cubicBezTo>
                    <a:cubicBezTo>
                      <a:pt x="1708107" y="997255"/>
                      <a:pt x="1725121" y="1002153"/>
                      <a:pt x="1741103" y="1010918"/>
                    </a:cubicBezTo>
                    <a:cubicBezTo>
                      <a:pt x="1747033" y="1014269"/>
                      <a:pt x="1752704" y="1018136"/>
                      <a:pt x="1757344" y="1023292"/>
                    </a:cubicBezTo>
                    <a:cubicBezTo>
                      <a:pt x="1764047" y="1030510"/>
                      <a:pt x="1763789" y="1034377"/>
                      <a:pt x="1756829" y="1041595"/>
                    </a:cubicBezTo>
                    <a:cubicBezTo>
                      <a:pt x="1750126" y="1048297"/>
                      <a:pt x="1741103" y="1051648"/>
                      <a:pt x="1732339" y="1055000"/>
                    </a:cubicBezTo>
                    <a:cubicBezTo>
                      <a:pt x="1713520" y="1061960"/>
                      <a:pt x="1693671" y="1064796"/>
                      <a:pt x="1674594" y="1070982"/>
                    </a:cubicBezTo>
                    <a:cubicBezTo>
                      <a:pt x="1672790" y="1071498"/>
                      <a:pt x="1670985" y="1072014"/>
                      <a:pt x="1669181" y="1072529"/>
                    </a:cubicBezTo>
                    <a:cubicBezTo>
                      <a:pt x="1658096" y="1076912"/>
                      <a:pt x="1657580" y="1080521"/>
                      <a:pt x="1666861" y="1088254"/>
                    </a:cubicBezTo>
                    <a:cubicBezTo>
                      <a:pt x="1673305" y="1093410"/>
                      <a:pt x="1673563" y="1098050"/>
                      <a:pt x="1667634" y="1103721"/>
                    </a:cubicBezTo>
                    <a:cubicBezTo>
                      <a:pt x="1659385" y="1111713"/>
                      <a:pt x="1649073" y="1115064"/>
                      <a:pt x="1637988" y="1115837"/>
                    </a:cubicBezTo>
                    <a:cubicBezTo>
                      <a:pt x="1625099" y="1116611"/>
                      <a:pt x="1612467" y="1115322"/>
                      <a:pt x="1600094" y="1112228"/>
                    </a:cubicBezTo>
                    <a:cubicBezTo>
                      <a:pt x="1586431" y="1108877"/>
                      <a:pt x="1573026" y="1105268"/>
                      <a:pt x="1559363" y="1102175"/>
                    </a:cubicBezTo>
                    <a:cubicBezTo>
                      <a:pt x="1552403" y="1100628"/>
                      <a:pt x="1545443" y="1099081"/>
                      <a:pt x="1538225" y="1101917"/>
                    </a:cubicBezTo>
                    <a:cubicBezTo>
                      <a:pt x="1514250" y="1111713"/>
                      <a:pt x="1490276" y="1122024"/>
                      <a:pt x="1466302" y="1132336"/>
                    </a:cubicBezTo>
                    <a:cubicBezTo>
                      <a:pt x="1490534" y="1126149"/>
                      <a:pt x="1515024" y="1120993"/>
                      <a:pt x="1540029" y="1120478"/>
                    </a:cubicBezTo>
                    <a:cubicBezTo>
                      <a:pt x="1568644" y="1119962"/>
                      <a:pt x="1596485" y="1124602"/>
                      <a:pt x="1620201" y="1142905"/>
                    </a:cubicBezTo>
                    <a:cubicBezTo>
                      <a:pt x="1627677" y="1148577"/>
                      <a:pt x="1632575" y="1156052"/>
                      <a:pt x="1637473" y="1163528"/>
                    </a:cubicBezTo>
                    <a:cubicBezTo>
                      <a:pt x="1644433" y="1173840"/>
                      <a:pt x="1655002" y="1175129"/>
                      <a:pt x="1664540" y="1167395"/>
                    </a:cubicBezTo>
                    <a:cubicBezTo>
                      <a:pt x="1672532" y="1160950"/>
                      <a:pt x="1677430" y="1152186"/>
                      <a:pt x="1683617" y="1144452"/>
                    </a:cubicBezTo>
                    <a:cubicBezTo>
                      <a:pt x="1702951" y="1120220"/>
                      <a:pt x="1729503" y="1110940"/>
                      <a:pt x="1758891" y="1109135"/>
                    </a:cubicBezTo>
                    <a:cubicBezTo>
                      <a:pt x="1771780" y="1108362"/>
                      <a:pt x="1776936" y="1115580"/>
                      <a:pt x="1774616" y="1128469"/>
                    </a:cubicBezTo>
                    <a:cubicBezTo>
                      <a:pt x="1774100" y="1131563"/>
                      <a:pt x="1771522" y="1135429"/>
                      <a:pt x="1775389" y="1137749"/>
                    </a:cubicBezTo>
                    <a:cubicBezTo>
                      <a:pt x="1778741" y="1139812"/>
                      <a:pt x="1781834" y="1137492"/>
                      <a:pt x="1784927" y="1135945"/>
                    </a:cubicBezTo>
                    <a:cubicBezTo>
                      <a:pt x="1799364" y="1128727"/>
                      <a:pt x="1811995" y="1118158"/>
                      <a:pt x="1827205" y="1111971"/>
                    </a:cubicBezTo>
                    <a:cubicBezTo>
                      <a:pt x="1830040" y="1110682"/>
                      <a:pt x="1831845" y="1107846"/>
                      <a:pt x="1833907" y="1105526"/>
                    </a:cubicBezTo>
                    <a:cubicBezTo>
                      <a:pt x="1839578" y="1098823"/>
                      <a:pt x="1846023" y="1092894"/>
                      <a:pt x="1854272" y="1089285"/>
                    </a:cubicBezTo>
                    <a:cubicBezTo>
                      <a:pt x="1870255" y="1082325"/>
                      <a:pt x="1882887" y="1086965"/>
                      <a:pt x="1889331" y="1102948"/>
                    </a:cubicBezTo>
                    <a:cubicBezTo>
                      <a:pt x="1892425" y="1110682"/>
                      <a:pt x="1896292" y="1111713"/>
                      <a:pt x="1903510" y="1109135"/>
                    </a:cubicBezTo>
                    <a:cubicBezTo>
                      <a:pt x="1917688" y="1103979"/>
                      <a:pt x="1932124" y="1103464"/>
                      <a:pt x="1946818" y="1107331"/>
                    </a:cubicBezTo>
                    <a:cubicBezTo>
                      <a:pt x="1956356" y="1109908"/>
                      <a:pt x="1965121" y="1114549"/>
                      <a:pt x="1967699" y="1125376"/>
                    </a:cubicBezTo>
                    <a:cubicBezTo>
                      <a:pt x="1970534" y="1137492"/>
                      <a:pt x="1965894" y="1147288"/>
                      <a:pt x="1955583" y="1154248"/>
                    </a:cubicBezTo>
                    <a:cubicBezTo>
                      <a:pt x="1941662" y="1163528"/>
                      <a:pt x="1925679" y="1166364"/>
                      <a:pt x="1909954" y="1170231"/>
                    </a:cubicBezTo>
                    <a:cubicBezTo>
                      <a:pt x="1903768" y="1171777"/>
                      <a:pt x="1897065" y="1171777"/>
                      <a:pt x="1891136" y="1175129"/>
                    </a:cubicBezTo>
                    <a:cubicBezTo>
                      <a:pt x="1891651" y="1179253"/>
                      <a:pt x="1895003" y="1179253"/>
                      <a:pt x="1897323" y="1180027"/>
                    </a:cubicBezTo>
                    <a:cubicBezTo>
                      <a:pt x="1902479" y="1181831"/>
                      <a:pt x="1908150" y="1183120"/>
                      <a:pt x="1913306" y="1184925"/>
                    </a:cubicBezTo>
                    <a:cubicBezTo>
                      <a:pt x="1918977" y="1186987"/>
                      <a:pt x="1923617" y="1189823"/>
                      <a:pt x="1924133" y="1196267"/>
                    </a:cubicBezTo>
                    <a:cubicBezTo>
                      <a:pt x="1924906" y="1203227"/>
                      <a:pt x="1920266" y="1206836"/>
                      <a:pt x="1914852" y="1209930"/>
                    </a:cubicBezTo>
                    <a:cubicBezTo>
                      <a:pt x="1901705" y="1217406"/>
                      <a:pt x="1887527" y="1222304"/>
                      <a:pt x="1873091" y="1225913"/>
                    </a:cubicBezTo>
                    <a:cubicBezTo>
                      <a:pt x="1857366" y="1230037"/>
                      <a:pt x="1841641" y="1234162"/>
                      <a:pt x="1825400" y="1235451"/>
                    </a:cubicBezTo>
                    <a:cubicBezTo>
                      <a:pt x="1822564" y="1235709"/>
                      <a:pt x="1819987" y="1236740"/>
                      <a:pt x="1817666" y="1238287"/>
                    </a:cubicBezTo>
                    <a:cubicBezTo>
                      <a:pt x="1798590" y="1251692"/>
                      <a:pt x="1777452" y="1254012"/>
                      <a:pt x="1755282" y="1249629"/>
                    </a:cubicBezTo>
                    <a:cubicBezTo>
                      <a:pt x="1748321" y="1248340"/>
                      <a:pt x="1741103" y="1247567"/>
                      <a:pt x="1734143" y="1245247"/>
                    </a:cubicBezTo>
                    <a:cubicBezTo>
                      <a:pt x="1710427" y="1237771"/>
                      <a:pt x="1686195" y="1238544"/>
                      <a:pt x="1661963" y="1239060"/>
                    </a:cubicBezTo>
                    <a:cubicBezTo>
                      <a:pt x="1653456" y="1239318"/>
                      <a:pt x="1645206" y="1241380"/>
                      <a:pt x="1637988" y="1246020"/>
                    </a:cubicBezTo>
                    <a:cubicBezTo>
                      <a:pt x="1635153" y="1247825"/>
                      <a:pt x="1632059" y="1250145"/>
                      <a:pt x="1632575" y="1254012"/>
                    </a:cubicBezTo>
                    <a:cubicBezTo>
                      <a:pt x="1633090" y="1257878"/>
                      <a:pt x="1636957" y="1257878"/>
                      <a:pt x="1640051" y="1258652"/>
                    </a:cubicBezTo>
                    <a:cubicBezTo>
                      <a:pt x="1649331" y="1261230"/>
                      <a:pt x="1658611" y="1264065"/>
                      <a:pt x="1666603" y="1269737"/>
                    </a:cubicBezTo>
                    <a:cubicBezTo>
                      <a:pt x="1672532" y="1273861"/>
                      <a:pt x="1677172" y="1278759"/>
                      <a:pt x="1675625" y="1286751"/>
                    </a:cubicBezTo>
                    <a:cubicBezTo>
                      <a:pt x="1674079" y="1294227"/>
                      <a:pt x="1668150" y="1297062"/>
                      <a:pt x="1661705" y="1299124"/>
                    </a:cubicBezTo>
                    <a:cubicBezTo>
                      <a:pt x="1643917" y="1304280"/>
                      <a:pt x="1626130" y="1302991"/>
                      <a:pt x="1608085" y="1299640"/>
                    </a:cubicBezTo>
                    <a:cubicBezTo>
                      <a:pt x="1586431" y="1295773"/>
                      <a:pt x="1565034" y="1290102"/>
                      <a:pt x="1543123" y="1286751"/>
                    </a:cubicBezTo>
                    <a:cubicBezTo>
                      <a:pt x="1520179" y="1283399"/>
                      <a:pt x="1500072" y="1289586"/>
                      <a:pt x="1481769" y="1303249"/>
                    </a:cubicBezTo>
                    <a:cubicBezTo>
                      <a:pt x="1480738" y="1304022"/>
                      <a:pt x="1479965" y="1304796"/>
                      <a:pt x="1478933" y="1305569"/>
                    </a:cubicBezTo>
                    <a:cubicBezTo>
                      <a:pt x="1461919" y="1318716"/>
                      <a:pt x="1448514" y="1315623"/>
                      <a:pt x="1438976" y="1296289"/>
                    </a:cubicBezTo>
                    <a:cubicBezTo>
                      <a:pt x="1436141" y="1290617"/>
                      <a:pt x="1433820" y="1284688"/>
                      <a:pt x="1432532" y="1278759"/>
                    </a:cubicBezTo>
                    <a:cubicBezTo>
                      <a:pt x="1428923" y="1263808"/>
                      <a:pt x="1419642" y="1251434"/>
                      <a:pt x="1414486" y="1236998"/>
                    </a:cubicBezTo>
                    <a:cubicBezTo>
                      <a:pt x="1411135" y="1227975"/>
                      <a:pt x="1398504" y="1223077"/>
                      <a:pt x="1388450" y="1224882"/>
                    </a:cubicBezTo>
                    <a:cubicBezTo>
                      <a:pt x="1376334" y="1226944"/>
                      <a:pt x="1369889" y="1233131"/>
                      <a:pt x="1368085" y="1244731"/>
                    </a:cubicBezTo>
                    <a:cubicBezTo>
                      <a:pt x="1367569" y="1248856"/>
                      <a:pt x="1366280" y="1252465"/>
                      <a:pt x="1364476" y="1256332"/>
                    </a:cubicBezTo>
                    <a:cubicBezTo>
                      <a:pt x="1362156" y="1260714"/>
                      <a:pt x="1359836" y="1265096"/>
                      <a:pt x="1358031" y="1269737"/>
                    </a:cubicBezTo>
                    <a:cubicBezTo>
                      <a:pt x="1351844" y="1286493"/>
                      <a:pt x="1354938" y="1296289"/>
                      <a:pt x="1370147" y="1305311"/>
                    </a:cubicBezTo>
                    <a:cubicBezTo>
                      <a:pt x="1387161" y="1315365"/>
                      <a:pt x="1402628" y="1326966"/>
                      <a:pt x="1418096" y="1339339"/>
                    </a:cubicBezTo>
                    <a:cubicBezTo>
                      <a:pt x="1432016" y="1350424"/>
                      <a:pt x="1445421" y="1362025"/>
                      <a:pt x="1461404" y="1370274"/>
                    </a:cubicBezTo>
                    <a:cubicBezTo>
                      <a:pt x="1468880" y="1374141"/>
                      <a:pt x="1476613" y="1377492"/>
                      <a:pt x="1484863" y="1379554"/>
                    </a:cubicBezTo>
                    <a:cubicBezTo>
                      <a:pt x="1496978" y="1382648"/>
                      <a:pt x="1504197" y="1380070"/>
                      <a:pt x="1511672" y="1370016"/>
                    </a:cubicBezTo>
                    <a:cubicBezTo>
                      <a:pt x="1518117" y="1361251"/>
                      <a:pt x="1523273" y="1351713"/>
                      <a:pt x="1529202" y="1342433"/>
                    </a:cubicBezTo>
                    <a:cubicBezTo>
                      <a:pt x="1534873" y="1333410"/>
                      <a:pt x="1542349" y="1326708"/>
                      <a:pt x="1552661" y="1323614"/>
                    </a:cubicBezTo>
                    <a:cubicBezTo>
                      <a:pt x="1560910" y="1321294"/>
                      <a:pt x="1564777" y="1323357"/>
                      <a:pt x="1568128" y="1331090"/>
                    </a:cubicBezTo>
                    <a:cubicBezTo>
                      <a:pt x="1577924" y="1354033"/>
                      <a:pt x="1586689" y="1358931"/>
                      <a:pt x="1610663" y="1355838"/>
                    </a:cubicBezTo>
                    <a:cubicBezTo>
                      <a:pt x="1635153" y="1352744"/>
                      <a:pt x="1657580" y="1346042"/>
                      <a:pt x="1678461" y="1332121"/>
                    </a:cubicBezTo>
                    <a:cubicBezTo>
                      <a:pt x="1710942" y="1310725"/>
                      <a:pt x="1747548" y="1297578"/>
                      <a:pt x="1783123" y="1282884"/>
                    </a:cubicBezTo>
                    <a:cubicBezTo>
                      <a:pt x="1792403" y="1279017"/>
                      <a:pt x="1801426" y="1274892"/>
                      <a:pt x="1810706" y="1271541"/>
                    </a:cubicBezTo>
                    <a:cubicBezTo>
                      <a:pt x="1827978" y="1265096"/>
                      <a:pt x="1839321" y="1274119"/>
                      <a:pt x="1837000" y="1292422"/>
                    </a:cubicBezTo>
                    <a:cubicBezTo>
                      <a:pt x="1835712" y="1302476"/>
                      <a:pt x="1831329" y="1311498"/>
                      <a:pt x="1829267" y="1321294"/>
                    </a:cubicBezTo>
                    <a:cubicBezTo>
                      <a:pt x="1827720" y="1328512"/>
                      <a:pt x="1827978" y="1335215"/>
                      <a:pt x="1832618" y="1341659"/>
                    </a:cubicBezTo>
                    <a:cubicBezTo>
                      <a:pt x="1838547" y="1350424"/>
                      <a:pt x="1834423" y="1363829"/>
                      <a:pt x="1823853" y="1371821"/>
                    </a:cubicBezTo>
                    <a:cubicBezTo>
                      <a:pt x="1817151" y="1376976"/>
                      <a:pt x="1808902" y="1379554"/>
                      <a:pt x="1799879" y="1382390"/>
                    </a:cubicBezTo>
                    <a:cubicBezTo>
                      <a:pt x="1803488" y="1384194"/>
                      <a:pt x="1806324" y="1384710"/>
                      <a:pt x="1809159" y="1385483"/>
                    </a:cubicBezTo>
                    <a:cubicBezTo>
                      <a:pt x="1814315" y="1387030"/>
                      <a:pt x="1818440" y="1389608"/>
                      <a:pt x="1818698" y="1395537"/>
                    </a:cubicBezTo>
                    <a:cubicBezTo>
                      <a:pt x="1818955" y="1401982"/>
                      <a:pt x="1814573" y="1404817"/>
                      <a:pt x="1809159" y="1406622"/>
                    </a:cubicBezTo>
                    <a:cubicBezTo>
                      <a:pt x="1800910" y="1409458"/>
                      <a:pt x="1792145" y="1410489"/>
                      <a:pt x="1783381" y="1410489"/>
                    </a:cubicBezTo>
                    <a:cubicBezTo>
                      <a:pt x="1759149" y="1410747"/>
                      <a:pt x="1734917" y="1412809"/>
                      <a:pt x="1710685" y="1414613"/>
                    </a:cubicBezTo>
                    <a:cubicBezTo>
                      <a:pt x="1705786" y="1414871"/>
                      <a:pt x="1700889" y="1416160"/>
                      <a:pt x="1696248" y="1418222"/>
                    </a:cubicBezTo>
                    <a:cubicBezTo>
                      <a:pt x="1693928" y="1419511"/>
                      <a:pt x="1692124" y="1421316"/>
                      <a:pt x="1692897" y="1424151"/>
                    </a:cubicBezTo>
                    <a:cubicBezTo>
                      <a:pt x="1693413" y="1426987"/>
                      <a:pt x="1695733" y="1428276"/>
                      <a:pt x="1698311" y="1428792"/>
                    </a:cubicBezTo>
                    <a:cubicBezTo>
                      <a:pt x="1702693" y="1429307"/>
                      <a:pt x="1706818" y="1427760"/>
                      <a:pt x="1711200" y="1427245"/>
                    </a:cubicBezTo>
                    <a:cubicBezTo>
                      <a:pt x="1725121" y="1425440"/>
                      <a:pt x="1739041" y="1424925"/>
                      <a:pt x="1752704" y="1429307"/>
                    </a:cubicBezTo>
                    <a:cubicBezTo>
                      <a:pt x="1774616" y="1436267"/>
                      <a:pt x="1784412" y="1454828"/>
                      <a:pt x="1778483" y="1476998"/>
                    </a:cubicBezTo>
                    <a:cubicBezTo>
                      <a:pt x="1773069" y="1496848"/>
                      <a:pt x="1775389" y="1500199"/>
                      <a:pt x="1796012" y="1503808"/>
                    </a:cubicBezTo>
                    <a:cubicBezTo>
                      <a:pt x="1822822" y="1508448"/>
                      <a:pt x="1843187" y="1496848"/>
                      <a:pt x="1859944" y="1477256"/>
                    </a:cubicBezTo>
                    <a:cubicBezTo>
                      <a:pt x="1870513" y="1464882"/>
                      <a:pt x="1877215" y="1449930"/>
                      <a:pt x="1885465" y="1436010"/>
                    </a:cubicBezTo>
                    <a:cubicBezTo>
                      <a:pt x="1903510" y="1405849"/>
                      <a:pt x="1927742" y="1396310"/>
                      <a:pt x="1960739" y="1407653"/>
                    </a:cubicBezTo>
                    <a:cubicBezTo>
                      <a:pt x="1979557" y="1414098"/>
                      <a:pt x="1999407" y="1418222"/>
                      <a:pt x="2016163" y="1429307"/>
                    </a:cubicBezTo>
                    <a:cubicBezTo>
                      <a:pt x="2026732" y="1436267"/>
                      <a:pt x="2035497" y="1445032"/>
                      <a:pt x="2039106" y="1457664"/>
                    </a:cubicBezTo>
                    <a:cubicBezTo>
                      <a:pt x="2041168" y="1465140"/>
                      <a:pt x="2040395" y="1471327"/>
                      <a:pt x="2033177" y="1476482"/>
                    </a:cubicBezTo>
                    <a:cubicBezTo>
                      <a:pt x="2020545" y="1485505"/>
                      <a:pt x="2006625" y="1491434"/>
                      <a:pt x="1992189" y="1496590"/>
                    </a:cubicBezTo>
                    <a:cubicBezTo>
                      <a:pt x="1982135" y="1500199"/>
                      <a:pt x="1972339" y="1503808"/>
                      <a:pt x="1962285" y="1507417"/>
                    </a:cubicBezTo>
                    <a:cubicBezTo>
                      <a:pt x="1959450" y="1508448"/>
                      <a:pt x="1956356" y="1509737"/>
                      <a:pt x="1953778" y="1511284"/>
                    </a:cubicBezTo>
                    <a:cubicBezTo>
                      <a:pt x="1945529" y="1516439"/>
                      <a:pt x="1945014" y="1522111"/>
                      <a:pt x="1951974" y="1528555"/>
                    </a:cubicBezTo>
                    <a:cubicBezTo>
                      <a:pt x="1955841" y="1532164"/>
                      <a:pt x="1960223" y="1535000"/>
                      <a:pt x="1964605" y="1538094"/>
                    </a:cubicBezTo>
                    <a:cubicBezTo>
                      <a:pt x="1973112" y="1544023"/>
                      <a:pt x="1978784" y="1552272"/>
                      <a:pt x="1982393" y="1561552"/>
                    </a:cubicBezTo>
                    <a:cubicBezTo>
                      <a:pt x="1987291" y="1574442"/>
                      <a:pt x="1982135" y="1583980"/>
                      <a:pt x="1968472" y="1586558"/>
                    </a:cubicBezTo>
                    <a:cubicBezTo>
                      <a:pt x="1949138" y="1590167"/>
                      <a:pt x="1931609" y="1583722"/>
                      <a:pt x="1914594" y="1575473"/>
                    </a:cubicBezTo>
                    <a:cubicBezTo>
                      <a:pt x="1913821" y="1574957"/>
                      <a:pt x="1913048" y="1574184"/>
                      <a:pt x="1912274" y="1573926"/>
                    </a:cubicBezTo>
                    <a:cubicBezTo>
                      <a:pt x="1908923" y="1572637"/>
                      <a:pt x="1905056" y="1566708"/>
                      <a:pt x="1901963" y="1571348"/>
                    </a:cubicBezTo>
                    <a:cubicBezTo>
                      <a:pt x="1899385" y="1575215"/>
                      <a:pt x="1905572" y="1577793"/>
                      <a:pt x="1908408" y="1580113"/>
                    </a:cubicBezTo>
                    <a:cubicBezTo>
                      <a:pt x="1915626" y="1585527"/>
                      <a:pt x="1922586" y="1591198"/>
                      <a:pt x="1929804" y="1596611"/>
                    </a:cubicBezTo>
                    <a:cubicBezTo>
                      <a:pt x="1932124" y="1598416"/>
                      <a:pt x="1934186" y="1600220"/>
                      <a:pt x="1935991" y="1602283"/>
                    </a:cubicBezTo>
                    <a:cubicBezTo>
                      <a:pt x="1938827" y="1605634"/>
                      <a:pt x="1940116" y="1609243"/>
                      <a:pt x="1938311" y="1613625"/>
                    </a:cubicBezTo>
                    <a:cubicBezTo>
                      <a:pt x="1936506" y="1618008"/>
                      <a:pt x="1932898" y="1619297"/>
                      <a:pt x="1928515" y="1619555"/>
                    </a:cubicBezTo>
                    <a:cubicBezTo>
                      <a:pt x="1920266" y="1620070"/>
                      <a:pt x="1912532" y="1617234"/>
                      <a:pt x="1904283" y="1618008"/>
                    </a:cubicBezTo>
                    <a:cubicBezTo>
                      <a:pt x="1899901" y="1618266"/>
                      <a:pt x="1895518" y="1618523"/>
                      <a:pt x="1891394" y="1619812"/>
                    </a:cubicBezTo>
                    <a:cubicBezTo>
                      <a:pt x="1886753" y="1621359"/>
                      <a:pt x="1887011" y="1623679"/>
                      <a:pt x="1890363" y="1626515"/>
                    </a:cubicBezTo>
                    <a:cubicBezTo>
                      <a:pt x="1892425" y="1628319"/>
                      <a:pt x="1895003" y="1629608"/>
                      <a:pt x="1897323" y="1631155"/>
                    </a:cubicBezTo>
                    <a:cubicBezTo>
                      <a:pt x="1906345" y="1637342"/>
                      <a:pt x="1906088" y="1646364"/>
                      <a:pt x="1896292" y="1651520"/>
                    </a:cubicBezTo>
                    <a:cubicBezTo>
                      <a:pt x="1887785" y="1655902"/>
                      <a:pt x="1878504" y="1657707"/>
                      <a:pt x="1869224" y="1658480"/>
                    </a:cubicBezTo>
                    <a:cubicBezTo>
                      <a:pt x="1852983" y="1659769"/>
                      <a:pt x="1836743" y="1659512"/>
                      <a:pt x="1820760" y="1658223"/>
                    </a:cubicBezTo>
                    <a:cubicBezTo>
                      <a:pt x="1799621" y="1656418"/>
                      <a:pt x="1784412" y="1643271"/>
                      <a:pt x="1769718" y="1629608"/>
                    </a:cubicBezTo>
                    <a:cubicBezTo>
                      <a:pt x="1756829" y="1617492"/>
                      <a:pt x="1742392" y="1607696"/>
                      <a:pt x="1724347" y="1605634"/>
                    </a:cubicBezTo>
                    <a:cubicBezTo>
                      <a:pt x="1722543" y="1605376"/>
                      <a:pt x="1720738" y="1604861"/>
                      <a:pt x="1717645" y="1605892"/>
                    </a:cubicBezTo>
                    <a:cubicBezTo>
                      <a:pt x="1722027" y="1610016"/>
                      <a:pt x="1726409" y="1612852"/>
                      <a:pt x="1730792" y="1615945"/>
                    </a:cubicBezTo>
                    <a:cubicBezTo>
                      <a:pt x="1739299" y="1621875"/>
                      <a:pt x="1747548" y="1628061"/>
                      <a:pt x="1754508" y="1635537"/>
                    </a:cubicBezTo>
                    <a:cubicBezTo>
                      <a:pt x="1761469" y="1643013"/>
                      <a:pt x="1768429" y="1650747"/>
                      <a:pt x="1763273" y="1661832"/>
                    </a:cubicBezTo>
                    <a:cubicBezTo>
                      <a:pt x="1758633" y="1671885"/>
                      <a:pt x="1741877" y="1678846"/>
                      <a:pt x="1730276" y="1676526"/>
                    </a:cubicBezTo>
                    <a:cubicBezTo>
                      <a:pt x="1707075" y="1671627"/>
                      <a:pt x="1686195" y="1661316"/>
                      <a:pt x="1666603" y="1648169"/>
                    </a:cubicBezTo>
                    <a:cubicBezTo>
                      <a:pt x="1633348" y="1625741"/>
                      <a:pt x="1608085" y="1595322"/>
                      <a:pt x="1583337" y="1564388"/>
                    </a:cubicBezTo>
                    <a:cubicBezTo>
                      <a:pt x="1570190" y="1548147"/>
                      <a:pt x="1557816" y="1531391"/>
                      <a:pt x="1545185" y="1514635"/>
                    </a:cubicBezTo>
                    <a:cubicBezTo>
                      <a:pt x="1537709" y="1504839"/>
                      <a:pt x="1528171" y="1498394"/>
                      <a:pt x="1516055" y="1496074"/>
                    </a:cubicBezTo>
                    <a:cubicBezTo>
                      <a:pt x="1498010" y="1492207"/>
                      <a:pt x="1480222" y="1492465"/>
                      <a:pt x="1462435" y="1497105"/>
                    </a:cubicBezTo>
                    <a:cubicBezTo>
                      <a:pt x="1459342" y="1497879"/>
                      <a:pt x="1454959" y="1498394"/>
                      <a:pt x="1454444" y="1502519"/>
                    </a:cubicBezTo>
                    <a:cubicBezTo>
                      <a:pt x="1453928" y="1506901"/>
                      <a:pt x="1458053" y="1507932"/>
                      <a:pt x="1461146" y="1509221"/>
                    </a:cubicBezTo>
                    <a:cubicBezTo>
                      <a:pt x="1490276" y="1520306"/>
                      <a:pt x="1513219" y="1540671"/>
                      <a:pt x="1536420" y="1560263"/>
                    </a:cubicBezTo>
                    <a:cubicBezTo>
                      <a:pt x="1548794" y="1570833"/>
                      <a:pt x="1560910" y="1581402"/>
                      <a:pt x="1574830" y="1589909"/>
                    </a:cubicBezTo>
                    <a:cubicBezTo>
                      <a:pt x="1578182" y="1591971"/>
                      <a:pt x="1581533" y="1594291"/>
                      <a:pt x="1583853" y="1597900"/>
                    </a:cubicBezTo>
                    <a:cubicBezTo>
                      <a:pt x="1609116" y="1638373"/>
                      <a:pt x="1645206" y="1666987"/>
                      <a:pt x="1686195" y="1690188"/>
                    </a:cubicBezTo>
                    <a:cubicBezTo>
                      <a:pt x="1717645" y="1707976"/>
                      <a:pt x="1750384" y="1723185"/>
                      <a:pt x="1782865" y="1739168"/>
                    </a:cubicBezTo>
                    <a:cubicBezTo>
                      <a:pt x="1792145" y="1743808"/>
                      <a:pt x="1802715" y="1744324"/>
                      <a:pt x="1813026" y="1743293"/>
                    </a:cubicBezTo>
                    <a:cubicBezTo>
                      <a:pt x="1823080" y="1742261"/>
                      <a:pt x="1827205" y="1736590"/>
                      <a:pt x="1825916" y="1726536"/>
                    </a:cubicBezTo>
                    <a:cubicBezTo>
                      <a:pt x="1824884" y="1716998"/>
                      <a:pt x="1823338" y="1707460"/>
                      <a:pt x="1822822" y="1697664"/>
                    </a:cubicBezTo>
                    <a:cubicBezTo>
                      <a:pt x="1822307" y="1689930"/>
                      <a:pt x="1826173" y="1685032"/>
                      <a:pt x="1832360" y="1681939"/>
                    </a:cubicBezTo>
                    <a:cubicBezTo>
                      <a:pt x="1838032" y="1678846"/>
                      <a:pt x="1843187" y="1681424"/>
                      <a:pt x="1847570" y="1685806"/>
                    </a:cubicBezTo>
                    <a:cubicBezTo>
                      <a:pt x="1850405" y="1688642"/>
                      <a:pt x="1853241" y="1691477"/>
                      <a:pt x="1856077" y="1694571"/>
                    </a:cubicBezTo>
                    <a:cubicBezTo>
                      <a:pt x="1860201" y="1699211"/>
                      <a:pt x="1864326" y="1699211"/>
                      <a:pt x="1868708" y="1694313"/>
                    </a:cubicBezTo>
                    <a:cubicBezTo>
                      <a:pt x="1875669" y="1686837"/>
                      <a:pt x="1878504" y="1687610"/>
                      <a:pt x="1881598" y="1697406"/>
                    </a:cubicBezTo>
                    <a:cubicBezTo>
                      <a:pt x="1885207" y="1709007"/>
                      <a:pt x="1888816" y="1711327"/>
                      <a:pt x="1900932" y="1708491"/>
                    </a:cubicBezTo>
                    <a:cubicBezTo>
                      <a:pt x="1906345" y="1707202"/>
                      <a:pt x="1911501" y="1705655"/>
                      <a:pt x="1915368" y="1711069"/>
                    </a:cubicBezTo>
                    <a:cubicBezTo>
                      <a:pt x="1919235" y="1716225"/>
                      <a:pt x="1918461" y="1721381"/>
                      <a:pt x="1915883" y="1726794"/>
                    </a:cubicBezTo>
                    <a:cubicBezTo>
                      <a:pt x="1912790" y="1733239"/>
                      <a:pt x="1909181" y="1739426"/>
                      <a:pt x="1905314" y="1745613"/>
                    </a:cubicBezTo>
                    <a:cubicBezTo>
                      <a:pt x="1900158" y="1753862"/>
                      <a:pt x="1902221" y="1757471"/>
                      <a:pt x="1911759" y="1758244"/>
                    </a:cubicBezTo>
                    <a:cubicBezTo>
                      <a:pt x="1914852" y="1758502"/>
                      <a:pt x="1917946" y="1758244"/>
                      <a:pt x="1921039" y="1759018"/>
                    </a:cubicBezTo>
                    <a:cubicBezTo>
                      <a:pt x="1928257" y="1760306"/>
                      <a:pt x="1931866" y="1765205"/>
                      <a:pt x="1932382" y="1771907"/>
                    </a:cubicBezTo>
                    <a:cubicBezTo>
                      <a:pt x="1932898" y="1778352"/>
                      <a:pt x="1929031" y="1781961"/>
                      <a:pt x="1922844" y="1784023"/>
                    </a:cubicBezTo>
                    <a:cubicBezTo>
                      <a:pt x="1913048" y="1787116"/>
                      <a:pt x="1902479" y="1787632"/>
                      <a:pt x="1892683" y="1790983"/>
                    </a:cubicBezTo>
                    <a:cubicBezTo>
                      <a:pt x="1889847" y="1792014"/>
                      <a:pt x="1885722" y="1792272"/>
                      <a:pt x="1885722" y="1796139"/>
                    </a:cubicBezTo>
                    <a:cubicBezTo>
                      <a:pt x="1885722" y="1800006"/>
                      <a:pt x="1889589" y="1800521"/>
                      <a:pt x="1892683" y="1801295"/>
                    </a:cubicBezTo>
                    <a:cubicBezTo>
                      <a:pt x="1911501" y="1807224"/>
                      <a:pt x="1930320" y="1808771"/>
                      <a:pt x="1949396" y="1801295"/>
                    </a:cubicBezTo>
                    <a:cubicBezTo>
                      <a:pt x="1967441" y="1794334"/>
                      <a:pt x="1978526" y="1781703"/>
                      <a:pt x="1980846" y="1761853"/>
                    </a:cubicBezTo>
                    <a:cubicBezTo>
                      <a:pt x="1981362" y="1757729"/>
                      <a:pt x="1981362" y="1753604"/>
                      <a:pt x="1986260" y="1751800"/>
                    </a:cubicBezTo>
                    <a:cubicBezTo>
                      <a:pt x="1990900" y="1750253"/>
                      <a:pt x="1993993" y="1753088"/>
                      <a:pt x="1996829" y="1755924"/>
                    </a:cubicBezTo>
                    <a:cubicBezTo>
                      <a:pt x="2006109" y="1765720"/>
                      <a:pt x="2014101" y="1776289"/>
                      <a:pt x="2022092" y="1787116"/>
                    </a:cubicBezTo>
                    <a:cubicBezTo>
                      <a:pt x="2026474" y="1792788"/>
                      <a:pt x="2030599" y="1798459"/>
                      <a:pt x="2035497" y="1803873"/>
                    </a:cubicBezTo>
                    <a:cubicBezTo>
                      <a:pt x="2041942" y="1811091"/>
                      <a:pt x="2041426" y="1815215"/>
                      <a:pt x="2033177" y="1820113"/>
                    </a:cubicBezTo>
                    <a:cubicBezTo>
                      <a:pt x="2031888" y="1820887"/>
                      <a:pt x="2030341" y="1821660"/>
                      <a:pt x="2029052" y="1822433"/>
                    </a:cubicBezTo>
                    <a:cubicBezTo>
                      <a:pt x="2023123" y="1826558"/>
                      <a:pt x="2022608" y="1830425"/>
                      <a:pt x="2028537" y="1834807"/>
                    </a:cubicBezTo>
                    <a:cubicBezTo>
                      <a:pt x="2036528" y="1840994"/>
                      <a:pt x="2045808" y="1844603"/>
                      <a:pt x="2054315" y="1850017"/>
                    </a:cubicBezTo>
                    <a:cubicBezTo>
                      <a:pt x="2059471" y="1853368"/>
                      <a:pt x="2064885" y="1856719"/>
                      <a:pt x="2068494" y="1862133"/>
                    </a:cubicBezTo>
                    <a:cubicBezTo>
                      <a:pt x="2073134" y="1869093"/>
                      <a:pt x="2071330" y="1875022"/>
                      <a:pt x="2063854" y="1878889"/>
                    </a:cubicBezTo>
                    <a:cubicBezTo>
                      <a:pt x="2055862" y="1883013"/>
                      <a:pt x="2054831" y="1886107"/>
                      <a:pt x="2059987" y="1894356"/>
                    </a:cubicBezTo>
                    <a:cubicBezTo>
                      <a:pt x="2066689" y="1905183"/>
                      <a:pt x="2075712" y="1914463"/>
                      <a:pt x="2083188" y="1924775"/>
                    </a:cubicBezTo>
                    <a:cubicBezTo>
                      <a:pt x="2091179" y="1935860"/>
                      <a:pt x="2089890" y="1941016"/>
                      <a:pt x="2078290" y="1947976"/>
                    </a:cubicBezTo>
                    <a:cubicBezTo>
                      <a:pt x="2065143" y="1955709"/>
                      <a:pt x="2050449" y="1955967"/>
                      <a:pt x="2036528" y="1952358"/>
                    </a:cubicBezTo>
                    <a:cubicBezTo>
                      <a:pt x="2016678" y="1947202"/>
                      <a:pt x="1997860" y="1939984"/>
                      <a:pt x="1983939" y="1922713"/>
                    </a:cubicBezTo>
                    <a:cubicBezTo>
                      <a:pt x="1971566" y="1906988"/>
                      <a:pt x="1954036" y="1898223"/>
                      <a:pt x="1933929" y="1896418"/>
                    </a:cubicBezTo>
                    <a:cubicBezTo>
                      <a:pt x="1927484" y="1895903"/>
                      <a:pt x="1922844" y="1893067"/>
                      <a:pt x="1918461" y="1888685"/>
                    </a:cubicBezTo>
                    <a:cubicBezTo>
                      <a:pt x="1893714" y="1865226"/>
                      <a:pt x="1867162" y="1844087"/>
                      <a:pt x="1837000" y="1828105"/>
                    </a:cubicBezTo>
                    <a:cubicBezTo>
                      <a:pt x="1828751" y="1823722"/>
                      <a:pt x="1820244" y="1819855"/>
                      <a:pt x="1811479" y="1816762"/>
                    </a:cubicBezTo>
                    <a:cubicBezTo>
                      <a:pt x="1809417" y="1815989"/>
                      <a:pt x="1807097" y="1814957"/>
                      <a:pt x="1805293" y="1816762"/>
                    </a:cubicBezTo>
                    <a:cubicBezTo>
                      <a:pt x="1803230" y="1818824"/>
                      <a:pt x="1804004" y="1821402"/>
                      <a:pt x="1805035" y="1823722"/>
                    </a:cubicBezTo>
                    <a:cubicBezTo>
                      <a:pt x="1809417" y="1831714"/>
                      <a:pt x="1812768" y="1839963"/>
                      <a:pt x="1813800" y="1849243"/>
                    </a:cubicBezTo>
                    <a:cubicBezTo>
                      <a:pt x="1814315" y="1853883"/>
                      <a:pt x="1818955" y="1855172"/>
                      <a:pt x="1822307" y="1857235"/>
                    </a:cubicBezTo>
                    <a:cubicBezTo>
                      <a:pt x="1839836" y="1867031"/>
                      <a:pt x="1854014" y="1880178"/>
                      <a:pt x="1860201" y="1900285"/>
                    </a:cubicBezTo>
                    <a:cubicBezTo>
                      <a:pt x="1866130" y="1918846"/>
                      <a:pt x="1851437" y="1931993"/>
                      <a:pt x="1835196" y="1928900"/>
                    </a:cubicBezTo>
                    <a:cubicBezTo>
                      <a:pt x="1823080" y="1926579"/>
                      <a:pt x="1823080" y="1927095"/>
                      <a:pt x="1802972" y="1911886"/>
                    </a:cubicBezTo>
                    <a:cubicBezTo>
                      <a:pt x="1810448" y="1925806"/>
                      <a:pt x="1815862" y="1939469"/>
                      <a:pt x="1824111" y="1951327"/>
                    </a:cubicBezTo>
                    <a:cubicBezTo>
                      <a:pt x="1833391" y="1964732"/>
                      <a:pt x="1846281" y="1972208"/>
                      <a:pt x="1863295" y="1969114"/>
                    </a:cubicBezTo>
                    <a:cubicBezTo>
                      <a:pt x="1873091" y="1967310"/>
                      <a:pt x="1875926" y="1964216"/>
                      <a:pt x="1877215" y="1954421"/>
                    </a:cubicBezTo>
                    <a:cubicBezTo>
                      <a:pt x="1880051" y="1934313"/>
                      <a:pt x="1899127" y="1919361"/>
                      <a:pt x="1918977" y="1921424"/>
                    </a:cubicBezTo>
                    <a:cubicBezTo>
                      <a:pt x="1931093" y="1922713"/>
                      <a:pt x="1936764" y="1931220"/>
                      <a:pt x="1933155" y="1942820"/>
                    </a:cubicBezTo>
                    <a:cubicBezTo>
                      <a:pt x="1928515" y="1957772"/>
                      <a:pt x="1931609" y="1964732"/>
                      <a:pt x="1946560" y="1970403"/>
                    </a:cubicBezTo>
                    <a:cubicBezTo>
                      <a:pt x="1959707" y="1975559"/>
                      <a:pt x="1973886" y="1976590"/>
                      <a:pt x="1987806" y="1978653"/>
                    </a:cubicBezTo>
                    <a:cubicBezTo>
                      <a:pt x="2001469" y="1980715"/>
                      <a:pt x="2014358" y="1985097"/>
                      <a:pt x="2027248" y="1989995"/>
                    </a:cubicBezTo>
                    <a:cubicBezTo>
                      <a:pt x="2041168" y="1995151"/>
                      <a:pt x="2043746" y="2001338"/>
                      <a:pt x="2038590" y="2015258"/>
                    </a:cubicBezTo>
                    <a:cubicBezTo>
                      <a:pt x="2035497" y="2023508"/>
                      <a:pt x="2035755" y="2029695"/>
                      <a:pt x="2043231" y="2035881"/>
                    </a:cubicBezTo>
                    <a:cubicBezTo>
                      <a:pt x="2051222" y="2042326"/>
                      <a:pt x="2048386" y="2053411"/>
                      <a:pt x="2038075" y="2057020"/>
                    </a:cubicBezTo>
                    <a:cubicBezTo>
                      <a:pt x="2026732" y="2061145"/>
                      <a:pt x="2015390" y="2058567"/>
                      <a:pt x="2004047" y="2055731"/>
                    </a:cubicBezTo>
                    <a:cubicBezTo>
                      <a:pt x="1999407" y="2054442"/>
                      <a:pt x="1995024" y="2053153"/>
                      <a:pt x="1990384" y="2052122"/>
                    </a:cubicBezTo>
                    <a:cubicBezTo>
                      <a:pt x="1988837" y="2051864"/>
                      <a:pt x="1987033" y="2051606"/>
                      <a:pt x="1986002" y="2053153"/>
                    </a:cubicBezTo>
                    <a:cubicBezTo>
                      <a:pt x="1984971" y="2054700"/>
                      <a:pt x="1986002" y="2056247"/>
                      <a:pt x="1986775" y="2057278"/>
                    </a:cubicBezTo>
                    <a:cubicBezTo>
                      <a:pt x="1988837" y="2060113"/>
                      <a:pt x="1991157" y="2062434"/>
                      <a:pt x="1993735" y="2064754"/>
                    </a:cubicBezTo>
                    <a:cubicBezTo>
                      <a:pt x="2005078" y="2075065"/>
                      <a:pt x="2004820" y="2087954"/>
                      <a:pt x="2000953" y="2100844"/>
                    </a:cubicBezTo>
                    <a:cubicBezTo>
                      <a:pt x="1997602" y="2111929"/>
                      <a:pt x="1984455" y="2116827"/>
                      <a:pt x="1971050" y="2111413"/>
                    </a:cubicBezTo>
                    <a:cubicBezTo>
                      <a:pt x="1945529" y="2101359"/>
                      <a:pt x="1927226" y="2084088"/>
                      <a:pt x="1921813" y="2055989"/>
                    </a:cubicBezTo>
                    <a:cubicBezTo>
                      <a:pt x="1916915" y="2031241"/>
                      <a:pt x="1891394" y="2006494"/>
                      <a:pt x="1866646" y="2002885"/>
                    </a:cubicBezTo>
                    <a:cubicBezTo>
                      <a:pt x="1861233" y="2002111"/>
                      <a:pt x="1855046" y="2000822"/>
                      <a:pt x="1851694" y="2007267"/>
                    </a:cubicBezTo>
                    <a:cubicBezTo>
                      <a:pt x="1848601" y="2012938"/>
                      <a:pt x="1850921" y="2018094"/>
                      <a:pt x="1854788" y="2022734"/>
                    </a:cubicBezTo>
                    <a:cubicBezTo>
                      <a:pt x="1867162" y="2037170"/>
                      <a:pt x="1874122" y="2054700"/>
                      <a:pt x="1880824" y="2071972"/>
                    </a:cubicBezTo>
                    <a:cubicBezTo>
                      <a:pt x="1888558" y="2091564"/>
                      <a:pt x="1894487" y="2112702"/>
                      <a:pt x="1912017" y="2126365"/>
                    </a:cubicBezTo>
                    <a:cubicBezTo>
                      <a:pt x="1942693" y="2150597"/>
                      <a:pt x="1964348" y="2182820"/>
                      <a:pt x="1989353" y="2211950"/>
                    </a:cubicBezTo>
                    <a:cubicBezTo>
                      <a:pt x="1995540" y="2218911"/>
                      <a:pt x="1999922" y="2227160"/>
                      <a:pt x="2003789" y="2235925"/>
                    </a:cubicBezTo>
                    <a:cubicBezTo>
                      <a:pt x="2007398" y="2243658"/>
                      <a:pt x="2008945" y="2252165"/>
                      <a:pt x="2003531" y="2258868"/>
                    </a:cubicBezTo>
                    <a:cubicBezTo>
                      <a:pt x="1998118" y="2265312"/>
                      <a:pt x="1990642" y="2266086"/>
                      <a:pt x="1982393" y="2262477"/>
                    </a:cubicBezTo>
                    <a:cubicBezTo>
                      <a:pt x="1976464" y="2259899"/>
                      <a:pt x="1975432" y="2264797"/>
                      <a:pt x="1975432" y="2268921"/>
                    </a:cubicBezTo>
                    <a:cubicBezTo>
                      <a:pt x="1975432" y="2277171"/>
                      <a:pt x="1974401" y="2285162"/>
                      <a:pt x="1973112" y="2293154"/>
                    </a:cubicBezTo>
                    <a:cubicBezTo>
                      <a:pt x="1970792" y="2308363"/>
                      <a:pt x="1959965" y="2312745"/>
                      <a:pt x="1947591" y="2303981"/>
                    </a:cubicBezTo>
                    <a:cubicBezTo>
                      <a:pt x="1942693" y="2300372"/>
                      <a:pt x="1938827" y="2296247"/>
                      <a:pt x="1935475" y="2291349"/>
                    </a:cubicBezTo>
                    <a:cubicBezTo>
                      <a:pt x="1924906" y="2276397"/>
                      <a:pt x="1912274" y="2267375"/>
                      <a:pt x="1892683" y="2274593"/>
                    </a:cubicBezTo>
                    <a:cubicBezTo>
                      <a:pt x="1883918" y="2277944"/>
                      <a:pt x="1879793" y="2274335"/>
                      <a:pt x="1877215" y="2263508"/>
                    </a:cubicBezTo>
                    <a:cubicBezTo>
                      <a:pt x="1871286" y="2237471"/>
                      <a:pt x="1864841" y="2211435"/>
                      <a:pt x="1859428" y="2185140"/>
                    </a:cubicBezTo>
                    <a:cubicBezTo>
                      <a:pt x="1857108" y="2174056"/>
                      <a:pt x="1855046" y="2162713"/>
                      <a:pt x="1851437" y="2149824"/>
                    </a:cubicBezTo>
                    <a:cubicBezTo>
                      <a:pt x="1848343" y="2155495"/>
                      <a:pt x="1847828" y="2159877"/>
                      <a:pt x="1847828" y="2164517"/>
                    </a:cubicBezTo>
                    <a:cubicBezTo>
                      <a:pt x="1848343" y="2177922"/>
                      <a:pt x="1847054" y="2191327"/>
                      <a:pt x="1845507" y="2204475"/>
                    </a:cubicBezTo>
                    <a:cubicBezTo>
                      <a:pt x="1843961" y="2219942"/>
                      <a:pt x="1839578" y="2234378"/>
                      <a:pt x="1822564" y="2239791"/>
                    </a:cubicBezTo>
                    <a:cubicBezTo>
                      <a:pt x="1807613" y="2244432"/>
                      <a:pt x="1790599" y="2239791"/>
                      <a:pt x="1791888" y="2218395"/>
                    </a:cubicBezTo>
                    <a:cubicBezTo>
                      <a:pt x="1792145" y="2211950"/>
                      <a:pt x="1792403" y="2205506"/>
                      <a:pt x="1793434" y="2198803"/>
                    </a:cubicBezTo>
                    <a:cubicBezTo>
                      <a:pt x="1794465" y="2192616"/>
                      <a:pt x="1795497" y="2186429"/>
                      <a:pt x="1796786" y="2179469"/>
                    </a:cubicBezTo>
                    <a:cubicBezTo>
                      <a:pt x="1791888" y="2186945"/>
                      <a:pt x="1785701" y="2190296"/>
                      <a:pt x="1777194" y="2188750"/>
                    </a:cubicBezTo>
                    <a:cubicBezTo>
                      <a:pt x="1768687" y="2187203"/>
                      <a:pt x="1764820" y="2180758"/>
                      <a:pt x="1761984" y="2173540"/>
                    </a:cubicBezTo>
                    <a:cubicBezTo>
                      <a:pt x="1759664" y="2167611"/>
                      <a:pt x="1758375" y="2161682"/>
                      <a:pt x="1758118" y="2155237"/>
                    </a:cubicBezTo>
                    <a:cubicBezTo>
                      <a:pt x="1757086" y="2122498"/>
                      <a:pt x="1759149" y="2089759"/>
                      <a:pt x="1766624" y="2057793"/>
                    </a:cubicBezTo>
                    <a:cubicBezTo>
                      <a:pt x="1772554" y="2032015"/>
                      <a:pt x="1761469" y="2011649"/>
                      <a:pt x="1746259" y="1992573"/>
                    </a:cubicBezTo>
                    <a:cubicBezTo>
                      <a:pt x="1734659" y="1977879"/>
                      <a:pt x="1723058" y="1963185"/>
                      <a:pt x="1712489" y="1947718"/>
                    </a:cubicBezTo>
                    <a:cubicBezTo>
                      <a:pt x="1699084" y="1927868"/>
                      <a:pt x="1694186" y="1905441"/>
                      <a:pt x="1699600" y="1882498"/>
                    </a:cubicBezTo>
                    <a:cubicBezTo>
                      <a:pt x="1710942" y="1834549"/>
                      <a:pt x="1669181" y="1803873"/>
                      <a:pt x="1632575" y="1803099"/>
                    </a:cubicBezTo>
                    <a:cubicBezTo>
                      <a:pt x="1612725" y="1802584"/>
                      <a:pt x="1603187" y="1815215"/>
                      <a:pt x="1609116" y="1834292"/>
                    </a:cubicBezTo>
                    <a:cubicBezTo>
                      <a:pt x="1612983" y="1846923"/>
                      <a:pt x="1620459" y="1857750"/>
                      <a:pt x="1629739" y="1867288"/>
                    </a:cubicBezTo>
                    <a:cubicBezTo>
                      <a:pt x="1678977" y="1918588"/>
                      <a:pt x="1707075" y="1980457"/>
                      <a:pt x="1717903" y="2050318"/>
                    </a:cubicBezTo>
                    <a:cubicBezTo>
                      <a:pt x="1719191" y="2058051"/>
                      <a:pt x="1718934" y="2066042"/>
                      <a:pt x="1717645" y="2073518"/>
                    </a:cubicBezTo>
                    <a:cubicBezTo>
                      <a:pt x="1715840" y="2085119"/>
                      <a:pt x="1710942" y="2087439"/>
                      <a:pt x="1700115" y="2082799"/>
                    </a:cubicBezTo>
                    <a:cubicBezTo>
                      <a:pt x="1698311" y="2082025"/>
                      <a:pt x="1696764" y="2080994"/>
                      <a:pt x="1694186" y="2081252"/>
                    </a:cubicBezTo>
                    <a:cubicBezTo>
                      <a:pt x="1693671" y="2085892"/>
                      <a:pt x="1695991" y="2090017"/>
                      <a:pt x="1698053" y="2093884"/>
                    </a:cubicBezTo>
                    <a:cubicBezTo>
                      <a:pt x="1703466" y="2104711"/>
                      <a:pt x="1705013" y="2116311"/>
                      <a:pt x="1706560" y="2128169"/>
                    </a:cubicBezTo>
                    <a:cubicBezTo>
                      <a:pt x="1707075" y="2133067"/>
                      <a:pt x="1705786" y="2137450"/>
                      <a:pt x="1700889" y="2139770"/>
                    </a:cubicBezTo>
                    <a:cubicBezTo>
                      <a:pt x="1696248" y="2142090"/>
                      <a:pt x="1692639" y="2139770"/>
                      <a:pt x="1689030" y="2136676"/>
                    </a:cubicBezTo>
                    <a:cubicBezTo>
                      <a:pt x="1679750" y="2127912"/>
                      <a:pt x="1670985" y="2118631"/>
                      <a:pt x="1661705" y="2109609"/>
                    </a:cubicBezTo>
                    <a:cubicBezTo>
                      <a:pt x="1659127" y="2107031"/>
                      <a:pt x="1656549" y="2103680"/>
                      <a:pt x="1652682" y="2103164"/>
                    </a:cubicBezTo>
                    <a:cubicBezTo>
                      <a:pt x="1627677" y="2098782"/>
                      <a:pt x="1617623" y="2079963"/>
                      <a:pt x="1610921" y="2058824"/>
                    </a:cubicBezTo>
                    <a:cubicBezTo>
                      <a:pt x="1604476" y="2038459"/>
                      <a:pt x="1602156" y="2017321"/>
                      <a:pt x="1599320" y="1996440"/>
                    </a:cubicBezTo>
                    <a:cubicBezTo>
                      <a:pt x="1596485" y="1975817"/>
                      <a:pt x="1592618" y="1955194"/>
                      <a:pt x="1586431" y="1935344"/>
                    </a:cubicBezTo>
                    <a:cubicBezTo>
                      <a:pt x="1583080" y="1924517"/>
                      <a:pt x="1578182" y="1914463"/>
                      <a:pt x="1570706" y="1905699"/>
                    </a:cubicBezTo>
                    <a:cubicBezTo>
                      <a:pt x="1562457" y="1895903"/>
                      <a:pt x="1553950" y="1886365"/>
                      <a:pt x="1546732" y="1875795"/>
                    </a:cubicBezTo>
                    <a:cubicBezTo>
                      <a:pt x="1545443" y="1873991"/>
                      <a:pt x="1543896" y="1871671"/>
                      <a:pt x="1541576" y="1872444"/>
                    </a:cubicBezTo>
                    <a:cubicBezTo>
                      <a:pt x="1538482" y="1873733"/>
                      <a:pt x="1539771" y="1876826"/>
                      <a:pt x="1540287" y="1878889"/>
                    </a:cubicBezTo>
                    <a:cubicBezTo>
                      <a:pt x="1543638" y="1895645"/>
                      <a:pt x="1549567" y="1911886"/>
                      <a:pt x="1556012" y="1927868"/>
                    </a:cubicBezTo>
                    <a:cubicBezTo>
                      <a:pt x="1561683" y="1942047"/>
                      <a:pt x="1569933" y="1954936"/>
                      <a:pt x="1576635" y="1968857"/>
                    </a:cubicBezTo>
                    <a:cubicBezTo>
                      <a:pt x="1586431" y="1988706"/>
                      <a:pt x="1586173" y="2007525"/>
                      <a:pt x="1574057" y="2026601"/>
                    </a:cubicBezTo>
                    <a:cubicBezTo>
                      <a:pt x="1561425" y="2046708"/>
                      <a:pt x="1563488" y="2056762"/>
                      <a:pt x="1582822" y="2070941"/>
                    </a:cubicBezTo>
                    <a:cubicBezTo>
                      <a:pt x="1598289" y="2082025"/>
                      <a:pt x="1613499" y="2093368"/>
                      <a:pt x="1627419" y="2106515"/>
                    </a:cubicBezTo>
                    <a:cubicBezTo>
                      <a:pt x="1636184" y="2114764"/>
                      <a:pt x="1641855" y="2124560"/>
                      <a:pt x="1644691" y="2135903"/>
                    </a:cubicBezTo>
                    <a:cubicBezTo>
                      <a:pt x="1651909" y="2165291"/>
                      <a:pt x="1650878" y="2194679"/>
                      <a:pt x="1643402" y="2223809"/>
                    </a:cubicBezTo>
                    <a:cubicBezTo>
                      <a:pt x="1641340" y="2231542"/>
                      <a:pt x="1638504" y="2240307"/>
                      <a:pt x="1628708" y="2240823"/>
                    </a:cubicBezTo>
                    <a:cubicBezTo>
                      <a:pt x="1618654" y="2241338"/>
                      <a:pt x="1616076" y="2232316"/>
                      <a:pt x="1612983" y="2224840"/>
                    </a:cubicBezTo>
                    <a:cubicBezTo>
                      <a:pt x="1608085" y="2213239"/>
                      <a:pt x="1607827" y="2200608"/>
                      <a:pt x="1604992" y="2188492"/>
                    </a:cubicBezTo>
                    <a:cubicBezTo>
                      <a:pt x="1603960" y="2184109"/>
                      <a:pt x="1605249" y="2175860"/>
                      <a:pt x="1599062" y="2176891"/>
                    </a:cubicBezTo>
                    <a:cubicBezTo>
                      <a:pt x="1592876" y="2177922"/>
                      <a:pt x="1596485" y="2185398"/>
                      <a:pt x="1597516" y="2189781"/>
                    </a:cubicBezTo>
                    <a:cubicBezTo>
                      <a:pt x="1598547" y="2194936"/>
                      <a:pt x="1598805" y="2200350"/>
                      <a:pt x="1599062" y="2205506"/>
                    </a:cubicBezTo>
                    <a:cubicBezTo>
                      <a:pt x="1599320" y="2212466"/>
                      <a:pt x="1596485" y="2218137"/>
                      <a:pt x="1590298" y="2220715"/>
                    </a:cubicBezTo>
                    <a:cubicBezTo>
                      <a:pt x="1583595" y="2223809"/>
                      <a:pt x="1576893" y="2222778"/>
                      <a:pt x="1570964" y="2218137"/>
                    </a:cubicBezTo>
                    <a:cubicBezTo>
                      <a:pt x="1559105" y="2209115"/>
                      <a:pt x="1555239" y="2195710"/>
                      <a:pt x="1560394" y="2180500"/>
                    </a:cubicBezTo>
                    <a:cubicBezTo>
                      <a:pt x="1562457" y="2174313"/>
                      <a:pt x="1565808" y="2168642"/>
                      <a:pt x="1568644" y="2162713"/>
                    </a:cubicBezTo>
                    <a:cubicBezTo>
                      <a:pt x="1572510" y="2154464"/>
                      <a:pt x="1575346" y="2145957"/>
                      <a:pt x="1576119" y="2136676"/>
                    </a:cubicBezTo>
                    <a:cubicBezTo>
                      <a:pt x="1576377" y="2133067"/>
                      <a:pt x="1575862" y="2129716"/>
                      <a:pt x="1572253" y="2127912"/>
                    </a:cubicBezTo>
                    <a:cubicBezTo>
                      <a:pt x="1568644" y="2126107"/>
                      <a:pt x="1565550" y="2127912"/>
                      <a:pt x="1562972" y="2130232"/>
                    </a:cubicBezTo>
                    <a:cubicBezTo>
                      <a:pt x="1556270" y="2136161"/>
                      <a:pt x="1553176" y="2143894"/>
                      <a:pt x="1552661" y="2152659"/>
                    </a:cubicBezTo>
                    <a:cubicBezTo>
                      <a:pt x="1552145" y="2157557"/>
                      <a:pt x="1552661" y="2162713"/>
                      <a:pt x="1552403" y="2167611"/>
                    </a:cubicBezTo>
                    <a:cubicBezTo>
                      <a:pt x="1552145" y="2177922"/>
                      <a:pt x="1545700" y="2182047"/>
                      <a:pt x="1536162" y="2177665"/>
                    </a:cubicBezTo>
                    <a:cubicBezTo>
                      <a:pt x="1527913" y="2173798"/>
                      <a:pt x="1522757" y="2166838"/>
                      <a:pt x="1519922" y="2158073"/>
                    </a:cubicBezTo>
                    <a:cubicBezTo>
                      <a:pt x="1518117" y="2152401"/>
                      <a:pt x="1517344" y="2146472"/>
                      <a:pt x="1517344" y="2140543"/>
                    </a:cubicBezTo>
                    <a:cubicBezTo>
                      <a:pt x="1517344" y="2120951"/>
                      <a:pt x="1517344" y="2101359"/>
                      <a:pt x="1517344" y="2081510"/>
                    </a:cubicBezTo>
                    <a:cubicBezTo>
                      <a:pt x="1517344" y="2070425"/>
                      <a:pt x="1515281" y="2059856"/>
                      <a:pt x="1512188" y="2049286"/>
                    </a:cubicBezTo>
                    <a:cubicBezTo>
                      <a:pt x="1509868" y="2041553"/>
                      <a:pt x="1506001" y="2034335"/>
                      <a:pt x="1499556" y="2028921"/>
                    </a:cubicBezTo>
                    <a:cubicBezTo>
                      <a:pt x="1493370" y="2023765"/>
                      <a:pt x="1489760" y="2024539"/>
                      <a:pt x="1487698" y="2032788"/>
                    </a:cubicBezTo>
                    <a:cubicBezTo>
                      <a:pt x="1483831" y="2047482"/>
                      <a:pt x="1484605" y="2062434"/>
                      <a:pt x="1486409" y="2077385"/>
                    </a:cubicBezTo>
                    <a:cubicBezTo>
                      <a:pt x="1488472" y="2094915"/>
                      <a:pt x="1490534" y="2112702"/>
                      <a:pt x="1492596" y="2130232"/>
                    </a:cubicBezTo>
                    <a:cubicBezTo>
                      <a:pt x="1494916" y="2148792"/>
                      <a:pt x="1489503" y="2165291"/>
                      <a:pt x="1479965" y="2181016"/>
                    </a:cubicBezTo>
                    <a:cubicBezTo>
                      <a:pt x="1473262" y="2192101"/>
                      <a:pt x="1465271" y="2202670"/>
                      <a:pt x="1460115" y="2214786"/>
                    </a:cubicBezTo>
                    <a:cubicBezTo>
                      <a:pt x="1457795" y="2220457"/>
                      <a:pt x="1452639" y="2222262"/>
                      <a:pt x="1446968" y="2220200"/>
                    </a:cubicBezTo>
                    <a:cubicBezTo>
                      <a:pt x="1436656" y="2216591"/>
                      <a:pt x="1429954" y="2209373"/>
                      <a:pt x="1426602" y="2198803"/>
                    </a:cubicBezTo>
                    <a:cubicBezTo>
                      <a:pt x="1422220" y="2184367"/>
                      <a:pt x="1426087" y="2170447"/>
                      <a:pt x="1426860" y="2156268"/>
                    </a:cubicBezTo>
                    <a:cubicBezTo>
                      <a:pt x="1427118" y="2153175"/>
                      <a:pt x="1427891" y="2150081"/>
                      <a:pt x="1427376" y="2146988"/>
                    </a:cubicBezTo>
                    <a:cubicBezTo>
                      <a:pt x="1426345" y="2140028"/>
                      <a:pt x="1422736" y="2137192"/>
                      <a:pt x="1415518" y="2138739"/>
                    </a:cubicBezTo>
                    <a:cubicBezTo>
                      <a:pt x="1410877" y="2139770"/>
                      <a:pt x="1406753" y="2141832"/>
                      <a:pt x="1402371" y="2143637"/>
                    </a:cubicBezTo>
                    <a:cubicBezTo>
                      <a:pt x="1392574" y="2147761"/>
                      <a:pt x="1386903" y="2145699"/>
                      <a:pt x="1383552" y="2135645"/>
                    </a:cubicBezTo>
                    <a:cubicBezTo>
                      <a:pt x="1378654" y="2120951"/>
                      <a:pt x="1380716" y="2106773"/>
                      <a:pt x="1386903" y="2093110"/>
                    </a:cubicBezTo>
                    <a:cubicBezTo>
                      <a:pt x="1394121" y="2077643"/>
                      <a:pt x="1402886" y="2062691"/>
                      <a:pt x="1411651" y="2047997"/>
                    </a:cubicBezTo>
                    <a:cubicBezTo>
                      <a:pt x="1422478" y="2030468"/>
                      <a:pt x="1432274" y="2012423"/>
                      <a:pt x="1437430" y="1992315"/>
                    </a:cubicBezTo>
                    <a:cubicBezTo>
                      <a:pt x="1442843" y="1971435"/>
                      <a:pt x="1437945" y="1952874"/>
                      <a:pt x="1424798" y="1936118"/>
                    </a:cubicBezTo>
                    <a:cubicBezTo>
                      <a:pt x="1422478" y="1933282"/>
                      <a:pt x="1420158" y="1930189"/>
                      <a:pt x="1418869" y="1926579"/>
                    </a:cubicBezTo>
                    <a:cubicBezTo>
                      <a:pt x="1418096" y="1924775"/>
                      <a:pt x="1417838" y="1921681"/>
                      <a:pt x="1415002" y="1921939"/>
                    </a:cubicBezTo>
                    <a:cubicBezTo>
                      <a:pt x="1412424" y="1922197"/>
                      <a:pt x="1411651" y="1924775"/>
                      <a:pt x="1411135" y="1926579"/>
                    </a:cubicBezTo>
                    <a:cubicBezTo>
                      <a:pt x="1406495" y="1940758"/>
                      <a:pt x="1403402" y="1955452"/>
                      <a:pt x="1402886" y="1970403"/>
                    </a:cubicBezTo>
                    <a:cubicBezTo>
                      <a:pt x="1402371" y="1982519"/>
                      <a:pt x="1401082" y="1994635"/>
                      <a:pt x="1405206" y="2006494"/>
                    </a:cubicBezTo>
                    <a:cubicBezTo>
                      <a:pt x="1406753" y="2011392"/>
                      <a:pt x="1403659" y="2016032"/>
                      <a:pt x="1401597" y="2020672"/>
                    </a:cubicBezTo>
                    <a:cubicBezTo>
                      <a:pt x="1392317" y="2042326"/>
                      <a:pt x="1378654" y="2061145"/>
                      <a:pt x="1363960" y="2079447"/>
                    </a:cubicBezTo>
                    <a:cubicBezTo>
                      <a:pt x="1351586" y="2094657"/>
                      <a:pt x="1339470" y="2110124"/>
                      <a:pt x="1328643" y="2126623"/>
                    </a:cubicBezTo>
                    <a:cubicBezTo>
                      <a:pt x="1324776" y="2132552"/>
                      <a:pt x="1320136" y="2137450"/>
                      <a:pt x="1313176" y="2139770"/>
                    </a:cubicBezTo>
                    <a:cubicBezTo>
                      <a:pt x="1306216" y="2142090"/>
                      <a:pt x="1301575" y="2138997"/>
                      <a:pt x="1300802" y="2131778"/>
                    </a:cubicBezTo>
                    <a:cubicBezTo>
                      <a:pt x="1300287" y="2127654"/>
                      <a:pt x="1301060" y="2123787"/>
                      <a:pt x="1302349" y="2119920"/>
                    </a:cubicBezTo>
                    <a:cubicBezTo>
                      <a:pt x="1305185" y="2111671"/>
                      <a:pt x="1307762" y="2103422"/>
                      <a:pt x="1309825" y="2094915"/>
                    </a:cubicBezTo>
                    <a:cubicBezTo>
                      <a:pt x="1310598" y="2091821"/>
                      <a:pt x="1312660" y="2087697"/>
                      <a:pt x="1309051" y="2085377"/>
                    </a:cubicBezTo>
                    <a:cubicBezTo>
                      <a:pt x="1305700" y="2083057"/>
                      <a:pt x="1302607" y="2086666"/>
                      <a:pt x="1300029" y="2088212"/>
                    </a:cubicBezTo>
                    <a:cubicBezTo>
                      <a:pt x="1296935" y="2090275"/>
                      <a:pt x="1294100" y="2092595"/>
                      <a:pt x="1290748" y="2094657"/>
                    </a:cubicBezTo>
                    <a:cubicBezTo>
                      <a:pt x="1286366" y="2097235"/>
                      <a:pt x="1281726" y="2098782"/>
                      <a:pt x="1276570" y="2098524"/>
                    </a:cubicBezTo>
                    <a:cubicBezTo>
                      <a:pt x="1268321" y="2098008"/>
                      <a:pt x="1263939" y="2092852"/>
                      <a:pt x="1265485" y="2084861"/>
                    </a:cubicBezTo>
                    <a:cubicBezTo>
                      <a:pt x="1266516" y="2079705"/>
                      <a:pt x="1268579" y="2074807"/>
                      <a:pt x="1271414" y="2070167"/>
                    </a:cubicBezTo>
                    <a:cubicBezTo>
                      <a:pt x="1281984" y="2053411"/>
                      <a:pt x="1293842" y="2037944"/>
                      <a:pt x="1309309" y="2025570"/>
                    </a:cubicBezTo>
                    <a:cubicBezTo>
                      <a:pt x="1316012" y="2020156"/>
                      <a:pt x="1321683" y="2014227"/>
                      <a:pt x="1325550" y="2006494"/>
                    </a:cubicBezTo>
                    <a:cubicBezTo>
                      <a:pt x="1337924" y="1980973"/>
                      <a:pt x="1345142" y="1954163"/>
                      <a:pt x="1348493" y="1926064"/>
                    </a:cubicBezTo>
                    <a:cubicBezTo>
                      <a:pt x="1349008" y="1922455"/>
                      <a:pt x="1348751" y="1918588"/>
                      <a:pt x="1348493" y="1914979"/>
                    </a:cubicBezTo>
                    <a:cubicBezTo>
                      <a:pt x="1348235" y="1912143"/>
                      <a:pt x="1348493" y="1908792"/>
                      <a:pt x="1345142" y="1908019"/>
                    </a:cubicBezTo>
                    <a:cubicBezTo>
                      <a:pt x="1342306" y="1907503"/>
                      <a:pt x="1340759" y="1910081"/>
                      <a:pt x="1339470" y="1911886"/>
                    </a:cubicBezTo>
                    <a:cubicBezTo>
                      <a:pt x="1335346" y="1917815"/>
                      <a:pt x="1331737" y="1924002"/>
                      <a:pt x="1325808" y="1928126"/>
                    </a:cubicBezTo>
                    <a:cubicBezTo>
                      <a:pt x="1307247" y="1941789"/>
                      <a:pt x="1287913" y="1941531"/>
                      <a:pt x="1268836" y="1929931"/>
                    </a:cubicBezTo>
                    <a:cubicBezTo>
                      <a:pt x="1248729" y="1917557"/>
                      <a:pt x="1234551" y="1901058"/>
                      <a:pt x="1236871" y="1875022"/>
                    </a:cubicBezTo>
                    <a:cubicBezTo>
                      <a:pt x="1237902" y="1863937"/>
                      <a:pt x="1243573" y="1860070"/>
                      <a:pt x="1253885" y="1863937"/>
                    </a:cubicBezTo>
                    <a:cubicBezTo>
                      <a:pt x="1278632" y="1873217"/>
                      <a:pt x="1303380" y="1872444"/>
                      <a:pt x="1328128" y="1864453"/>
                    </a:cubicBezTo>
                    <a:cubicBezTo>
                      <a:pt x="1331994" y="1863164"/>
                      <a:pt x="1336892" y="1862390"/>
                      <a:pt x="1336635" y="1857235"/>
                    </a:cubicBezTo>
                    <a:cubicBezTo>
                      <a:pt x="1336377" y="1852337"/>
                      <a:pt x="1331479" y="1851305"/>
                      <a:pt x="1327870" y="1850017"/>
                    </a:cubicBezTo>
                    <a:cubicBezTo>
                      <a:pt x="1318590" y="1846923"/>
                      <a:pt x="1309309" y="1844861"/>
                      <a:pt x="1299771" y="1843314"/>
                    </a:cubicBezTo>
                    <a:cubicBezTo>
                      <a:pt x="1286882" y="1840994"/>
                      <a:pt x="1275281" y="1835838"/>
                      <a:pt x="1264196" y="1829394"/>
                    </a:cubicBezTo>
                    <a:cubicBezTo>
                      <a:pt x="1252854" y="1822949"/>
                      <a:pt x="1247698" y="1812122"/>
                      <a:pt x="1251565" y="1804130"/>
                    </a:cubicBezTo>
                    <a:cubicBezTo>
                      <a:pt x="1254916" y="1796912"/>
                      <a:pt x="1265485" y="1794334"/>
                      <a:pt x="1277601" y="1797943"/>
                    </a:cubicBezTo>
                    <a:cubicBezTo>
                      <a:pt x="1287655" y="1800779"/>
                      <a:pt x="1296678" y="1805162"/>
                      <a:pt x="1305442" y="1810833"/>
                    </a:cubicBezTo>
                    <a:cubicBezTo>
                      <a:pt x="1320652" y="1820887"/>
                      <a:pt x="1337408" y="1822691"/>
                      <a:pt x="1354680" y="1818309"/>
                    </a:cubicBezTo>
                    <a:cubicBezTo>
                      <a:pt x="1363702" y="1815989"/>
                      <a:pt x="1365507" y="1811864"/>
                      <a:pt x="1362156" y="1803099"/>
                    </a:cubicBezTo>
                    <a:cubicBezTo>
                      <a:pt x="1360093" y="1797943"/>
                      <a:pt x="1360867" y="1792788"/>
                      <a:pt x="1361898" y="1787632"/>
                    </a:cubicBezTo>
                    <a:cubicBezTo>
                      <a:pt x="1367054" y="1763658"/>
                      <a:pt x="1373756" y="1739683"/>
                      <a:pt x="1376076" y="1715194"/>
                    </a:cubicBezTo>
                    <a:cubicBezTo>
                      <a:pt x="1377881" y="1695086"/>
                      <a:pt x="1378912" y="1674721"/>
                      <a:pt x="1373498" y="1654871"/>
                    </a:cubicBezTo>
                    <a:cubicBezTo>
                      <a:pt x="1372209" y="1649716"/>
                      <a:pt x="1370663" y="1644044"/>
                      <a:pt x="1364733" y="1642755"/>
                    </a:cubicBezTo>
                    <a:cubicBezTo>
                      <a:pt x="1358031" y="1641209"/>
                      <a:pt x="1354422" y="1646107"/>
                      <a:pt x="1351071" y="1650489"/>
                    </a:cubicBezTo>
                    <a:cubicBezTo>
                      <a:pt x="1344626" y="1658996"/>
                      <a:pt x="1339986" y="1668534"/>
                      <a:pt x="1334572" y="1677557"/>
                    </a:cubicBezTo>
                    <a:cubicBezTo>
                      <a:pt x="1329159" y="1687095"/>
                      <a:pt x="1321941" y="1695344"/>
                      <a:pt x="1315238" y="1703851"/>
                    </a:cubicBezTo>
                    <a:cubicBezTo>
                      <a:pt x="1309825" y="1710811"/>
                      <a:pt x="1303896" y="1709522"/>
                      <a:pt x="1300287" y="1701789"/>
                    </a:cubicBezTo>
                    <a:cubicBezTo>
                      <a:pt x="1299513" y="1700242"/>
                      <a:pt x="1299255" y="1698953"/>
                      <a:pt x="1298740" y="1697406"/>
                    </a:cubicBezTo>
                    <a:cubicBezTo>
                      <a:pt x="1295904" y="1689157"/>
                      <a:pt x="1292037" y="1688126"/>
                      <a:pt x="1285077" y="1693282"/>
                    </a:cubicBezTo>
                    <a:cubicBezTo>
                      <a:pt x="1284046" y="1694055"/>
                      <a:pt x="1283273" y="1694828"/>
                      <a:pt x="1282241" y="1695602"/>
                    </a:cubicBezTo>
                    <a:cubicBezTo>
                      <a:pt x="1274250" y="1702304"/>
                      <a:pt x="1270383" y="1702820"/>
                      <a:pt x="1262134" y="1697664"/>
                    </a:cubicBezTo>
                    <a:cubicBezTo>
                      <a:pt x="1254400" y="1693024"/>
                      <a:pt x="1251565" y="1686579"/>
                      <a:pt x="1253369" y="1678072"/>
                    </a:cubicBezTo>
                    <a:cubicBezTo>
                      <a:pt x="1254658" y="1671885"/>
                      <a:pt x="1257494" y="1666472"/>
                      <a:pt x="1260845" y="1661058"/>
                    </a:cubicBezTo>
                    <a:cubicBezTo>
                      <a:pt x="1267032" y="1651262"/>
                      <a:pt x="1274250" y="1642240"/>
                      <a:pt x="1279406" y="1631928"/>
                    </a:cubicBezTo>
                    <a:cubicBezTo>
                      <a:pt x="1284562" y="1621101"/>
                      <a:pt x="1281468" y="1615945"/>
                      <a:pt x="1269352" y="1614141"/>
                    </a:cubicBezTo>
                    <a:cubicBezTo>
                      <a:pt x="1256720" y="1612079"/>
                      <a:pt x="1243831" y="1612336"/>
                      <a:pt x="1231199" y="1612336"/>
                    </a:cubicBezTo>
                    <a:cubicBezTo>
                      <a:pt x="1224755" y="1612336"/>
                      <a:pt x="1218052" y="1612594"/>
                      <a:pt x="1211608" y="1612079"/>
                    </a:cubicBezTo>
                    <a:cubicBezTo>
                      <a:pt x="1197429" y="1611047"/>
                      <a:pt x="1191242" y="1601767"/>
                      <a:pt x="1195883" y="1588104"/>
                    </a:cubicBezTo>
                    <a:cubicBezTo>
                      <a:pt x="1196914" y="1585269"/>
                      <a:pt x="1197945" y="1582433"/>
                      <a:pt x="1198460" y="1579082"/>
                    </a:cubicBezTo>
                    <a:cubicBezTo>
                      <a:pt x="1199749" y="1568255"/>
                      <a:pt x="1203616" y="1564904"/>
                      <a:pt x="1214443" y="1566708"/>
                    </a:cubicBezTo>
                    <a:cubicBezTo>
                      <a:pt x="1221919" y="1567739"/>
                      <a:pt x="1229395" y="1567739"/>
                      <a:pt x="1236871" y="1567739"/>
                    </a:cubicBezTo>
                    <a:cubicBezTo>
                      <a:pt x="1239449" y="1567739"/>
                      <a:pt x="1243058" y="1568255"/>
                      <a:pt x="1243573" y="1564388"/>
                    </a:cubicBezTo>
                    <a:cubicBezTo>
                      <a:pt x="1244089" y="1561552"/>
                      <a:pt x="1241511" y="1560005"/>
                      <a:pt x="1239449" y="1558717"/>
                    </a:cubicBezTo>
                    <a:cubicBezTo>
                      <a:pt x="1230684" y="1553045"/>
                      <a:pt x="1221919" y="1548147"/>
                      <a:pt x="1213154" y="1542734"/>
                    </a:cubicBezTo>
                    <a:cubicBezTo>
                      <a:pt x="1206967" y="1538867"/>
                      <a:pt x="1204132" y="1533969"/>
                      <a:pt x="1206710" y="1527009"/>
                    </a:cubicBezTo>
                    <a:cubicBezTo>
                      <a:pt x="1209288" y="1520306"/>
                      <a:pt x="1214701" y="1519275"/>
                      <a:pt x="1221404" y="1520822"/>
                    </a:cubicBezTo>
                    <a:cubicBezTo>
                      <a:pt x="1237386" y="1524173"/>
                      <a:pt x="1253111" y="1527266"/>
                      <a:pt x="1268836" y="1531133"/>
                    </a:cubicBezTo>
                    <a:cubicBezTo>
                      <a:pt x="1276828" y="1532938"/>
                      <a:pt x="1283788" y="1538094"/>
                      <a:pt x="1289202" y="1543765"/>
                    </a:cubicBezTo>
                    <a:cubicBezTo>
                      <a:pt x="1305185" y="1560521"/>
                      <a:pt x="1325292" y="1561810"/>
                      <a:pt x="1346173" y="1560005"/>
                    </a:cubicBezTo>
                    <a:cubicBezTo>
                      <a:pt x="1355195" y="1559232"/>
                      <a:pt x="1365249" y="1547889"/>
                      <a:pt x="1365765" y="1537578"/>
                    </a:cubicBezTo>
                    <a:cubicBezTo>
                      <a:pt x="1366538" y="1521080"/>
                      <a:pt x="1366022" y="1504581"/>
                      <a:pt x="1366022" y="1488083"/>
                    </a:cubicBezTo>
                    <a:cubicBezTo>
                      <a:pt x="1366022" y="1483443"/>
                      <a:pt x="1364218" y="1479576"/>
                      <a:pt x="1360867" y="1476482"/>
                    </a:cubicBezTo>
                    <a:cubicBezTo>
                      <a:pt x="1351071" y="1467460"/>
                      <a:pt x="1342821" y="1456890"/>
                      <a:pt x="1333541" y="1447095"/>
                    </a:cubicBezTo>
                    <a:cubicBezTo>
                      <a:pt x="1302349" y="1413324"/>
                      <a:pt x="1265485" y="1385741"/>
                      <a:pt x="1230684" y="1356353"/>
                    </a:cubicBezTo>
                    <a:cubicBezTo>
                      <a:pt x="1198976" y="1329543"/>
                      <a:pt x="1167010" y="1303507"/>
                      <a:pt x="1135302" y="1276697"/>
                    </a:cubicBezTo>
                    <a:cubicBezTo>
                      <a:pt x="1125507" y="1268448"/>
                      <a:pt x="1115453" y="1260972"/>
                      <a:pt x="1102821" y="1256847"/>
                    </a:cubicBezTo>
                    <a:cubicBezTo>
                      <a:pt x="1095345" y="1254527"/>
                      <a:pt x="1088901" y="1250403"/>
                      <a:pt x="1081425" y="1248082"/>
                    </a:cubicBezTo>
                    <a:cubicBezTo>
                      <a:pt x="1057966" y="1242153"/>
                      <a:pt x="1034250" y="1242411"/>
                      <a:pt x="1010791" y="1248340"/>
                    </a:cubicBezTo>
                    <a:cubicBezTo>
                      <a:pt x="1007182" y="1249114"/>
                      <a:pt x="1004088" y="1251176"/>
                      <a:pt x="1000737" y="1253238"/>
                    </a:cubicBezTo>
                    <a:cubicBezTo>
                      <a:pt x="961296" y="1280564"/>
                      <a:pt x="925721" y="1312787"/>
                      <a:pt x="888600" y="1343464"/>
                    </a:cubicBezTo>
                    <a:cubicBezTo>
                      <a:pt x="857407" y="1369243"/>
                      <a:pt x="826215" y="1395021"/>
                      <a:pt x="795280" y="1421058"/>
                    </a:cubicBezTo>
                    <a:cubicBezTo>
                      <a:pt x="776978" y="1436525"/>
                      <a:pt x="760479" y="1454055"/>
                      <a:pt x="744239" y="1471842"/>
                    </a:cubicBezTo>
                    <a:cubicBezTo>
                      <a:pt x="742434" y="1473647"/>
                      <a:pt x="741403" y="1475967"/>
                      <a:pt x="739341" y="1477513"/>
                    </a:cubicBezTo>
                    <a:cubicBezTo>
                      <a:pt x="725678" y="1487309"/>
                      <a:pt x="722327" y="1500972"/>
                      <a:pt x="723873" y="1516955"/>
                    </a:cubicBezTo>
                    <a:cubicBezTo>
                      <a:pt x="724647" y="1525977"/>
                      <a:pt x="724647" y="1535000"/>
                      <a:pt x="722584" y="1544023"/>
                    </a:cubicBezTo>
                    <a:cubicBezTo>
                      <a:pt x="719749" y="1555881"/>
                      <a:pt x="734443" y="1572637"/>
                      <a:pt x="747332" y="1572379"/>
                    </a:cubicBezTo>
                    <a:cubicBezTo>
                      <a:pt x="786774" y="1570833"/>
                      <a:pt x="772595" y="1576504"/>
                      <a:pt x="807139" y="1550983"/>
                    </a:cubicBezTo>
                    <a:cubicBezTo>
                      <a:pt x="812037" y="1547374"/>
                      <a:pt x="816935" y="1544281"/>
                      <a:pt x="822864" y="1542992"/>
                    </a:cubicBezTo>
                    <a:cubicBezTo>
                      <a:pt x="837815" y="1539898"/>
                      <a:pt x="852767" y="1536289"/>
                      <a:pt x="867719" y="1533453"/>
                    </a:cubicBezTo>
                    <a:cubicBezTo>
                      <a:pt x="873906" y="1532422"/>
                      <a:pt x="879577" y="1531907"/>
                      <a:pt x="882413" y="1539382"/>
                    </a:cubicBezTo>
                    <a:cubicBezTo>
                      <a:pt x="885248" y="1546343"/>
                      <a:pt x="882670" y="1551241"/>
                      <a:pt x="876484" y="1555108"/>
                    </a:cubicBezTo>
                    <a:cubicBezTo>
                      <a:pt x="868492" y="1560005"/>
                      <a:pt x="860501" y="1564646"/>
                      <a:pt x="852509" y="1569801"/>
                    </a:cubicBezTo>
                    <a:cubicBezTo>
                      <a:pt x="849158" y="1571864"/>
                      <a:pt x="844002" y="1573410"/>
                      <a:pt x="845549" y="1578308"/>
                    </a:cubicBezTo>
                    <a:cubicBezTo>
                      <a:pt x="847096" y="1582949"/>
                      <a:pt x="851994" y="1580628"/>
                      <a:pt x="855603" y="1580371"/>
                    </a:cubicBezTo>
                    <a:cubicBezTo>
                      <a:pt x="864625" y="1579597"/>
                      <a:pt x="873648" y="1579597"/>
                      <a:pt x="882670" y="1580371"/>
                    </a:cubicBezTo>
                    <a:cubicBezTo>
                      <a:pt x="893498" y="1581144"/>
                      <a:pt x="903551" y="1600478"/>
                      <a:pt x="898138" y="1610016"/>
                    </a:cubicBezTo>
                    <a:cubicBezTo>
                      <a:pt x="895818" y="1614141"/>
                      <a:pt x="892209" y="1616203"/>
                      <a:pt x="887569" y="1616461"/>
                    </a:cubicBezTo>
                    <a:cubicBezTo>
                      <a:pt x="878030" y="1616719"/>
                      <a:pt x="868234" y="1616977"/>
                      <a:pt x="858696" y="1615945"/>
                    </a:cubicBezTo>
                    <a:cubicBezTo>
                      <a:pt x="844260" y="1614399"/>
                      <a:pt x="829308" y="1613625"/>
                      <a:pt x="814872" y="1616461"/>
                    </a:cubicBezTo>
                    <a:cubicBezTo>
                      <a:pt x="803788" y="1618781"/>
                      <a:pt x="801725" y="1623937"/>
                      <a:pt x="806881" y="1633991"/>
                    </a:cubicBezTo>
                    <a:cubicBezTo>
                      <a:pt x="812552" y="1645075"/>
                      <a:pt x="820286" y="1655129"/>
                      <a:pt x="826988" y="1665441"/>
                    </a:cubicBezTo>
                    <a:cubicBezTo>
                      <a:pt x="831113" y="1671627"/>
                      <a:pt x="833175" y="1678072"/>
                      <a:pt x="832660" y="1685806"/>
                    </a:cubicBezTo>
                    <a:cubicBezTo>
                      <a:pt x="831371" y="1698953"/>
                      <a:pt x="818224" y="1705913"/>
                      <a:pt x="806623" y="1698953"/>
                    </a:cubicBezTo>
                    <a:cubicBezTo>
                      <a:pt x="805850" y="1698437"/>
                      <a:pt x="805076" y="1697922"/>
                      <a:pt x="804303" y="1697406"/>
                    </a:cubicBezTo>
                    <a:cubicBezTo>
                      <a:pt x="791671" y="1688642"/>
                      <a:pt x="791414" y="1688642"/>
                      <a:pt x="786000" y="1703078"/>
                    </a:cubicBezTo>
                    <a:cubicBezTo>
                      <a:pt x="784711" y="1706171"/>
                      <a:pt x="783422" y="1708749"/>
                      <a:pt x="779813" y="1709265"/>
                    </a:cubicBezTo>
                    <a:cubicBezTo>
                      <a:pt x="775173" y="1710038"/>
                      <a:pt x="772080" y="1707202"/>
                      <a:pt x="769760" y="1703851"/>
                    </a:cubicBezTo>
                    <a:cubicBezTo>
                      <a:pt x="759448" y="1689930"/>
                      <a:pt x="748879" y="1676010"/>
                      <a:pt x="740887" y="1660285"/>
                    </a:cubicBezTo>
                    <a:cubicBezTo>
                      <a:pt x="738825" y="1656160"/>
                      <a:pt x="736247" y="1652293"/>
                      <a:pt x="733154" y="1648684"/>
                    </a:cubicBezTo>
                    <a:cubicBezTo>
                      <a:pt x="725936" y="1640693"/>
                      <a:pt x="717171" y="1641982"/>
                      <a:pt x="713820" y="1652293"/>
                    </a:cubicBezTo>
                    <a:cubicBezTo>
                      <a:pt x="708922" y="1668534"/>
                      <a:pt x="706859" y="1685032"/>
                      <a:pt x="708406" y="1702047"/>
                    </a:cubicBezTo>
                    <a:cubicBezTo>
                      <a:pt x="710984" y="1731950"/>
                      <a:pt x="718460" y="1760822"/>
                      <a:pt x="724647" y="1790210"/>
                    </a:cubicBezTo>
                    <a:cubicBezTo>
                      <a:pt x="725678" y="1795623"/>
                      <a:pt x="725936" y="1800521"/>
                      <a:pt x="723873" y="1805677"/>
                    </a:cubicBezTo>
                    <a:cubicBezTo>
                      <a:pt x="721038" y="1812637"/>
                      <a:pt x="723100" y="1817535"/>
                      <a:pt x="730576" y="1819082"/>
                    </a:cubicBezTo>
                    <a:cubicBezTo>
                      <a:pt x="747590" y="1822433"/>
                      <a:pt x="764346" y="1822949"/>
                      <a:pt x="780071" y="1812637"/>
                    </a:cubicBezTo>
                    <a:cubicBezTo>
                      <a:pt x="792187" y="1804646"/>
                      <a:pt x="805076" y="1796912"/>
                      <a:pt x="820801" y="1798459"/>
                    </a:cubicBezTo>
                    <a:cubicBezTo>
                      <a:pt x="826988" y="1798975"/>
                      <a:pt x="832660" y="1800264"/>
                      <a:pt x="835238" y="1806708"/>
                    </a:cubicBezTo>
                    <a:cubicBezTo>
                      <a:pt x="837815" y="1813153"/>
                      <a:pt x="834980" y="1818051"/>
                      <a:pt x="830597" y="1822691"/>
                    </a:cubicBezTo>
                    <a:cubicBezTo>
                      <a:pt x="818739" y="1835838"/>
                      <a:pt x="802241" y="1840221"/>
                      <a:pt x="786000" y="1844603"/>
                    </a:cubicBezTo>
                    <a:cubicBezTo>
                      <a:pt x="776462" y="1847181"/>
                      <a:pt x="766408" y="1848212"/>
                      <a:pt x="757128" y="1852079"/>
                    </a:cubicBezTo>
                    <a:cubicBezTo>
                      <a:pt x="753777" y="1853368"/>
                      <a:pt x="749394" y="1854399"/>
                      <a:pt x="749652" y="1859039"/>
                    </a:cubicBezTo>
                    <a:cubicBezTo>
                      <a:pt x="749910" y="1863164"/>
                      <a:pt x="753777" y="1864195"/>
                      <a:pt x="756870" y="1865226"/>
                    </a:cubicBezTo>
                    <a:cubicBezTo>
                      <a:pt x="781102" y="1873217"/>
                      <a:pt x="805850" y="1874506"/>
                      <a:pt x="830340" y="1865999"/>
                    </a:cubicBezTo>
                    <a:cubicBezTo>
                      <a:pt x="843229" y="1861617"/>
                      <a:pt x="848900" y="1865226"/>
                      <a:pt x="849931" y="1878889"/>
                    </a:cubicBezTo>
                    <a:cubicBezTo>
                      <a:pt x="850963" y="1893583"/>
                      <a:pt x="844260" y="1905441"/>
                      <a:pt x="835753" y="1916526"/>
                    </a:cubicBezTo>
                    <a:cubicBezTo>
                      <a:pt x="822090" y="1934313"/>
                      <a:pt x="795796" y="1943078"/>
                      <a:pt x="775689" y="1937407"/>
                    </a:cubicBezTo>
                    <a:cubicBezTo>
                      <a:pt x="764604" y="1934313"/>
                      <a:pt x="757901" y="1926322"/>
                      <a:pt x="750941" y="1918330"/>
                    </a:cubicBezTo>
                    <a:cubicBezTo>
                      <a:pt x="749394" y="1916784"/>
                      <a:pt x="748621" y="1914721"/>
                      <a:pt x="747074" y="1912917"/>
                    </a:cubicBezTo>
                    <a:cubicBezTo>
                      <a:pt x="745270" y="1910854"/>
                      <a:pt x="743723" y="1908019"/>
                      <a:pt x="740372" y="1909308"/>
                    </a:cubicBezTo>
                    <a:cubicBezTo>
                      <a:pt x="737278" y="1910597"/>
                      <a:pt x="736763" y="1913690"/>
                      <a:pt x="737020" y="1916526"/>
                    </a:cubicBezTo>
                    <a:cubicBezTo>
                      <a:pt x="737794" y="1924775"/>
                      <a:pt x="738052" y="1933282"/>
                      <a:pt x="739856" y="1941531"/>
                    </a:cubicBezTo>
                    <a:cubicBezTo>
                      <a:pt x="744239" y="1963701"/>
                      <a:pt x="749652" y="1985355"/>
                      <a:pt x="759706" y="2005720"/>
                    </a:cubicBezTo>
                    <a:cubicBezTo>
                      <a:pt x="763573" y="2013712"/>
                      <a:pt x="768986" y="2020156"/>
                      <a:pt x="775946" y="2025828"/>
                    </a:cubicBezTo>
                    <a:cubicBezTo>
                      <a:pt x="791929" y="2038975"/>
                      <a:pt x="805076" y="2054700"/>
                      <a:pt x="815646" y="2072745"/>
                    </a:cubicBezTo>
                    <a:cubicBezTo>
                      <a:pt x="817708" y="2076612"/>
                      <a:pt x="819770" y="2080479"/>
                      <a:pt x="820801" y="2084861"/>
                    </a:cubicBezTo>
                    <a:cubicBezTo>
                      <a:pt x="823122" y="2094399"/>
                      <a:pt x="816677" y="2101875"/>
                      <a:pt x="806881" y="2100071"/>
                    </a:cubicBezTo>
                    <a:cubicBezTo>
                      <a:pt x="800178" y="2099040"/>
                      <a:pt x="794765" y="2095430"/>
                      <a:pt x="789351" y="2091564"/>
                    </a:cubicBezTo>
                    <a:cubicBezTo>
                      <a:pt x="787031" y="2090017"/>
                      <a:pt x="784969" y="2087954"/>
                      <a:pt x="782391" y="2086923"/>
                    </a:cubicBezTo>
                    <a:cubicBezTo>
                      <a:pt x="780587" y="2086150"/>
                      <a:pt x="778782" y="2085377"/>
                      <a:pt x="776978" y="2086408"/>
                    </a:cubicBezTo>
                    <a:cubicBezTo>
                      <a:pt x="774657" y="2087697"/>
                      <a:pt x="775173" y="2090275"/>
                      <a:pt x="775689" y="2092337"/>
                    </a:cubicBezTo>
                    <a:cubicBezTo>
                      <a:pt x="777493" y="2099813"/>
                      <a:pt x="779813" y="2107289"/>
                      <a:pt x="782391" y="2114764"/>
                    </a:cubicBezTo>
                    <a:cubicBezTo>
                      <a:pt x="784196" y="2120178"/>
                      <a:pt x="786000" y="2125334"/>
                      <a:pt x="786258" y="2131005"/>
                    </a:cubicBezTo>
                    <a:cubicBezTo>
                      <a:pt x="786516" y="2139770"/>
                      <a:pt x="780071" y="2144410"/>
                      <a:pt x="772080" y="2140801"/>
                    </a:cubicBezTo>
                    <a:cubicBezTo>
                      <a:pt x="767182" y="2138481"/>
                      <a:pt x="763057" y="2135387"/>
                      <a:pt x="759964" y="2130747"/>
                    </a:cubicBezTo>
                    <a:cubicBezTo>
                      <a:pt x="743723" y="2105484"/>
                      <a:pt x="723616" y="2083314"/>
                      <a:pt x="706086" y="2059082"/>
                    </a:cubicBezTo>
                    <a:cubicBezTo>
                      <a:pt x="697321" y="2046966"/>
                      <a:pt x="690103" y="2033819"/>
                      <a:pt x="684174" y="2020156"/>
                    </a:cubicBezTo>
                    <a:cubicBezTo>
                      <a:pt x="681596" y="2014227"/>
                      <a:pt x="681596" y="2008556"/>
                      <a:pt x="682885" y="2002111"/>
                    </a:cubicBezTo>
                    <a:cubicBezTo>
                      <a:pt x="687525" y="1976590"/>
                      <a:pt x="683143" y="1951843"/>
                      <a:pt x="675409" y="1927611"/>
                    </a:cubicBezTo>
                    <a:cubicBezTo>
                      <a:pt x="674894" y="1925806"/>
                      <a:pt x="674120" y="1923744"/>
                      <a:pt x="672058" y="1923486"/>
                    </a:cubicBezTo>
                    <a:cubicBezTo>
                      <a:pt x="669738" y="1923228"/>
                      <a:pt x="669222" y="1925548"/>
                      <a:pt x="668449" y="1927095"/>
                    </a:cubicBezTo>
                    <a:cubicBezTo>
                      <a:pt x="665356" y="1933797"/>
                      <a:pt x="660458" y="1938953"/>
                      <a:pt x="656591" y="1945140"/>
                    </a:cubicBezTo>
                    <a:cubicBezTo>
                      <a:pt x="648084" y="1959061"/>
                      <a:pt x="644990" y="1973755"/>
                      <a:pt x="648857" y="1989737"/>
                    </a:cubicBezTo>
                    <a:cubicBezTo>
                      <a:pt x="654786" y="2015516"/>
                      <a:pt x="668707" y="2037428"/>
                      <a:pt x="681854" y="2059598"/>
                    </a:cubicBezTo>
                    <a:cubicBezTo>
                      <a:pt x="691134" y="2075065"/>
                      <a:pt x="700672" y="2090532"/>
                      <a:pt x="705055" y="2108320"/>
                    </a:cubicBezTo>
                    <a:cubicBezTo>
                      <a:pt x="707633" y="2118374"/>
                      <a:pt x="707633" y="2128169"/>
                      <a:pt x="703250" y="2137450"/>
                    </a:cubicBezTo>
                    <a:cubicBezTo>
                      <a:pt x="699126" y="2146215"/>
                      <a:pt x="693197" y="2148535"/>
                      <a:pt x="684174" y="2144668"/>
                    </a:cubicBezTo>
                    <a:cubicBezTo>
                      <a:pt x="680565" y="2143121"/>
                      <a:pt x="676956" y="2141059"/>
                      <a:pt x="673089" y="2140028"/>
                    </a:cubicBezTo>
                    <a:cubicBezTo>
                      <a:pt x="665098" y="2137965"/>
                      <a:pt x="660973" y="2140801"/>
                      <a:pt x="660200" y="2148792"/>
                    </a:cubicBezTo>
                    <a:cubicBezTo>
                      <a:pt x="659684" y="2152401"/>
                      <a:pt x="660200" y="2156268"/>
                      <a:pt x="660715" y="2159877"/>
                    </a:cubicBezTo>
                    <a:cubicBezTo>
                      <a:pt x="662520" y="2171993"/>
                      <a:pt x="662262" y="2184109"/>
                      <a:pt x="661231" y="2196225"/>
                    </a:cubicBezTo>
                    <a:cubicBezTo>
                      <a:pt x="660200" y="2208341"/>
                      <a:pt x="651693" y="2218395"/>
                      <a:pt x="640608" y="2221489"/>
                    </a:cubicBezTo>
                    <a:cubicBezTo>
                      <a:pt x="635710" y="2222778"/>
                      <a:pt x="630554" y="2222778"/>
                      <a:pt x="628234" y="2217880"/>
                    </a:cubicBezTo>
                    <a:cubicBezTo>
                      <a:pt x="622047" y="2203443"/>
                      <a:pt x="612767" y="2190812"/>
                      <a:pt x="604518" y="2177665"/>
                    </a:cubicBezTo>
                    <a:cubicBezTo>
                      <a:pt x="593691" y="2160135"/>
                      <a:pt x="593691" y="2141059"/>
                      <a:pt x="595495" y="2121725"/>
                    </a:cubicBezTo>
                    <a:cubicBezTo>
                      <a:pt x="597815" y="2098782"/>
                      <a:pt x="602713" y="2076096"/>
                      <a:pt x="602198" y="2052895"/>
                    </a:cubicBezTo>
                    <a:cubicBezTo>
                      <a:pt x="602198" y="2046708"/>
                      <a:pt x="601166" y="2040522"/>
                      <a:pt x="599620" y="2034335"/>
                    </a:cubicBezTo>
                    <a:cubicBezTo>
                      <a:pt x="597557" y="2025828"/>
                      <a:pt x="592659" y="2024539"/>
                      <a:pt x="586215" y="2030726"/>
                    </a:cubicBezTo>
                    <a:cubicBezTo>
                      <a:pt x="581575" y="2035108"/>
                      <a:pt x="578481" y="2040522"/>
                      <a:pt x="576161" y="2046193"/>
                    </a:cubicBezTo>
                    <a:cubicBezTo>
                      <a:pt x="572294" y="2056504"/>
                      <a:pt x="569716" y="2067074"/>
                      <a:pt x="569716" y="2078159"/>
                    </a:cubicBezTo>
                    <a:cubicBezTo>
                      <a:pt x="569716" y="2098524"/>
                      <a:pt x="569716" y="2118631"/>
                      <a:pt x="569716" y="2138997"/>
                    </a:cubicBezTo>
                    <a:cubicBezTo>
                      <a:pt x="569716" y="2148792"/>
                      <a:pt x="567912" y="2158073"/>
                      <a:pt x="563272" y="2166838"/>
                    </a:cubicBezTo>
                    <a:cubicBezTo>
                      <a:pt x="559663" y="2173798"/>
                      <a:pt x="553991" y="2177665"/>
                      <a:pt x="546773" y="2179727"/>
                    </a:cubicBezTo>
                    <a:cubicBezTo>
                      <a:pt x="538524" y="2182047"/>
                      <a:pt x="533368" y="2177922"/>
                      <a:pt x="534142" y="2169158"/>
                    </a:cubicBezTo>
                    <a:cubicBezTo>
                      <a:pt x="534915" y="2160909"/>
                      <a:pt x="534915" y="2152917"/>
                      <a:pt x="532337" y="2145183"/>
                    </a:cubicBezTo>
                    <a:cubicBezTo>
                      <a:pt x="530790" y="2140028"/>
                      <a:pt x="527955" y="2135645"/>
                      <a:pt x="524088" y="2132036"/>
                    </a:cubicBezTo>
                    <a:cubicBezTo>
                      <a:pt x="521510" y="2129716"/>
                      <a:pt x="518417" y="2127654"/>
                      <a:pt x="514808" y="2129201"/>
                    </a:cubicBezTo>
                    <a:cubicBezTo>
                      <a:pt x="510683" y="2131005"/>
                      <a:pt x="509910" y="2134872"/>
                      <a:pt x="510425" y="2138739"/>
                    </a:cubicBezTo>
                    <a:cubicBezTo>
                      <a:pt x="511714" y="2148792"/>
                      <a:pt x="515065" y="2158073"/>
                      <a:pt x="519448" y="2167095"/>
                    </a:cubicBezTo>
                    <a:cubicBezTo>
                      <a:pt x="523057" y="2174056"/>
                      <a:pt x="526666" y="2181016"/>
                      <a:pt x="527697" y="2188750"/>
                    </a:cubicBezTo>
                    <a:cubicBezTo>
                      <a:pt x="530017" y="2203959"/>
                      <a:pt x="523314" y="2216848"/>
                      <a:pt x="510167" y="2222520"/>
                    </a:cubicBezTo>
                    <a:cubicBezTo>
                      <a:pt x="498567" y="2227418"/>
                      <a:pt x="488771" y="2221231"/>
                      <a:pt x="487998" y="2208599"/>
                    </a:cubicBezTo>
                    <a:cubicBezTo>
                      <a:pt x="487482" y="2201381"/>
                      <a:pt x="487482" y="2194163"/>
                      <a:pt x="489802" y="2187203"/>
                    </a:cubicBezTo>
                    <a:cubicBezTo>
                      <a:pt x="490318" y="2185914"/>
                      <a:pt x="490575" y="2184883"/>
                      <a:pt x="490575" y="2183594"/>
                    </a:cubicBezTo>
                    <a:cubicBezTo>
                      <a:pt x="490833" y="2181016"/>
                      <a:pt x="490833" y="2178180"/>
                      <a:pt x="487740" y="2177407"/>
                    </a:cubicBezTo>
                    <a:cubicBezTo>
                      <a:pt x="484389" y="2176634"/>
                      <a:pt x="483615" y="2179469"/>
                      <a:pt x="482842" y="2181789"/>
                    </a:cubicBezTo>
                    <a:cubicBezTo>
                      <a:pt x="481295" y="2187461"/>
                      <a:pt x="480780" y="2193390"/>
                      <a:pt x="479748" y="2199319"/>
                    </a:cubicBezTo>
                    <a:cubicBezTo>
                      <a:pt x="477686" y="2210404"/>
                      <a:pt x="476139" y="2221489"/>
                      <a:pt x="470726" y="2231542"/>
                    </a:cubicBezTo>
                    <a:cubicBezTo>
                      <a:pt x="467890" y="2236956"/>
                      <a:pt x="464281" y="2241854"/>
                      <a:pt x="457321" y="2241854"/>
                    </a:cubicBezTo>
                    <a:cubicBezTo>
                      <a:pt x="450103" y="2241854"/>
                      <a:pt x="447267" y="2236440"/>
                      <a:pt x="444689" y="2230769"/>
                    </a:cubicBezTo>
                    <a:cubicBezTo>
                      <a:pt x="440049" y="2219684"/>
                      <a:pt x="437987" y="2207826"/>
                      <a:pt x="437471" y="2196225"/>
                    </a:cubicBezTo>
                    <a:cubicBezTo>
                      <a:pt x="436440" y="2179469"/>
                      <a:pt x="436440" y="2162713"/>
                      <a:pt x="439018" y="2145957"/>
                    </a:cubicBezTo>
                    <a:cubicBezTo>
                      <a:pt x="442369" y="2122240"/>
                      <a:pt x="457579" y="2107289"/>
                      <a:pt x="474593" y="2093110"/>
                    </a:cubicBezTo>
                    <a:cubicBezTo>
                      <a:pt x="483873" y="2085377"/>
                      <a:pt x="494185" y="2078932"/>
                      <a:pt x="503980" y="2071456"/>
                    </a:cubicBezTo>
                    <a:cubicBezTo>
                      <a:pt x="522026" y="2057536"/>
                      <a:pt x="524088" y="2047740"/>
                      <a:pt x="511972" y="2028406"/>
                    </a:cubicBezTo>
                    <a:cubicBezTo>
                      <a:pt x="499856" y="2009072"/>
                      <a:pt x="499598" y="1989480"/>
                      <a:pt x="509652" y="1969888"/>
                    </a:cubicBezTo>
                    <a:cubicBezTo>
                      <a:pt x="520737" y="1948491"/>
                      <a:pt x="532079" y="1927611"/>
                      <a:pt x="539297" y="1904410"/>
                    </a:cubicBezTo>
                    <a:cubicBezTo>
                      <a:pt x="541617" y="1897192"/>
                      <a:pt x="543164" y="1889974"/>
                      <a:pt x="544969" y="1882756"/>
                    </a:cubicBezTo>
                    <a:cubicBezTo>
                      <a:pt x="545484" y="1880178"/>
                      <a:pt x="546258" y="1877342"/>
                      <a:pt x="544969" y="1874764"/>
                    </a:cubicBezTo>
                    <a:cubicBezTo>
                      <a:pt x="541875" y="1874249"/>
                      <a:pt x="540586" y="1876053"/>
                      <a:pt x="539040" y="1877600"/>
                    </a:cubicBezTo>
                    <a:cubicBezTo>
                      <a:pt x="510683" y="1906472"/>
                      <a:pt x="493669" y="1940758"/>
                      <a:pt x="488771" y="1981488"/>
                    </a:cubicBezTo>
                    <a:cubicBezTo>
                      <a:pt x="485678" y="2006751"/>
                      <a:pt x="482584" y="2032272"/>
                      <a:pt x="475882" y="2057020"/>
                    </a:cubicBezTo>
                    <a:cubicBezTo>
                      <a:pt x="472015" y="2071198"/>
                      <a:pt x="465828" y="2084603"/>
                      <a:pt x="454743" y="2094657"/>
                    </a:cubicBezTo>
                    <a:cubicBezTo>
                      <a:pt x="451134" y="2098008"/>
                      <a:pt x="447267" y="2101102"/>
                      <a:pt x="442885" y="2101617"/>
                    </a:cubicBezTo>
                    <a:cubicBezTo>
                      <a:pt x="427417" y="2103422"/>
                      <a:pt x="419426" y="2114764"/>
                      <a:pt x="410404" y="2125076"/>
                    </a:cubicBezTo>
                    <a:cubicBezTo>
                      <a:pt x="407052" y="2128943"/>
                      <a:pt x="403701" y="2132552"/>
                      <a:pt x="400092" y="2135903"/>
                    </a:cubicBezTo>
                    <a:cubicBezTo>
                      <a:pt x="395710" y="2140028"/>
                      <a:pt x="391069" y="2142863"/>
                      <a:pt x="385140" y="2139770"/>
                    </a:cubicBezTo>
                    <a:cubicBezTo>
                      <a:pt x="378953" y="2136676"/>
                      <a:pt x="379469" y="2130747"/>
                      <a:pt x="379985" y="2125076"/>
                    </a:cubicBezTo>
                    <a:cubicBezTo>
                      <a:pt x="381273" y="2113476"/>
                      <a:pt x="384367" y="2102391"/>
                      <a:pt x="389523" y="2092079"/>
                    </a:cubicBezTo>
                    <a:cubicBezTo>
                      <a:pt x="390812" y="2089243"/>
                      <a:pt x="392874" y="2086666"/>
                      <a:pt x="392358" y="2083314"/>
                    </a:cubicBezTo>
                    <a:cubicBezTo>
                      <a:pt x="389265" y="2080994"/>
                      <a:pt x="387203" y="2083572"/>
                      <a:pt x="384883" y="2084603"/>
                    </a:cubicBezTo>
                    <a:cubicBezTo>
                      <a:pt x="376118" y="2088470"/>
                      <a:pt x="371220" y="2086408"/>
                      <a:pt x="369157" y="2076870"/>
                    </a:cubicBezTo>
                    <a:cubicBezTo>
                      <a:pt x="367095" y="2067074"/>
                      <a:pt x="367611" y="2057020"/>
                      <a:pt x="368642" y="2046966"/>
                    </a:cubicBezTo>
                    <a:cubicBezTo>
                      <a:pt x="372251" y="2014743"/>
                      <a:pt x="383336" y="1984582"/>
                      <a:pt x="396999" y="1955452"/>
                    </a:cubicBezTo>
                    <a:cubicBezTo>
                      <a:pt x="412981" y="1920908"/>
                      <a:pt x="433347" y="1889458"/>
                      <a:pt x="460930" y="1862906"/>
                    </a:cubicBezTo>
                    <a:cubicBezTo>
                      <a:pt x="469952" y="1854141"/>
                      <a:pt x="475366" y="1842541"/>
                      <a:pt x="478202" y="1830167"/>
                    </a:cubicBezTo>
                    <a:cubicBezTo>
                      <a:pt x="481295" y="1817793"/>
                      <a:pt x="475624" y="1808771"/>
                      <a:pt x="463508" y="1805162"/>
                    </a:cubicBezTo>
                    <a:cubicBezTo>
                      <a:pt x="423808" y="1794334"/>
                      <a:pt x="377922" y="1834549"/>
                      <a:pt x="385914" y="1874764"/>
                    </a:cubicBezTo>
                    <a:cubicBezTo>
                      <a:pt x="392358" y="1907503"/>
                      <a:pt x="385140" y="1935602"/>
                      <a:pt x="364775" y="1961381"/>
                    </a:cubicBezTo>
                    <a:cubicBezTo>
                      <a:pt x="355237" y="1973497"/>
                      <a:pt x="345441" y="1985871"/>
                      <a:pt x="336161" y="1998244"/>
                    </a:cubicBezTo>
                    <a:cubicBezTo>
                      <a:pt x="329974" y="2006236"/>
                      <a:pt x="325334" y="2015001"/>
                      <a:pt x="321725" y="2024281"/>
                    </a:cubicBezTo>
                    <a:cubicBezTo>
                      <a:pt x="317600" y="2035108"/>
                      <a:pt x="316827" y="2045677"/>
                      <a:pt x="319404" y="2057278"/>
                    </a:cubicBezTo>
                    <a:cubicBezTo>
                      <a:pt x="327138" y="2089501"/>
                      <a:pt x="329974" y="2122498"/>
                      <a:pt x="328427" y="2155495"/>
                    </a:cubicBezTo>
                    <a:cubicBezTo>
                      <a:pt x="328169" y="2162197"/>
                      <a:pt x="326623" y="2168384"/>
                      <a:pt x="324045" y="2174571"/>
                    </a:cubicBezTo>
                    <a:cubicBezTo>
                      <a:pt x="317342" y="2192101"/>
                      <a:pt x="303164" y="2194679"/>
                      <a:pt x="289759" y="2181016"/>
                    </a:cubicBezTo>
                    <a:cubicBezTo>
                      <a:pt x="291821" y="2192358"/>
                      <a:pt x="294141" y="2203186"/>
                      <a:pt x="294657" y="2214528"/>
                    </a:cubicBezTo>
                    <a:cubicBezTo>
                      <a:pt x="295172" y="2231027"/>
                      <a:pt x="291306" y="2238760"/>
                      <a:pt x="282283" y="2240565"/>
                    </a:cubicBezTo>
                    <a:cubicBezTo>
                      <a:pt x="264496" y="2244174"/>
                      <a:pt x="251091" y="2237987"/>
                      <a:pt x="245419" y="2223293"/>
                    </a:cubicBezTo>
                    <a:cubicBezTo>
                      <a:pt x="240264" y="2210404"/>
                      <a:pt x="239490" y="2196741"/>
                      <a:pt x="239232" y="2182820"/>
                    </a:cubicBezTo>
                    <a:cubicBezTo>
                      <a:pt x="239232" y="2172509"/>
                      <a:pt x="239490" y="2162455"/>
                      <a:pt x="235881" y="2150855"/>
                    </a:cubicBezTo>
                    <a:cubicBezTo>
                      <a:pt x="232272" y="2159104"/>
                      <a:pt x="231499" y="2166322"/>
                      <a:pt x="229952" y="2173540"/>
                    </a:cubicBezTo>
                    <a:cubicBezTo>
                      <a:pt x="223507" y="2204217"/>
                      <a:pt x="216805" y="2235151"/>
                      <a:pt x="209071" y="2265570"/>
                    </a:cubicBezTo>
                    <a:cubicBezTo>
                      <a:pt x="206493" y="2275882"/>
                      <a:pt x="203142" y="2277686"/>
                      <a:pt x="193088" y="2274335"/>
                    </a:cubicBezTo>
                    <a:cubicBezTo>
                      <a:pt x="177621" y="2269437"/>
                      <a:pt x="166279" y="2272531"/>
                      <a:pt x="155967" y="2285420"/>
                    </a:cubicBezTo>
                    <a:cubicBezTo>
                      <a:pt x="151327" y="2291349"/>
                      <a:pt x="147460" y="2297794"/>
                      <a:pt x="141789" y="2302692"/>
                    </a:cubicBezTo>
                    <a:cubicBezTo>
                      <a:pt x="128899" y="2314034"/>
                      <a:pt x="117814" y="2310167"/>
                      <a:pt x="114205" y="2293669"/>
                    </a:cubicBezTo>
                    <a:cubicBezTo>
                      <a:pt x="112659" y="2286451"/>
                      <a:pt x="112659" y="2279491"/>
                      <a:pt x="112401" y="2272273"/>
                    </a:cubicBezTo>
                    <a:cubicBezTo>
                      <a:pt x="111885" y="2263250"/>
                      <a:pt x="110596" y="2262477"/>
                      <a:pt x="101832" y="2264281"/>
                    </a:cubicBezTo>
                    <a:cubicBezTo>
                      <a:pt x="95129" y="2265570"/>
                      <a:pt x="88684" y="2265312"/>
                      <a:pt x="83529" y="2259899"/>
                    </a:cubicBezTo>
                    <a:cubicBezTo>
                      <a:pt x="78115" y="2254228"/>
                      <a:pt x="78631" y="2247525"/>
                      <a:pt x="81209" y="2240565"/>
                    </a:cubicBezTo>
                    <a:cubicBezTo>
                      <a:pt x="86880" y="2225098"/>
                      <a:pt x="97191" y="2212466"/>
                      <a:pt x="107245" y="2199834"/>
                    </a:cubicBezTo>
                    <a:cubicBezTo>
                      <a:pt x="122970" y="2179985"/>
                      <a:pt x="140758" y="2162197"/>
                      <a:pt x="155967" y="2141832"/>
                    </a:cubicBezTo>
                    <a:cubicBezTo>
                      <a:pt x="158029" y="2138997"/>
                      <a:pt x="160865" y="2136934"/>
                      <a:pt x="163958" y="2135387"/>
                    </a:cubicBezTo>
                    <a:cubicBezTo>
                      <a:pt x="181488" y="2125592"/>
                      <a:pt x="191284" y="2109609"/>
                      <a:pt x="198760" y="2091564"/>
                    </a:cubicBezTo>
                    <a:cubicBezTo>
                      <a:pt x="203916" y="2078932"/>
                      <a:pt x="208556" y="2065785"/>
                      <a:pt x="213969" y="2053411"/>
                    </a:cubicBezTo>
                    <a:cubicBezTo>
                      <a:pt x="218609" y="2043099"/>
                      <a:pt x="223250" y="2033046"/>
                      <a:pt x="231241" y="2024796"/>
                    </a:cubicBezTo>
                    <a:cubicBezTo>
                      <a:pt x="232788" y="2023250"/>
                      <a:pt x="234077" y="2021445"/>
                      <a:pt x="235108" y="2019641"/>
                    </a:cubicBezTo>
                    <a:cubicBezTo>
                      <a:pt x="237170" y="2015258"/>
                      <a:pt x="238459" y="2010618"/>
                      <a:pt x="235366" y="2006236"/>
                    </a:cubicBezTo>
                    <a:cubicBezTo>
                      <a:pt x="232272" y="2001853"/>
                      <a:pt x="227632" y="2001338"/>
                      <a:pt x="222734" y="2002111"/>
                    </a:cubicBezTo>
                    <a:cubicBezTo>
                      <a:pt x="213969" y="2003400"/>
                      <a:pt x="205978" y="2007267"/>
                      <a:pt x="198502" y="2011907"/>
                    </a:cubicBezTo>
                    <a:cubicBezTo>
                      <a:pt x="180457" y="2023250"/>
                      <a:pt x="167052" y="2037686"/>
                      <a:pt x="163958" y="2060371"/>
                    </a:cubicBezTo>
                    <a:cubicBezTo>
                      <a:pt x="160607" y="2084088"/>
                      <a:pt x="132766" y="2110124"/>
                      <a:pt x="109308" y="2113218"/>
                    </a:cubicBezTo>
                    <a:cubicBezTo>
                      <a:pt x="94356" y="2115280"/>
                      <a:pt x="86364" y="2107804"/>
                      <a:pt x="84302" y="2092595"/>
                    </a:cubicBezTo>
                    <a:cubicBezTo>
                      <a:pt x="82498" y="2078674"/>
                      <a:pt x="88942" y="2068878"/>
                      <a:pt x="97707" y="2059598"/>
                    </a:cubicBezTo>
                    <a:cubicBezTo>
                      <a:pt x="99254" y="2057793"/>
                      <a:pt x="102089" y="2055989"/>
                      <a:pt x="100543" y="2053411"/>
                    </a:cubicBezTo>
                    <a:cubicBezTo>
                      <a:pt x="98996" y="2051091"/>
                      <a:pt x="95903" y="2052122"/>
                      <a:pt x="93582" y="2052638"/>
                    </a:cubicBezTo>
                    <a:cubicBezTo>
                      <a:pt x="84560" y="2055473"/>
                      <a:pt x="75537" y="2057278"/>
                      <a:pt x="66257" y="2058824"/>
                    </a:cubicBezTo>
                    <a:cubicBezTo>
                      <a:pt x="59554" y="2059856"/>
                      <a:pt x="53110" y="2059082"/>
                      <a:pt x="47181" y="2055731"/>
                    </a:cubicBezTo>
                    <a:cubicBezTo>
                      <a:pt x="38416" y="2050833"/>
                      <a:pt x="36869" y="2041295"/>
                      <a:pt x="44603" y="2035108"/>
                    </a:cubicBezTo>
                    <a:cubicBezTo>
                      <a:pt x="52079" y="2028921"/>
                      <a:pt x="52336" y="2022734"/>
                      <a:pt x="48727" y="2014485"/>
                    </a:cubicBezTo>
                    <a:cubicBezTo>
                      <a:pt x="43056" y="2001596"/>
                      <a:pt x="45634" y="1995924"/>
                      <a:pt x="58523" y="1990253"/>
                    </a:cubicBezTo>
                    <a:cubicBezTo>
                      <a:pt x="76568" y="1982262"/>
                      <a:pt x="95903" y="1978653"/>
                      <a:pt x="115494" y="1975559"/>
                    </a:cubicBezTo>
                    <a:cubicBezTo>
                      <a:pt x="125033" y="1974012"/>
                      <a:pt x="134571" y="1972466"/>
                      <a:pt x="143593" y="1968857"/>
                    </a:cubicBezTo>
                    <a:cubicBezTo>
                      <a:pt x="154678" y="1964474"/>
                      <a:pt x="158287" y="1957514"/>
                      <a:pt x="155194" y="1945914"/>
                    </a:cubicBezTo>
                    <a:cubicBezTo>
                      <a:pt x="153389" y="1938953"/>
                      <a:pt x="149522" y="1931993"/>
                      <a:pt x="156740" y="1926064"/>
                    </a:cubicBezTo>
                    <a:cubicBezTo>
                      <a:pt x="164216" y="1919877"/>
                      <a:pt x="172723" y="1918588"/>
                      <a:pt x="182261" y="1921939"/>
                    </a:cubicBezTo>
                    <a:cubicBezTo>
                      <a:pt x="197471" y="1927095"/>
                      <a:pt x="206493" y="1937664"/>
                      <a:pt x="210360" y="1952874"/>
                    </a:cubicBezTo>
                    <a:cubicBezTo>
                      <a:pt x="213454" y="1965505"/>
                      <a:pt x="221703" y="1971435"/>
                      <a:pt x="234592" y="1969372"/>
                    </a:cubicBezTo>
                    <a:cubicBezTo>
                      <a:pt x="250060" y="1967052"/>
                      <a:pt x="260113" y="1956998"/>
                      <a:pt x="267589" y="1944367"/>
                    </a:cubicBezTo>
                    <a:cubicBezTo>
                      <a:pt x="273518" y="1934313"/>
                      <a:pt x="277901" y="1923744"/>
                      <a:pt x="284345" y="1912143"/>
                    </a:cubicBezTo>
                    <a:cubicBezTo>
                      <a:pt x="279963" y="1914979"/>
                      <a:pt x="277901" y="1917815"/>
                      <a:pt x="275323" y="1919877"/>
                    </a:cubicBezTo>
                    <a:cubicBezTo>
                      <a:pt x="264238" y="1929157"/>
                      <a:pt x="251349" y="1930189"/>
                      <a:pt x="238459" y="1926579"/>
                    </a:cubicBezTo>
                    <a:cubicBezTo>
                      <a:pt x="226859" y="1923486"/>
                      <a:pt x="222734" y="1909050"/>
                      <a:pt x="228405" y="1895903"/>
                    </a:cubicBezTo>
                    <a:cubicBezTo>
                      <a:pt x="235881" y="1878373"/>
                      <a:pt x="248255" y="1865226"/>
                      <a:pt x="265269" y="1856719"/>
                    </a:cubicBezTo>
                    <a:cubicBezTo>
                      <a:pt x="271456" y="1853626"/>
                      <a:pt x="275065" y="1850017"/>
                      <a:pt x="275065" y="1842541"/>
                    </a:cubicBezTo>
                    <a:cubicBezTo>
                      <a:pt x="275065" y="1836869"/>
                      <a:pt x="278932" y="1832229"/>
                      <a:pt x="280994" y="1827074"/>
                    </a:cubicBezTo>
                    <a:cubicBezTo>
                      <a:pt x="282283" y="1823722"/>
                      <a:pt x="285376" y="1819855"/>
                      <a:pt x="282541" y="1816762"/>
                    </a:cubicBezTo>
                    <a:cubicBezTo>
                      <a:pt x="279190" y="1812895"/>
                      <a:pt x="274807" y="1816504"/>
                      <a:pt x="271456" y="1817793"/>
                    </a:cubicBezTo>
                    <a:cubicBezTo>
                      <a:pt x="243873" y="1829394"/>
                      <a:pt x="219383" y="1845634"/>
                      <a:pt x="196182" y="1864195"/>
                    </a:cubicBezTo>
                    <a:cubicBezTo>
                      <a:pt x="185355" y="1872702"/>
                      <a:pt x="176332" y="1883013"/>
                      <a:pt x="165505" y="1891520"/>
                    </a:cubicBezTo>
                    <a:cubicBezTo>
                      <a:pt x="161896" y="1894356"/>
                      <a:pt x="158287" y="1896161"/>
                      <a:pt x="153905" y="1896418"/>
                    </a:cubicBezTo>
                    <a:cubicBezTo>
                      <a:pt x="134055" y="1897450"/>
                      <a:pt x="116783" y="1906472"/>
                      <a:pt x="105183" y="1921166"/>
                    </a:cubicBezTo>
                    <a:cubicBezTo>
                      <a:pt x="90747" y="1939211"/>
                      <a:pt x="71928" y="1946429"/>
                      <a:pt x="51563" y="1952616"/>
                    </a:cubicBezTo>
                    <a:cubicBezTo>
                      <a:pt x="36869" y="1956998"/>
                      <a:pt x="22691" y="1955452"/>
                      <a:pt x="9286" y="1947460"/>
                    </a:cubicBezTo>
                    <a:cubicBezTo>
                      <a:pt x="-1283" y="1941273"/>
                      <a:pt x="-2830" y="1934313"/>
                      <a:pt x="4646" y="1924517"/>
                    </a:cubicBezTo>
                    <a:cubicBezTo>
                      <a:pt x="12122" y="1914721"/>
                      <a:pt x="20886" y="1905699"/>
                      <a:pt x="27589" y="1895129"/>
                    </a:cubicBezTo>
                    <a:cubicBezTo>
                      <a:pt x="33002" y="1886622"/>
                      <a:pt x="32229" y="1884302"/>
                      <a:pt x="23722" y="1878889"/>
                    </a:cubicBezTo>
                    <a:cubicBezTo>
                      <a:pt x="16504" y="1874249"/>
                      <a:pt x="15473" y="1867804"/>
                      <a:pt x="21402" y="1860844"/>
                    </a:cubicBezTo>
                    <a:cubicBezTo>
                      <a:pt x="28362" y="1852594"/>
                      <a:pt x="38158" y="1847954"/>
                      <a:pt x="47181" y="1842541"/>
                    </a:cubicBezTo>
                    <a:cubicBezTo>
                      <a:pt x="51563" y="1839963"/>
                      <a:pt x="55945" y="1837900"/>
                      <a:pt x="59812" y="1834549"/>
                    </a:cubicBezTo>
                    <a:cubicBezTo>
                      <a:pt x="65484" y="1829909"/>
                      <a:pt x="64968" y="1826042"/>
                      <a:pt x="58781" y="1822175"/>
                    </a:cubicBezTo>
                    <a:cubicBezTo>
                      <a:pt x="56977" y="1820887"/>
                      <a:pt x="54657" y="1820371"/>
                      <a:pt x="52852" y="1819340"/>
                    </a:cubicBezTo>
                    <a:cubicBezTo>
                      <a:pt x="46923" y="1815989"/>
                      <a:pt x="45376" y="1810833"/>
                      <a:pt x="50016" y="1806451"/>
                    </a:cubicBezTo>
                    <a:cubicBezTo>
                      <a:pt x="64452" y="1792014"/>
                      <a:pt x="73991" y="1773711"/>
                      <a:pt x="88684" y="1759791"/>
                    </a:cubicBezTo>
                    <a:cubicBezTo>
                      <a:pt x="90489" y="1757986"/>
                      <a:pt x="92294" y="1756182"/>
                      <a:pt x="94098" y="1754635"/>
                    </a:cubicBezTo>
                    <a:cubicBezTo>
                      <a:pt x="96676" y="1752315"/>
                      <a:pt x="99512" y="1750253"/>
                      <a:pt x="103378" y="1751800"/>
                    </a:cubicBezTo>
                    <a:cubicBezTo>
                      <a:pt x="106730" y="1753346"/>
                      <a:pt x="107245" y="1756440"/>
                      <a:pt x="107503" y="1759533"/>
                    </a:cubicBezTo>
                    <a:cubicBezTo>
                      <a:pt x="108019" y="1763142"/>
                      <a:pt x="108019" y="1767009"/>
                      <a:pt x="109050" y="1770618"/>
                    </a:cubicBezTo>
                    <a:cubicBezTo>
                      <a:pt x="115494" y="1792788"/>
                      <a:pt x="132251" y="1802068"/>
                      <a:pt x="153389" y="1805162"/>
                    </a:cubicBezTo>
                    <a:cubicBezTo>
                      <a:pt x="167052" y="1807224"/>
                      <a:pt x="180715" y="1806193"/>
                      <a:pt x="194120" y="1801552"/>
                    </a:cubicBezTo>
                    <a:cubicBezTo>
                      <a:pt x="197471" y="1800521"/>
                      <a:pt x="202627" y="1800264"/>
                      <a:pt x="202369" y="1795366"/>
                    </a:cubicBezTo>
                    <a:cubicBezTo>
                      <a:pt x="202111" y="1791499"/>
                      <a:pt x="197471" y="1791241"/>
                      <a:pt x="194120" y="1790468"/>
                    </a:cubicBezTo>
                    <a:cubicBezTo>
                      <a:pt x="186128" y="1788148"/>
                      <a:pt x="177621" y="1787116"/>
                      <a:pt x="169372" y="1785054"/>
                    </a:cubicBezTo>
                    <a:cubicBezTo>
                      <a:pt x="159318" y="1782476"/>
                      <a:pt x="155194" y="1778094"/>
                      <a:pt x="155967" y="1771134"/>
                    </a:cubicBezTo>
                    <a:cubicBezTo>
                      <a:pt x="156740" y="1764689"/>
                      <a:pt x="162927" y="1759791"/>
                      <a:pt x="171434" y="1759275"/>
                    </a:cubicBezTo>
                    <a:cubicBezTo>
                      <a:pt x="173497" y="1759018"/>
                      <a:pt x="175817" y="1759275"/>
                      <a:pt x="177879" y="1758760"/>
                    </a:cubicBezTo>
                    <a:cubicBezTo>
                      <a:pt x="185355" y="1757471"/>
                      <a:pt x="187675" y="1753604"/>
                      <a:pt x="183550" y="1746901"/>
                    </a:cubicBezTo>
                    <a:cubicBezTo>
                      <a:pt x="179684" y="1740199"/>
                      <a:pt x="175301" y="1733754"/>
                      <a:pt x="172208" y="1726536"/>
                    </a:cubicBezTo>
                    <a:cubicBezTo>
                      <a:pt x="169888" y="1721381"/>
                      <a:pt x="168856" y="1716225"/>
                      <a:pt x="172465" y="1711585"/>
                    </a:cubicBezTo>
                    <a:cubicBezTo>
                      <a:pt x="176074" y="1706429"/>
                      <a:pt x="181488" y="1706944"/>
                      <a:pt x="186902" y="1708233"/>
                    </a:cubicBezTo>
                    <a:cubicBezTo>
                      <a:pt x="200822" y="1711069"/>
                      <a:pt x="201338" y="1710811"/>
                      <a:pt x="206493" y="1697149"/>
                    </a:cubicBezTo>
                    <a:cubicBezTo>
                      <a:pt x="209587" y="1688642"/>
                      <a:pt x="213196" y="1687610"/>
                      <a:pt x="219641" y="1694571"/>
                    </a:cubicBezTo>
                    <a:cubicBezTo>
                      <a:pt x="224281" y="1699469"/>
                      <a:pt x="228148" y="1698953"/>
                      <a:pt x="232272" y="1694571"/>
                    </a:cubicBezTo>
                    <a:cubicBezTo>
                      <a:pt x="234335" y="1692508"/>
                      <a:pt x="235881" y="1690188"/>
                      <a:pt x="237686" y="1688126"/>
                    </a:cubicBezTo>
                    <a:cubicBezTo>
                      <a:pt x="242068" y="1682455"/>
                      <a:pt x="247739" y="1679361"/>
                      <a:pt x="254700" y="1681939"/>
                    </a:cubicBezTo>
                    <a:cubicBezTo>
                      <a:pt x="261402" y="1684517"/>
                      <a:pt x="264496" y="1689673"/>
                      <a:pt x="264753" y="1697149"/>
                    </a:cubicBezTo>
                    <a:cubicBezTo>
                      <a:pt x="265011" y="1705913"/>
                      <a:pt x="263465" y="1714420"/>
                      <a:pt x="262176" y="1723185"/>
                    </a:cubicBezTo>
                    <a:cubicBezTo>
                      <a:pt x="260113" y="1737363"/>
                      <a:pt x="266558" y="1744581"/>
                      <a:pt x="280994" y="1743550"/>
                    </a:cubicBezTo>
                    <a:cubicBezTo>
                      <a:pt x="292595" y="1742519"/>
                      <a:pt x="303679" y="1740199"/>
                      <a:pt x="314249" y="1734785"/>
                    </a:cubicBezTo>
                    <a:cubicBezTo>
                      <a:pt x="351370" y="1715194"/>
                      <a:pt x="390296" y="1698695"/>
                      <a:pt x="425613" y="1675494"/>
                    </a:cubicBezTo>
                    <a:cubicBezTo>
                      <a:pt x="454743" y="1656418"/>
                      <a:pt x="480780" y="1633991"/>
                      <a:pt x="499856" y="1604345"/>
                    </a:cubicBezTo>
                    <a:cubicBezTo>
                      <a:pt x="504238" y="1597643"/>
                      <a:pt x="509394" y="1592229"/>
                      <a:pt x="516096" y="1588104"/>
                    </a:cubicBezTo>
                    <a:cubicBezTo>
                      <a:pt x="538524" y="1573668"/>
                      <a:pt x="557085" y="1554592"/>
                      <a:pt x="577966" y="1538351"/>
                    </a:cubicBezTo>
                    <a:cubicBezTo>
                      <a:pt x="592402" y="1527266"/>
                      <a:pt x="607353" y="1517213"/>
                      <a:pt x="624109" y="1510510"/>
                    </a:cubicBezTo>
                    <a:cubicBezTo>
                      <a:pt x="625656" y="1509995"/>
                      <a:pt x="626945" y="1509221"/>
                      <a:pt x="628234" y="1508448"/>
                    </a:cubicBezTo>
                    <a:cubicBezTo>
                      <a:pt x="630296" y="1507159"/>
                      <a:pt x="632874" y="1505870"/>
                      <a:pt x="632874" y="1503034"/>
                    </a:cubicBezTo>
                    <a:cubicBezTo>
                      <a:pt x="632874" y="1499683"/>
                      <a:pt x="630039" y="1498394"/>
                      <a:pt x="627203" y="1497621"/>
                    </a:cubicBezTo>
                    <a:cubicBezTo>
                      <a:pt x="612767" y="1492981"/>
                      <a:pt x="597815" y="1493239"/>
                      <a:pt x="582863" y="1494012"/>
                    </a:cubicBezTo>
                    <a:cubicBezTo>
                      <a:pt x="560178" y="1495043"/>
                      <a:pt x="546258" y="1508190"/>
                      <a:pt x="533884" y="1525462"/>
                    </a:cubicBezTo>
                    <a:cubicBezTo>
                      <a:pt x="513519" y="1553819"/>
                      <a:pt x="492380" y="1581660"/>
                      <a:pt x="468664" y="1607181"/>
                    </a:cubicBezTo>
                    <a:cubicBezTo>
                      <a:pt x="437471" y="1640693"/>
                      <a:pt x="401639" y="1666730"/>
                      <a:pt x="356010" y="1677041"/>
                    </a:cubicBezTo>
                    <a:cubicBezTo>
                      <a:pt x="347246" y="1679103"/>
                      <a:pt x="329716" y="1671112"/>
                      <a:pt x="325076" y="1663121"/>
                    </a:cubicBezTo>
                    <a:cubicBezTo>
                      <a:pt x="320951" y="1656160"/>
                      <a:pt x="323529" y="1645591"/>
                      <a:pt x="331778" y="1636826"/>
                    </a:cubicBezTo>
                    <a:cubicBezTo>
                      <a:pt x="339770" y="1628061"/>
                      <a:pt x="349823" y="1621617"/>
                      <a:pt x="359362" y="1614656"/>
                    </a:cubicBezTo>
                    <a:cubicBezTo>
                      <a:pt x="362455" y="1612336"/>
                      <a:pt x="366580" y="1610790"/>
                      <a:pt x="368900" y="1605892"/>
                    </a:cubicBezTo>
                    <a:cubicBezTo>
                      <a:pt x="355495" y="1605892"/>
                      <a:pt x="344410" y="1610016"/>
                      <a:pt x="334098" y="1617234"/>
                    </a:cubicBezTo>
                    <a:cubicBezTo>
                      <a:pt x="322498" y="1625226"/>
                      <a:pt x="312702" y="1635279"/>
                      <a:pt x="301617" y="1643786"/>
                    </a:cubicBezTo>
                    <a:cubicBezTo>
                      <a:pt x="290017" y="1652809"/>
                      <a:pt x="277127" y="1657449"/>
                      <a:pt x="262176" y="1658480"/>
                    </a:cubicBezTo>
                    <a:cubicBezTo>
                      <a:pt x="243099" y="1659769"/>
                      <a:pt x="224281" y="1661058"/>
                      <a:pt x="205462" y="1656160"/>
                    </a:cubicBezTo>
                    <a:cubicBezTo>
                      <a:pt x="200049" y="1654871"/>
                      <a:pt x="194635" y="1653325"/>
                      <a:pt x="189737" y="1650231"/>
                    </a:cubicBezTo>
                    <a:cubicBezTo>
                      <a:pt x="183035" y="1645591"/>
                      <a:pt x="182519" y="1638631"/>
                      <a:pt x="188191" y="1632959"/>
                    </a:cubicBezTo>
                    <a:cubicBezTo>
                      <a:pt x="188964" y="1632186"/>
                      <a:pt x="190253" y="1631670"/>
                      <a:pt x="191284" y="1630639"/>
                    </a:cubicBezTo>
                    <a:cubicBezTo>
                      <a:pt x="193862" y="1627804"/>
                      <a:pt x="200307" y="1627030"/>
                      <a:pt x="199018" y="1622390"/>
                    </a:cubicBezTo>
                    <a:cubicBezTo>
                      <a:pt x="197729" y="1616977"/>
                      <a:pt x="191800" y="1618781"/>
                      <a:pt x="187675" y="1618781"/>
                    </a:cubicBezTo>
                    <a:cubicBezTo>
                      <a:pt x="178395" y="1618781"/>
                      <a:pt x="168856" y="1618008"/>
                      <a:pt x="159576" y="1619555"/>
                    </a:cubicBezTo>
                    <a:cubicBezTo>
                      <a:pt x="155451" y="1620328"/>
                      <a:pt x="152100" y="1618523"/>
                      <a:pt x="150038" y="1615172"/>
                    </a:cubicBezTo>
                    <a:cubicBezTo>
                      <a:pt x="147718" y="1611305"/>
                      <a:pt x="148749" y="1607438"/>
                      <a:pt x="151585" y="1603829"/>
                    </a:cubicBezTo>
                    <a:cubicBezTo>
                      <a:pt x="159318" y="1594291"/>
                      <a:pt x="169630" y="1587589"/>
                      <a:pt x="179168" y="1580371"/>
                    </a:cubicBezTo>
                    <a:cubicBezTo>
                      <a:pt x="182261" y="1578051"/>
                      <a:pt x="187675" y="1575473"/>
                      <a:pt x="185097" y="1571348"/>
                    </a:cubicBezTo>
                    <a:cubicBezTo>
                      <a:pt x="183035" y="1567997"/>
                      <a:pt x="178395" y="1572379"/>
                      <a:pt x="175301" y="1574184"/>
                    </a:cubicBezTo>
                    <a:cubicBezTo>
                      <a:pt x="159061" y="1583980"/>
                      <a:pt x="141531" y="1588362"/>
                      <a:pt x="122712" y="1586815"/>
                    </a:cubicBezTo>
                    <a:cubicBezTo>
                      <a:pt x="107245" y="1585784"/>
                      <a:pt x="100285" y="1575215"/>
                      <a:pt x="106214" y="1561037"/>
                    </a:cubicBezTo>
                    <a:cubicBezTo>
                      <a:pt x="110339" y="1550983"/>
                      <a:pt x="116010" y="1541703"/>
                      <a:pt x="126579" y="1536289"/>
                    </a:cubicBezTo>
                    <a:cubicBezTo>
                      <a:pt x="129415" y="1535000"/>
                      <a:pt x="131735" y="1532938"/>
                      <a:pt x="134055" y="1530876"/>
                    </a:cubicBezTo>
                    <a:cubicBezTo>
                      <a:pt x="144109" y="1521853"/>
                      <a:pt x="143335" y="1515666"/>
                      <a:pt x="131219" y="1509995"/>
                    </a:cubicBezTo>
                    <a:cubicBezTo>
                      <a:pt x="124001" y="1506643"/>
                      <a:pt x="116268" y="1503550"/>
                      <a:pt x="108534" y="1500972"/>
                    </a:cubicBezTo>
                    <a:cubicBezTo>
                      <a:pt x="97449" y="1497621"/>
                      <a:pt x="86880" y="1492981"/>
                      <a:pt x="76053" y="1488856"/>
                    </a:cubicBezTo>
                    <a:cubicBezTo>
                      <a:pt x="70382" y="1486536"/>
                      <a:pt x="64968" y="1483443"/>
                      <a:pt x="59554" y="1480091"/>
                    </a:cubicBezTo>
                    <a:cubicBezTo>
                      <a:pt x="46407" y="1471584"/>
                      <a:pt x="44861" y="1464624"/>
                      <a:pt x="52336" y="1449157"/>
                    </a:cubicBezTo>
                    <a:cubicBezTo>
                      <a:pt x="58266" y="1436783"/>
                      <a:pt x="69350" y="1429307"/>
                      <a:pt x="81209" y="1423636"/>
                    </a:cubicBezTo>
                    <a:cubicBezTo>
                      <a:pt x="99254" y="1415387"/>
                      <a:pt x="118588" y="1409200"/>
                      <a:pt x="137664" y="1404302"/>
                    </a:cubicBezTo>
                    <a:cubicBezTo>
                      <a:pt x="164474" y="1397342"/>
                      <a:pt x="185870" y="1408426"/>
                      <a:pt x="201853" y="1434463"/>
                    </a:cubicBezTo>
                    <a:cubicBezTo>
                      <a:pt x="210618" y="1448899"/>
                      <a:pt x="217063" y="1464624"/>
                      <a:pt x="228405" y="1477256"/>
                    </a:cubicBezTo>
                    <a:cubicBezTo>
                      <a:pt x="247224" y="1498910"/>
                      <a:pt x="269909" y="1510768"/>
                      <a:pt x="299813" y="1501746"/>
                    </a:cubicBezTo>
                    <a:cubicBezTo>
                      <a:pt x="313218" y="1497621"/>
                      <a:pt x="314764" y="1495301"/>
                      <a:pt x="311155" y="1481896"/>
                    </a:cubicBezTo>
                    <a:cubicBezTo>
                      <a:pt x="304453" y="1457922"/>
                      <a:pt x="307804" y="1445806"/>
                      <a:pt x="326880" y="1433174"/>
                    </a:cubicBezTo>
                    <a:cubicBezTo>
                      <a:pt x="338739" y="1425440"/>
                      <a:pt x="353175" y="1423636"/>
                      <a:pt x="367353" y="1425440"/>
                    </a:cubicBezTo>
                    <a:cubicBezTo>
                      <a:pt x="373540" y="1426214"/>
                      <a:pt x="379727" y="1426987"/>
                      <a:pt x="385914" y="1428276"/>
                    </a:cubicBezTo>
                    <a:cubicBezTo>
                      <a:pt x="390038" y="1429049"/>
                      <a:pt x="394678" y="1428534"/>
                      <a:pt x="395452" y="1423378"/>
                    </a:cubicBezTo>
                    <a:cubicBezTo>
                      <a:pt x="396225" y="1418480"/>
                      <a:pt x="391843" y="1417191"/>
                      <a:pt x="388234" y="1416418"/>
                    </a:cubicBezTo>
                    <a:cubicBezTo>
                      <a:pt x="369415" y="1412035"/>
                      <a:pt x="350081" y="1411778"/>
                      <a:pt x="330747" y="1411004"/>
                    </a:cubicBezTo>
                    <a:cubicBezTo>
                      <a:pt x="313991" y="1410489"/>
                      <a:pt x="297235" y="1409715"/>
                      <a:pt x="280479" y="1406622"/>
                    </a:cubicBezTo>
                    <a:cubicBezTo>
                      <a:pt x="274549" y="1405591"/>
                      <a:pt x="269909" y="1402239"/>
                      <a:pt x="269651" y="1395537"/>
                    </a:cubicBezTo>
                    <a:cubicBezTo>
                      <a:pt x="269394" y="1389092"/>
                      <a:pt x="273518" y="1386257"/>
                      <a:pt x="279190" y="1384710"/>
                    </a:cubicBezTo>
                    <a:cubicBezTo>
                      <a:pt x="280994" y="1384194"/>
                      <a:pt x="282799" y="1383679"/>
                      <a:pt x="284603" y="1383163"/>
                    </a:cubicBezTo>
                    <a:cubicBezTo>
                      <a:pt x="285892" y="1382905"/>
                      <a:pt x="287181" y="1382648"/>
                      <a:pt x="288728" y="1381359"/>
                    </a:cubicBezTo>
                    <a:cubicBezTo>
                      <a:pt x="281767" y="1378781"/>
                      <a:pt x="274807" y="1377234"/>
                      <a:pt x="268620" y="1373883"/>
                    </a:cubicBezTo>
                    <a:cubicBezTo>
                      <a:pt x="253926" y="1365376"/>
                      <a:pt x="249802" y="1351713"/>
                      <a:pt x="258051" y="1337019"/>
                    </a:cubicBezTo>
                    <a:cubicBezTo>
                      <a:pt x="260629" y="1332379"/>
                      <a:pt x="260887" y="1327481"/>
                      <a:pt x="259855" y="1322583"/>
                    </a:cubicBezTo>
                    <a:cubicBezTo>
                      <a:pt x="258567" y="1315623"/>
                      <a:pt x="256246" y="1308663"/>
                      <a:pt x="253669" y="1301960"/>
                    </a:cubicBezTo>
                    <a:cubicBezTo>
                      <a:pt x="251606" y="1296031"/>
                      <a:pt x="251091" y="1289844"/>
                      <a:pt x="251349" y="1283657"/>
                    </a:cubicBezTo>
                    <a:cubicBezTo>
                      <a:pt x="252122" y="1271799"/>
                      <a:pt x="261918" y="1265096"/>
                      <a:pt x="273003" y="1269221"/>
                    </a:cubicBezTo>
                    <a:cubicBezTo>
                      <a:pt x="303422" y="1280564"/>
                      <a:pt x="333325" y="1292680"/>
                      <a:pt x="362713" y="1306343"/>
                    </a:cubicBezTo>
                    <a:cubicBezTo>
                      <a:pt x="385914" y="1317170"/>
                      <a:pt x="407826" y="1330317"/>
                      <a:pt x="430253" y="1342433"/>
                    </a:cubicBezTo>
                    <a:cubicBezTo>
                      <a:pt x="450618" y="1353518"/>
                      <a:pt x="473819" y="1356869"/>
                      <a:pt x="497278" y="1354033"/>
                    </a:cubicBezTo>
                    <a:cubicBezTo>
                      <a:pt x="507847" y="1352744"/>
                      <a:pt x="514034" y="1345526"/>
                      <a:pt x="517643" y="1335730"/>
                    </a:cubicBezTo>
                    <a:cubicBezTo>
                      <a:pt x="523314" y="1320005"/>
                      <a:pt x="534399" y="1317427"/>
                      <a:pt x="547547" y="1328512"/>
                    </a:cubicBezTo>
                    <a:cubicBezTo>
                      <a:pt x="556569" y="1335988"/>
                      <a:pt x="562240" y="1346042"/>
                      <a:pt x="568170" y="1355838"/>
                    </a:cubicBezTo>
                    <a:cubicBezTo>
                      <a:pt x="586472" y="1385741"/>
                      <a:pt x="592917" y="1385226"/>
                      <a:pt x="624367" y="1370274"/>
                    </a:cubicBezTo>
                    <a:cubicBezTo>
                      <a:pt x="646795" y="1359447"/>
                      <a:pt x="664582" y="1342175"/>
                      <a:pt x="684174" y="1327223"/>
                    </a:cubicBezTo>
                    <a:cubicBezTo>
                      <a:pt x="694743" y="1318974"/>
                      <a:pt x="705828" y="1311756"/>
                      <a:pt x="717429" y="1304796"/>
                    </a:cubicBezTo>
                    <a:cubicBezTo>
                      <a:pt x="733669" y="1295000"/>
                      <a:pt x="737020" y="1284173"/>
                      <a:pt x="729545" y="1266901"/>
                    </a:cubicBezTo>
                    <a:cubicBezTo>
                      <a:pt x="725420" y="1257878"/>
                      <a:pt x="721038" y="1249114"/>
                      <a:pt x="719491" y="1239060"/>
                    </a:cubicBezTo>
                    <a:cubicBezTo>
                      <a:pt x="717944" y="1229780"/>
                      <a:pt x="708406" y="1224366"/>
                      <a:pt x="697321" y="1224108"/>
                    </a:cubicBezTo>
                    <a:cubicBezTo>
                      <a:pt x="685463" y="1223850"/>
                      <a:pt x="676440" y="1230295"/>
                      <a:pt x="672058" y="1239833"/>
                    </a:cubicBezTo>
                    <a:cubicBezTo>
                      <a:pt x="664324" y="1257878"/>
                      <a:pt x="656075" y="1275408"/>
                      <a:pt x="649630" y="1293969"/>
                    </a:cubicBezTo>
                    <a:cubicBezTo>
                      <a:pt x="648342" y="1297578"/>
                      <a:pt x="646537" y="1300671"/>
                      <a:pt x="643959" y="1303507"/>
                    </a:cubicBezTo>
                    <a:cubicBezTo>
                      <a:pt x="635194" y="1313818"/>
                      <a:pt x="626687" y="1315365"/>
                      <a:pt x="615087" y="1308663"/>
                    </a:cubicBezTo>
                    <a:cubicBezTo>
                      <a:pt x="611736" y="1306858"/>
                      <a:pt x="608900" y="1304538"/>
                      <a:pt x="605807" y="1302218"/>
                    </a:cubicBezTo>
                    <a:cubicBezTo>
                      <a:pt x="585957" y="1286493"/>
                      <a:pt x="563014" y="1282884"/>
                      <a:pt x="538782" y="1286751"/>
                    </a:cubicBezTo>
                    <a:cubicBezTo>
                      <a:pt x="520221" y="1289586"/>
                      <a:pt x="502176" y="1294484"/>
                      <a:pt x="483873" y="1298093"/>
                    </a:cubicBezTo>
                    <a:cubicBezTo>
                      <a:pt x="465054" y="1301702"/>
                      <a:pt x="446236" y="1302218"/>
                      <a:pt x="427160" y="1298351"/>
                    </a:cubicBezTo>
                    <a:cubicBezTo>
                      <a:pt x="420715" y="1297062"/>
                      <a:pt x="414528" y="1294484"/>
                      <a:pt x="412724" y="1287008"/>
                    </a:cubicBezTo>
                    <a:cubicBezTo>
                      <a:pt x="410919" y="1279533"/>
                      <a:pt x="415559" y="1274635"/>
                      <a:pt x="420457" y="1269994"/>
                    </a:cubicBezTo>
                    <a:cubicBezTo>
                      <a:pt x="424066" y="1266385"/>
                      <a:pt x="428449" y="1264065"/>
                      <a:pt x="433089" y="1262261"/>
                    </a:cubicBezTo>
                    <a:cubicBezTo>
                      <a:pt x="437987" y="1260456"/>
                      <a:pt x="443143" y="1258652"/>
                      <a:pt x="448298" y="1257621"/>
                    </a:cubicBezTo>
                    <a:cubicBezTo>
                      <a:pt x="451392" y="1257105"/>
                      <a:pt x="455001" y="1256590"/>
                      <a:pt x="455774" y="1252981"/>
                    </a:cubicBezTo>
                    <a:cubicBezTo>
                      <a:pt x="456547" y="1248856"/>
                      <a:pt x="453196" y="1247051"/>
                      <a:pt x="450103" y="1245247"/>
                    </a:cubicBezTo>
                    <a:cubicBezTo>
                      <a:pt x="438760" y="1238287"/>
                      <a:pt x="425871" y="1237771"/>
                      <a:pt x="412981" y="1236998"/>
                    </a:cubicBezTo>
                    <a:cubicBezTo>
                      <a:pt x="395194" y="1235709"/>
                      <a:pt x="377664" y="1238544"/>
                      <a:pt x="360135" y="1242669"/>
                    </a:cubicBezTo>
                    <a:cubicBezTo>
                      <a:pt x="343121" y="1246536"/>
                      <a:pt x="326365" y="1250918"/>
                      <a:pt x="308577" y="1250145"/>
                    </a:cubicBezTo>
                    <a:cubicBezTo>
                      <a:pt x="296204" y="1249629"/>
                      <a:pt x="285119" y="1246794"/>
                      <a:pt x="275065" y="1240349"/>
                    </a:cubicBezTo>
                    <a:cubicBezTo>
                      <a:pt x="269136" y="1236482"/>
                      <a:pt x="262691" y="1234420"/>
                      <a:pt x="255989" y="1233389"/>
                    </a:cubicBezTo>
                    <a:cubicBezTo>
                      <a:pt x="231241" y="1230037"/>
                      <a:pt x="207267" y="1223593"/>
                      <a:pt x="183808" y="1214312"/>
                    </a:cubicBezTo>
                    <a:cubicBezTo>
                      <a:pt x="178137" y="1211992"/>
                      <a:pt x="172981" y="1209414"/>
                      <a:pt x="168341" y="1205805"/>
                    </a:cubicBezTo>
                    <a:cubicBezTo>
                      <a:pt x="160607" y="1199618"/>
                      <a:pt x="161638" y="1190080"/>
                      <a:pt x="170403" y="1185182"/>
                    </a:cubicBezTo>
                    <a:cubicBezTo>
                      <a:pt x="176848" y="1181831"/>
                      <a:pt x="184066" y="1180800"/>
                      <a:pt x="190768" y="1178738"/>
                    </a:cubicBezTo>
                    <a:cubicBezTo>
                      <a:pt x="192831" y="1178222"/>
                      <a:pt x="195666" y="1177707"/>
                      <a:pt x="195924" y="1175386"/>
                    </a:cubicBezTo>
                    <a:cubicBezTo>
                      <a:pt x="196182" y="1172035"/>
                      <a:pt x="192831" y="1172035"/>
                      <a:pt x="190511" y="1171520"/>
                    </a:cubicBezTo>
                    <a:cubicBezTo>
                      <a:pt x="176590" y="1168426"/>
                      <a:pt x="162412" y="1165848"/>
                      <a:pt x="149007" y="1160950"/>
                    </a:cubicBezTo>
                    <a:cubicBezTo>
                      <a:pt x="143335" y="1158888"/>
                      <a:pt x="137922" y="1156568"/>
                      <a:pt x="133024" y="1153217"/>
                    </a:cubicBezTo>
                    <a:cubicBezTo>
                      <a:pt x="121681" y="1145483"/>
                      <a:pt x="117041" y="1135687"/>
                      <a:pt x="119619" y="1124860"/>
                    </a:cubicBezTo>
                    <a:cubicBezTo>
                      <a:pt x="122197" y="1114291"/>
                      <a:pt x="132251" y="1106557"/>
                      <a:pt x="145140" y="1104753"/>
                    </a:cubicBezTo>
                    <a:cubicBezTo>
                      <a:pt x="159576" y="1102433"/>
                      <a:pt x="173754" y="1103464"/>
                      <a:pt x="187417" y="1108619"/>
                    </a:cubicBezTo>
                    <a:cubicBezTo>
                      <a:pt x="191284" y="1110166"/>
                      <a:pt x="195666" y="1111713"/>
                      <a:pt x="196955" y="1105526"/>
                    </a:cubicBezTo>
                    <a:cubicBezTo>
                      <a:pt x="202111" y="1080263"/>
                      <a:pt x="230983" y="1080778"/>
                      <a:pt x="244130" y="1095214"/>
                    </a:cubicBezTo>
                    <a:cubicBezTo>
                      <a:pt x="259855" y="1112228"/>
                      <a:pt x="281510" y="1119447"/>
                      <a:pt x="299297" y="1133109"/>
                    </a:cubicBezTo>
                    <a:cubicBezTo>
                      <a:pt x="300844" y="1134140"/>
                      <a:pt x="302648" y="1134914"/>
                      <a:pt x="304195" y="1135687"/>
                    </a:cubicBezTo>
                    <a:cubicBezTo>
                      <a:pt x="307031" y="1136976"/>
                      <a:pt x="310124" y="1138781"/>
                      <a:pt x="312960" y="1136460"/>
                    </a:cubicBezTo>
                    <a:cubicBezTo>
                      <a:pt x="315795" y="1134398"/>
                      <a:pt x="314249" y="1131305"/>
                      <a:pt x="313733" y="1128727"/>
                    </a:cubicBezTo>
                    <a:cubicBezTo>
                      <a:pt x="311155" y="1113517"/>
                      <a:pt x="315280" y="1108104"/>
                      <a:pt x="330747" y="1108619"/>
                    </a:cubicBezTo>
                    <a:cubicBezTo>
                      <a:pt x="360650" y="1109908"/>
                      <a:pt x="386687" y="1119962"/>
                      <a:pt x="405248" y="1144967"/>
                    </a:cubicBezTo>
                    <a:cubicBezTo>
                      <a:pt x="410661" y="1152186"/>
                      <a:pt x="415301" y="1160177"/>
                      <a:pt x="422520" y="1165848"/>
                    </a:cubicBezTo>
                    <a:cubicBezTo>
                      <a:pt x="433604" y="1174613"/>
                      <a:pt x="442627" y="1173582"/>
                      <a:pt x="450618" y="1161981"/>
                    </a:cubicBezTo>
                    <a:cubicBezTo>
                      <a:pt x="469952" y="1133367"/>
                      <a:pt x="498309" y="1122024"/>
                      <a:pt x="531048" y="1119962"/>
                    </a:cubicBezTo>
                    <a:cubicBezTo>
                      <a:pt x="557342" y="1118415"/>
                      <a:pt x="583379" y="1122024"/>
                      <a:pt x="608900" y="1128211"/>
                    </a:cubicBezTo>
                    <a:cubicBezTo>
                      <a:pt x="613282" y="1129242"/>
                      <a:pt x="617665" y="1130789"/>
                      <a:pt x="622563" y="1131047"/>
                    </a:cubicBezTo>
                    <a:cubicBezTo>
                      <a:pt x="601682" y="1122282"/>
                      <a:pt x="580801" y="1114033"/>
                      <a:pt x="560436" y="1104495"/>
                    </a:cubicBezTo>
                    <a:cubicBezTo>
                      <a:pt x="549093" y="1099081"/>
                      <a:pt x="538266" y="1098050"/>
                      <a:pt x="526150" y="1101144"/>
                    </a:cubicBezTo>
                    <a:cubicBezTo>
                      <a:pt x="506301" y="1106299"/>
                      <a:pt x="486709" y="1112486"/>
                      <a:pt x="466086" y="1114549"/>
                    </a:cubicBezTo>
                    <a:cubicBezTo>
                      <a:pt x="450361" y="1116095"/>
                      <a:pt x="435667" y="1113775"/>
                      <a:pt x="422520" y="1104495"/>
                    </a:cubicBezTo>
                    <a:cubicBezTo>
                      <a:pt x="414013" y="1098308"/>
                      <a:pt x="414270" y="1092379"/>
                      <a:pt x="422520" y="1085934"/>
                    </a:cubicBezTo>
                    <a:cubicBezTo>
                      <a:pt x="431027" y="1079232"/>
                      <a:pt x="430511" y="1075880"/>
                      <a:pt x="420715" y="1072014"/>
                    </a:cubicBezTo>
                    <a:cubicBezTo>
                      <a:pt x="403959" y="1065311"/>
                      <a:pt x="385656" y="1062991"/>
                      <a:pt x="368642" y="1057320"/>
                    </a:cubicBezTo>
                    <a:cubicBezTo>
                      <a:pt x="357041" y="1053711"/>
                      <a:pt x="345183" y="1050617"/>
                      <a:pt x="335387" y="1043141"/>
                    </a:cubicBezTo>
                    <a:cubicBezTo>
                      <a:pt x="323529" y="1034119"/>
                      <a:pt x="323271" y="1027159"/>
                      <a:pt x="334872" y="1017878"/>
                    </a:cubicBezTo>
                    <a:cubicBezTo>
                      <a:pt x="352143" y="1004215"/>
                      <a:pt x="372251" y="996482"/>
                      <a:pt x="394163" y="994677"/>
                    </a:cubicBezTo>
                    <a:cubicBezTo>
                      <a:pt x="413239" y="993131"/>
                      <a:pt x="432573" y="992615"/>
                      <a:pt x="451650" y="997513"/>
                    </a:cubicBezTo>
                    <a:cubicBezTo>
                      <a:pt x="465570" y="1001122"/>
                      <a:pt x="476913" y="1009629"/>
                      <a:pt x="489802" y="1014785"/>
                    </a:cubicBezTo>
                    <a:cubicBezTo>
                      <a:pt x="501918" y="1019683"/>
                      <a:pt x="514550" y="1022776"/>
                      <a:pt x="527697" y="1025096"/>
                    </a:cubicBezTo>
                    <a:cubicBezTo>
                      <a:pt x="530275" y="1025612"/>
                      <a:pt x="533368" y="1025870"/>
                      <a:pt x="535688" y="1024065"/>
                    </a:cubicBezTo>
                    <a:cubicBezTo>
                      <a:pt x="536204" y="1022776"/>
                      <a:pt x="535688" y="1022003"/>
                      <a:pt x="534915" y="1021745"/>
                    </a:cubicBezTo>
                    <a:cubicBezTo>
                      <a:pt x="506301" y="1011949"/>
                      <a:pt x="483100" y="993388"/>
                      <a:pt x="459641" y="975343"/>
                    </a:cubicBezTo>
                    <a:cubicBezTo>
                      <a:pt x="442885" y="962454"/>
                      <a:pt x="425871" y="949564"/>
                      <a:pt x="405506" y="942604"/>
                    </a:cubicBezTo>
                    <a:cubicBezTo>
                      <a:pt x="394421" y="938737"/>
                      <a:pt x="382820" y="939511"/>
                      <a:pt x="371478" y="936933"/>
                    </a:cubicBezTo>
                    <a:cubicBezTo>
                      <a:pt x="362455" y="934871"/>
                      <a:pt x="353175" y="932808"/>
                      <a:pt x="344925" y="928426"/>
                    </a:cubicBezTo>
                    <a:cubicBezTo>
                      <a:pt x="338996" y="925332"/>
                      <a:pt x="333067" y="921723"/>
                      <a:pt x="333583" y="913990"/>
                    </a:cubicBezTo>
                    <a:cubicBezTo>
                      <a:pt x="334098" y="906514"/>
                      <a:pt x="340027" y="903936"/>
                      <a:pt x="346214" y="901874"/>
                    </a:cubicBezTo>
                    <a:cubicBezTo>
                      <a:pt x="350597" y="900327"/>
                      <a:pt x="355237" y="899038"/>
                      <a:pt x="359619" y="897749"/>
                    </a:cubicBezTo>
                    <a:cubicBezTo>
                      <a:pt x="371220" y="894140"/>
                      <a:pt x="373798" y="886149"/>
                      <a:pt x="366064" y="876353"/>
                    </a:cubicBezTo>
                    <a:cubicBezTo>
                      <a:pt x="358330" y="866815"/>
                      <a:pt x="349050" y="859081"/>
                      <a:pt x="338481" y="852636"/>
                    </a:cubicBezTo>
                    <a:cubicBezTo>
                      <a:pt x="336418" y="851347"/>
                      <a:pt x="334098" y="850316"/>
                      <a:pt x="332036" y="848769"/>
                    </a:cubicBezTo>
                    <a:cubicBezTo>
                      <a:pt x="322756" y="841294"/>
                      <a:pt x="321467" y="833560"/>
                      <a:pt x="327911" y="823506"/>
                    </a:cubicBezTo>
                    <a:cubicBezTo>
                      <a:pt x="334614" y="812937"/>
                      <a:pt x="344152" y="806492"/>
                      <a:pt x="356268" y="803914"/>
                    </a:cubicBezTo>
                    <a:cubicBezTo>
                      <a:pt x="365291" y="801852"/>
                      <a:pt x="373540" y="806235"/>
                      <a:pt x="378953" y="814742"/>
                    </a:cubicBezTo>
                    <a:cubicBezTo>
                      <a:pt x="389265" y="830724"/>
                      <a:pt x="402670" y="844129"/>
                      <a:pt x="414528" y="859081"/>
                    </a:cubicBezTo>
                    <a:cubicBezTo>
                      <a:pt x="415301" y="860112"/>
                      <a:pt x="416333" y="860886"/>
                      <a:pt x="418395" y="860370"/>
                    </a:cubicBezTo>
                    <a:cubicBezTo>
                      <a:pt x="418910" y="855988"/>
                      <a:pt x="416590" y="852121"/>
                      <a:pt x="415559" y="848254"/>
                    </a:cubicBezTo>
                    <a:cubicBezTo>
                      <a:pt x="411435" y="835107"/>
                      <a:pt x="407826" y="821960"/>
                      <a:pt x="408857" y="808039"/>
                    </a:cubicBezTo>
                    <a:cubicBezTo>
                      <a:pt x="409115" y="803657"/>
                      <a:pt x="409630" y="799274"/>
                      <a:pt x="410661" y="795150"/>
                    </a:cubicBezTo>
                    <a:cubicBezTo>
                      <a:pt x="416075" y="775042"/>
                      <a:pt x="425355" y="770918"/>
                      <a:pt x="442369" y="782776"/>
                    </a:cubicBezTo>
                    <a:cubicBezTo>
                      <a:pt x="461961" y="796439"/>
                      <a:pt x="477171" y="814484"/>
                      <a:pt x="485678" y="836654"/>
                    </a:cubicBezTo>
                    <a:cubicBezTo>
                      <a:pt x="491864" y="852636"/>
                      <a:pt x="499856" y="863206"/>
                      <a:pt x="517385" y="868104"/>
                    </a:cubicBezTo>
                    <a:cubicBezTo>
                      <a:pt x="534657" y="873002"/>
                      <a:pt x="548578" y="884860"/>
                      <a:pt x="561209" y="897491"/>
                    </a:cubicBezTo>
                    <a:cubicBezTo>
                      <a:pt x="581059" y="917341"/>
                      <a:pt x="600651" y="937191"/>
                      <a:pt x="620758" y="956782"/>
                    </a:cubicBezTo>
                    <a:cubicBezTo>
                      <a:pt x="633132" y="968899"/>
                      <a:pt x="647310" y="978179"/>
                      <a:pt x="665098" y="985139"/>
                    </a:cubicBezTo>
                    <a:cubicBezTo>
                      <a:pt x="656591" y="969930"/>
                      <a:pt x="646279" y="958329"/>
                      <a:pt x="637257" y="945698"/>
                    </a:cubicBezTo>
                    <a:cubicBezTo>
                      <a:pt x="614571" y="914763"/>
                      <a:pt x="591886" y="884086"/>
                      <a:pt x="567654" y="854183"/>
                    </a:cubicBezTo>
                    <a:cubicBezTo>
                      <a:pt x="561725" y="846965"/>
                      <a:pt x="554249" y="842067"/>
                      <a:pt x="546515" y="837685"/>
                    </a:cubicBezTo>
                    <a:cubicBezTo>
                      <a:pt x="537235" y="832271"/>
                      <a:pt x="529501" y="825311"/>
                      <a:pt x="522799" y="816804"/>
                    </a:cubicBezTo>
                    <a:cubicBezTo>
                      <a:pt x="516612" y="809070"/>
                      <a:pt x="516096" y="800821"/>
                      <a:pt x="519705" y="792314"/>
                    </a:cubicBezTo>
                    <a:cubicBezTo>
                      <a:pt x="524088" y="782776"/>
                      <a:pt x="533110" y="777362"/>
                      <a:pt x="543164" y="778909"/>
                    </a:cubicBezTo>
                    <a:cubicBezTo>
                      <a:pt x="551929" y="780198"/>
                      <a:pt x="557600" y="777620"/>
                      <a:pt x="561983" y="770144"/>
                    </a:cubicBezTo>
                    <a:cubicBezTo>
                      <a:pt x="571779" y="753388"/>
                      <a:pt x="587246" y="755450"/>
                      <a:pt x="598846" y="762926"/>
                    </a:cubicBezTo>
                    <a:cubicBezTo>
                      <a:pt x="613798" y="772464"/>
                      <a:pt x="623078" y="786900"/>
                      <a:pt x="631070" y="802110"/>
                    </a:cubicBezTo>
                    <a:cubicBezTo>
                      <a:pt x="640608" y="820413"/>
                      <a:pt x="648857" y="839231"/>
                      <a:pt x="662262" y="855214"/>
                    </a:cubicBezTo>
                    <a:cubicBezTo>
                      <a:pt x="663551" y="856503"/>
                      <a:pt x="664324" y="858308"/>
                      <a:pt x="666644" y="859081"/>
                    </a:cubicBezTo>
                    <a:cubicBezTo>
                      <a:pt x="669738" y="857019"/>
                      <a:pt x="668707" y="853667"/>
                      <a:pt x="668191" y="850832"/>
                    </a:cubicBezTo>
                    <a:cubicBezTo>
                      <a:pt x="664840" y="830209"/>
                      <a:pt x="659426" y="810617"/>
                      <a:pt x="648599" y="791798"/>
                    </a:cubicBezTo>
                    <a:cubicBezTo>
                      <a:pt x="639577" y="776331"/>
                      <a:pt x="627461" y="763184"/>
                      <a:pt x="618438" y="747975"/>
                    </a:cubicBezTo>
                    <a:cubicBezTo>
                      <a:pt x="611993" y="737147"/>
                      <a:pt x="613282" y="727352"/>
                      <a:pt x="622305" y="719618"/>
                    </a:cubicBezTo>
                    <a:cubicBezTo>
                      <a:pt x="627461" y="715236"/>
                      <a:pt x="632874" y="713947"/>
                      <a:pt x="639577" y="715751"/>
                    </a:cubicBezTo>
                    <a:cubicBezTo>
                      <a:pt x="661746" y="721938"/>
                      <a:pt x="672058" y="712658"/>
                      <a:pt x="669480" y="689457"/>
                    </a:cubicBezTo>
                    <a:cubicBezTo>
                      <a:pt x="668707" y="682239"/>
                      <a:pt x="669996" y="675794"/>
                      <a:pt x="675409" y="670638"/>
                    </a:cubicBezTo>
                    <a:cubicBezTo>
                      <a:pt x="681081" y="665225"/>
                      <a:pt x="687010" y="664967"/>
                      <a:pt x="692939" y="670123"/>
                    </a:cubicBezTo>
                    <a:cubicBezTo>
                      <a:pt x="703508" y="679403"/>
                      <a:pt x="706086" y="692550"/>
                      <a:pt x="709179" y="705182"/>
                    </a:cubicBezTo>
                    <a:cubicBezTo>
                      <a:pt x="711757" y="716267"/>
                      <a:pt x="711499" y="727094"/>
                      <a:pt x="708664" y="738436"/>
                    </a:cubicBezTo>
                    <a:cubicBezTo>
                      <a:pt x="705828" y="749263"/>
                      <a:pt x="707117" y="760864"/>
                      <a:pt x="710984" y="771691"/>
                    </a:cubicBezTo>
                    <a:cubicBezTo>
                      <a:pt x="712015" y="774269"/>
                      <a:pt x="713046" y="777362"/>
                      <a:pt x="716655" y="776847"/>
                    </a:cubicBezTo>
                    <a:cubicBezTo>
                      <a:pt x="719491" y="776589"/>
                      <a:pt x="720522" y="774011"/>
                      <a:pt x="721295" y="771691"/>
                    </a:cubicBezTo>
                    <a:cubicBezTo>
                      <a:pt x="723358" y="765762"/>
                      <a:pt x="723873" y="759575"/>
                      <a:pt x="723358" y="753388"/>
                    </a:cubicBezTo>
                    <a:cubicBezTo>
                      <a:pt x="722584" y="741788"/>
                      <a:pt x="721811" y="730445"/>
                      <a:pt x="724904" y="719102"/>
                    </a:cubicBezTo>
                    <a:cubicBezTo>
                      <a:pt x="727740" y="709306"/>
                      <a:pt x="733411" y="702604"/>
                      <a:pt x="743465" y="700026"/>
                    </a:cubicBezTo>
                    <a:cubicBezTo>
                      <a:pt x="754808" y="696933"/>
                      <a:pt x="758159" y="697964"/>
                      <a:pt x="763830" y="708533"/>
                    </a:cubicBezTo>
                    <a:cubicBezTo>
                      <a:pt x="766924" y="714462"/>
                      <a:pt x="770791" y="714978"/>
                      <a:pt x="775946" y="711369"/>
                    </a:cubicBezTo>
                    <a:cubicBezTo>
                      <a:pt x="777235" y="710595"/>
                      <a:pt x="778524" y="709564"/>
                      <a:pt x="779813" y="708533"/>
                    </a:cubicBezTo>
                    <a:cubicBezTo>
                      <a:pt x="791929" y="700026"/>
                      <a:pt x="804303" y="705182"/>
                      <a:pt x="806365" y="720134"/>
                    </a:cubicBezTo>
                    <a:cubicBezTo>
                      <a:pt x="807397" y="727867"/>
                      <a:pt x="806365" y="734827"/>
                      <a:pt x="801210" y="741272"/>
                    </a:cubicBezTo>
                    <a:cubicBezTo>
                      <a:pt x="796312" y="746943"/>
                      <a:pt x="792187" y="753130"/>
                      <a:pt x="788320" y="759575"/>
                    </a:cubicBezTo>
                    <a:cubicBezTo>
                      <a:pt x="785485" y="763957"/>
                      <a:pt x="784196" y="768598"/>
                      <a:pt x="783680" y="773496"/>
                    </a:cubicBezTo>
                    <a:cubicBezTo>
                      <a:pt x="783422" y="775816"/>
                      <a:pt x="783165" y="778909"/>
                      <a:pt x="786258" y="779940"/>
                    </a:cubicBezTo>
                    <a:cubicBezTo>
                      <a:pt x="788836" y="780714"/>
                      <a:pt x="790383" y="778651"/>
                      <a:pt x="791671" y="777105"/>
                    </a:cubicBezTo>
                    <a:cubicBezTo>
                      <a:pt x="794765" y="772980"/>
                      <a:pt x="798116" y="769629"/>
                      <a:pt x="801467" y="766020"/>
                    </a:cubicBezTo>
                    <a:cubicBezTo>
                      <a:pt x="807654" y="759575"/>
                      <a:pt x="814357" y="753646"/>
                      <a:pt x="823379" y="757771"/>
                    </a:cubicBezTo>
                    <a:cubicBezTo>
                      <a:pt x="832402" y="761637"/>
                      <a:pt x="835495" y="770918"/>
                      <a:pt x="836784" y="779940"/>
                    </a:cubicBezTo>
                    <a:cubicBezTo>
                      <a:pt x="838073" y="789478"/>
                      <a:pt x="833949" y="797470"/>
                      <a:pt x="829051" y="805461"/>
                    </a:cubicBezTo>
                    <a:cubicBezTo>
                      <a:pt x="825184" y="811906"/>
                      <a:pt x="820028" y="817577"/>
                      <a:pt x="817708" y="824795"/>
                    </a:cubicBezTo>
                    <a:cubicBezTo>
                      <a:pt x="816935" y="827373"/>
                      <a:pt x="815388" y="830724"/>
                      <a:pt x="818481" y="832271"/>
                    </a:cubicBezTo>
                    <a:cubicBezTo>
                      <a:pt x="821059" y="833818"/>
                      <a:pt x="822864" y="830724"/>
                      <a:pt x="824668" y="829178"/>
                    </a:cubicBezTo>
                    <a:cubicBezTo>
                      <a:pt x="835495" y="819897"/>
                      <a:pt x="839878" y="819640"/>
                      <a:pt x="851736" y="828146"/>
                    </a:cubicBezTo>
                    <a:cubicBezTo>
                      <a:pt x="860501" y="834591"/>
                      <a:pt x="868750" y="841809"/>
                      <a:pt x="878030" y="847481"/>
                    </a:cubicBezTo>
                    <a:cubicBezTo>
                      <a:pt x="885764" y="852121"/>
                      <a:pt x="884475" y="863463"/>
                      <a:pt x="875452" y="870424"/>
                    </a:cubicBezTo>
                    <a:cubicBezTo>
                      <a:pt x="869266" y="875322"/>
                      <a:pt x="862563" y="879188"/>
                      <a:pt x="855603" y="882540"/>
                    </a:cubicBezTo>
                    <a:cubicBezTo>
                      <a:pt x="843745" y="888211"/>
                      <a:pt x="832144" y="893882"/>
                      <a:pt x="821317" y="901616"/>
                    </a:cubicBezTo>
                    <a:cubicBezTo>
                      <a:pt x="810748" y="909092"/>
                      <a:pt x="804819" y="918114"/>
                      <a:pt x="805334" y="932035"/>
                    </a:cubicBezTo>
                    <a:cubicBezTo>
                      <a:pt x="806108" y="952142"/>
                      <a:pt x="799921" y="971476"/>
                      <a:pt x="797343" y="991068"/>
                    </a:cubicBezTo>
                    <a:cubicBezTo>
                      <a:pt x="796827" y="994677"/>
                      <a:pt x="795796" y="998286"/>
                      <a:pt x="797343" y="1002927"/>
                    </a:cubicBezTo>
                    <a:cubicBezTo>
                      <a:pt x="803014" y="996482"/>
                      <a:pt x="806365" y="989779"/>
                      <a:pt x="810748" y="984108"/>
                    </a:cubicBezTo>
                    <a:cubicBezTo>
                      <a:pt x="813841" y="980241"/>
                      <a:pt x="816677" y="975343"/>
                      <a:pt x="822606" y="976374"/>
                    </a:cubicBezTo>
                    <a:cubicBezTo>
                      <a:pt x="829051" y="977405"/>
                      <a:pt x="829051" y="982819"/>
                      <a:pt x="829824" y="987975"/>
                    </a:cubicBezTo>
                    <a:cubicBezTo>
                      <a:pt x="831113" y="994935"/>
                      <a:pt x="833949" y="995966"/>
                      <a:pt x="839104" y="991842"/>
                    </a:cubicBezTo>
                    <a:cubicBezTo>
                      <a:pt x="849416" y="984108"/>
                      <a:pt x="852509" y="973023"/>
                      <a:pt x="846838" y="961423"/>
                    </a:cubicBezTo>
                    <a:cubicBezTo>
                      <a:pt x="843745" y="954978"/>
                      <a:pt x="845549" y="950596"/>
                      <a:pt x="851478" y="947502"/>
                    </a:cubicBezTo>
                    <a:cubicBezTo>
                      <a:pt x="858954" y="943635"/>
                      <a:pt x="866172" y="944924"/>
                      <a:pt x="872359" y="950596"/>
                    </a:cubicBezTo>
                    <a:cubicBezTo>
                      <a:pt x="877773" y="955236"/>
                      <a:pt x="882928" y="955751"/>
                      <a:pt x="888084" y="950596"/>
                    </a:cubicBezTo>
                    <a:cubicBezTo>
                      <a:pt x="894271" y="944667"/>
                      <a:pt x="900458" y="945955"/>
                      <a:pt x="906645" y="950080"/>
                    </a:cubicBezTo>
                    <a:cubicBezTo>
                      <a:pt x="913605" y="954720"/>
                      <a:pt x="916183" y="961423"/>
                      <a:pt x="913863" y="969414"/>
                    </a:cubicBezTo>
                    <a:cubicBezTo>
                      <a:pt x="912058" y="975859"/>
                      <a:pt x="908707" y="981272"/>
                      <a:pt x="905871" y="987201"/>
                    </a:cubicBezTo>
                    <a:cubicBezTo>
                      <a:pt x="902262" y="994677"/>
                      <a:pt x="902778" y="1001380"/>
                      <a:pt x="908965" y="1007567"/>
                    </a:cubicBezTo>
                    <a:cubicBezTo>
                      <a:pt x="915410" y="1014011"/>
                      <a:pt x="914636" y="1018909"/>
                      <a:pt x="907676" y="1024581"/>
                    </a:cubicBezTo>
                    <a:cubicBezTo>
                      <a:pt x="902520" y="1028705"/>
                      <a:pt x="896591" y="1031541"/>
                      <a:pt x="890920" y="1034634"/>
                    </a:cubicBezTo>
                    <a:cubicBezTo>
                      <a:pt x="875968" y="1042110"/>
                      <a:pt x="863594" y="1051391"/>
                      <a:pt x="857923" y="1068405"/>
                    </a:cubicBezTo>
                    <a:cubicBezTo>
                      <a:pt x="854314" y="1078716"/>
                      <a:pt x="845034" y="1083872"/>
                      <a:pt x="834464" y="1086192"/>
                    </a:cubicBezTo>
                    <a:cubicBezTo>
                      <a:pt x="825699" y="1087996"/>
                      <a:pt x="816419" y="1088254"/>
                      <a:pt x="807654" y="1090317"/>
                    </a:cubicBezTo>
                    <a:cubicBezTo>
                      <a:pt x="797085" y="1092637"/>
                      <a:pt x="793218" y="1097792"/>
                      <a:pt x="795796" y="1108362"/>
                    </a:cubicBezTo>
                    <a:cubicBezTo>
                      <a:pt x="800952" y="1129758"/>
                      <a:pt x="810748" y="1148577"/>
                      <a:pt x="826473" y="1164044"/>
                    </a:cubicBezTo>
                    <a:cubicBezTo>
                      <a:pt x="836527" y="1173840"/>
                      <a:pt x="841424" y="1173840"/>
                      <a:pt x="852252" y="1165075"/>
                    </a:cubicBezTo>
                    <a:cubicBezTo>
                      <a:pt x="879577" y="1142905"/>
                      <a:pt x="905098" y="1118415"/>
                      <a:pt x="933712" y="1098050"/>
                    </a:cubicBezTo>
                    <a:cubicBezTo>
                      <a:pt x="944540" y="1090317"/>
                      <a:pt x="953304" y="1079747"/>
                      <a:pt x="957429" y="1066342"/>
                    </a:cubicBezTo>
                    <a:cubicBezTo>
                      <a:pt x="961554" y="1061702"/>
                      <a:pt x="962069" y="1056289"/>
                      <a:pt x="960522" y="1050617"/>
                    </a:cubicBezTo>
                    <a:cubicBezTo>
                      <a:pt x="959233" y="1046235"/>
                      <a:pt x="958718" y="1041595"/>
                      <a:pt x="957429" y="1036954"/>
                    </a:cubicBezTo>
                    <a:cubicBezTo>
                      <a:pt x="956140" y="1031799"/>
                      <a:pt x="956656" y="1027416"/>
                      <a:pt x="961038" y="1023550"/>
                    </a:cubicBezTo>
                    <a:cubicBezTo>
                      <a:pt x="967483" y="1017620"/>
                      <a:pt x="968514" y="1010145"/>
                      <a:pt x="965420" y="1002153"/>
                    </a:cubicBezTo>
                    <a:cubicBezTo>
                      <a:pt x="963100" y="996224"/>
                      <a:pt x="960780" y="990553"/>
                      <a:pt x="958202" y="984881"/>
                    </a:cubicBezTo>
                    <a:cubicBezTo>
                      <a:pt x="954593" y="976374"/>
                      <a:pt x="950984" y="967352"/>
                      <a:pt x="955882" y="958845"/>
                    </a:cubicBezTo>
                    <a:cubicBezTo>
                      <a:pt x="963874" y="944151"/>
                      <a:pt x="962585" y="928941"/>
                      <a:pt x="960265" y="913216"/>
                    </a:cubicBezTo>
                    <a:cubicBezTo>
                      <a:pt x="959749" y="910381"/>
                      <a:pt x="959491" y="907545"/>
                      <a:pt x="958718" y="904967"/>
                    </a:cubicBezTo>
                    <a:cubicBezTo>
                      <a:pt x="954078" y="886406"/>
                      <a:pt x="953047" y="867588"/>
                      <a:pt x="953047" y="848512"/>
                    </a:cubicBezTo>
                    <a:cubicBezTo>
                      <a:pt x="953047" y="841036"/>
                      <a:pt x="951242" y="833560"/>
                      <a:pt x="949695" y="826342"/>
                    </a:cubicBezTo>
                    <a:cubicBezTo>
                      <a:pt x="947117" y="814226"/>
                      <a:pt x="946602" y="802368"/>
                      <a:pt x="949953" y="790252"/>
                    </a:cubicBezTo>
                    <a:cubicBezTo>
                      <a:pt x="953304" y="778136"/>
                      <a:pt x="950211" y="766020"/>
                      <a:pt x="948664" y="754161"/>
                    </a:cubicBezTo>
                    <a:cubicBezTo>
                      <a:pt x="947375" y="744366"/>
                      <a:pt x="948922" y="735601"/>
                      <a:pt x="954851" y="727609"/>
                    </a:cubicBezTo>
                    <a:cubicBezTo>
                      <a:pt x="959749" y="721422"/>
                      <a:pt x="960522" y="714978"/>
                      <a:pt x="958718" y="707502"/>
                    </a:cubicBezTo>
                    <a:cubicBezTo>
                      <a:pt x="956140" y="695901"/>
                      <a:pt x="952789" y="684559"/>
                      <a:pt x="953047" y="672443"/>
                    </a:cubicBezTo>
                    <a:cubicBezTo>
                      <a:pt x="953047" y="666771"/>
                      <a:pt x="953304" y="661100"/>
                      <a:pt x="955624" y="655944"/>
                    </a:cubicBezTo>
                    <a:cubicBezTo>
                      <a:pt x="959491" y="647695"/>
                      <a:pt x="957945" y="640735"/>
                      <a:pt x="954335" y="632744"/>
                    </a:cubicBezTo>
                    <a:cubicBezTo>
                      <a:pt x="946860" y="615730"/>
                      <a:pt x="950726" y="598458"/>
                      <a:pt x="954078" y="581444"/>
                    </a:cubicBezTo>
                    <a:cubicBezTo>
                      <a:pt x="956140" y="570874"/>
                      <a:pt x="957945" y="561594"/>
                      <a:pt x="949438" y="552829"/>
                    </a:cubicBezTo>
                    <a:cubicBezTo>
                      <a:pt x="945571" y="548705"/>
                      <a:pt x="945313" y="542776"/>
                      <a:pt x="946860" y="536847"/>
                    </a:cubicBezTo>
                    <a:cubicBezTo>
                      <a:pt x="949180" y="528340"/>
                      <a:pt x="952531" y="520348"/>
                      <a:pt x="956398" y="512614"/>
                    </a:cubicBezTo>
                    <a:cubicBezTo>
                      <a:pt x="961554" y="502303"/>
                      <a:pt x="961038" y="493280"/>
                      <a:pt x="953047" y="484258"/>
                    </a:cubicBezTo>
                    <a:cubicBezTo>
                      <a:pt x="943766" y="474204"/>
                      <a:pt x="941704" y="461315"/>
                      <a:pt x="944282" y="448425"/>
                    </a:cubicBezTo>
                    <a:cubicBezTo>
                      <a:pt x="949180" y="424451"/>
                      <a:pt x="950211" y="400477"/>
                      <a:pt x="945828" y="375987"/>
                    </a:cubicBezTo>
                    <a:cubicBezTo>
                      <a:pt x="943251" y="361035"/>
                      <a:pt x="945313" y="346084"/>
                      <a:pt x="953047" y="332421"/>
                    </a:cubicBezTo>
                    <a:cubicBezTo>
                      <a:pt x="956913" y="325461"/>
                      <a:pt x="955882" y="319532"/>
                      <a:pt x="951500" y="313345"/>
                    </a:cubicBezTo>
                    <a:cubicBezTo>
                      <a:pt x="945571" y="304838"/>
                      <a:pt x="938095" y="297877"/>
                      <a:pt x="930877" y="290402"/>
                    </a:cubicBezTo>
                    <a:cubicBezTo>
                      <a:pt x="921339" y="280863"/>
                      <a:pt x="914894" y="269779"/>
                      <a:pt x="912574" y="256374"/>
                    </a:cubicBezTo>
                    <a:cubicBezTo>
                      <a:pt x="905098" y="215643"/>
                      <a:pt x="895302" y="175428"/>
                      <a:pt x="888084" y="134440"/>
                    </a:cubicBezTo>
                    <a:cubicBezTo>
                      <a:pt x="883959" y="110981"/>
                      <a:pt x="881382" y="87523"/>
                      <a:pt x="880093" y="64064"/>
                    </a:cubicBezTo>
                    <a:cubicBezTo>
                      <a:pt x="879061" y="46792"/>
                      <a:pt x="881382" y="29778"/>
                      <a:pt x="885764" y="13280"/>
                    </a:cubicBezTo>
                    <a:cubicBezTo>
                      <a:pt x="888084" y="4515"/>
                      <a:pt x="894271" y="391"/>
                      <a:pt x="905871" y="133"/>
                    </a:cubicBezTo>
                    <a:cubicBezTo>
                      <a:pt x="923143" y="-383"/>
                      <a:pt x="940673" y="648"/>
                      <a:pt x="957945" y="2453"/>
                    </a:cubicBezTo>
                    <a:cubicBezTo>
                      <a:pt x="962842" y="2968"/>
                      <a:pt x="967998" y="2711"/>
                      <a:pt x="972896" y="3226"/>
                    </a:cubicBezTo>
                    <a:cubicBezTo>
                      <a:pt x="986301" y="4000"/>
                      <a:pt x="999191" y="6835"/>
                      <a:pt x="1011822" y="11991"/>
                    </a:cubicBezTo>
                    <a:cubicBezTo>
                      <a:pt x="1032961" y="20498"/>
                      <a:pt x="1054873" y="20240"/>
                      <a:pt x="1075496" y="10702"/>
                    </a:cubicBezTo>
                    <a:cubicBezTo>
                      <a:pt x="1091736" y="3226"/>
                      <a:pt x="1108493" y="3742"/>
                      <a:pt x="1125507" y="2195"/>
                    </a:cubicBezTo>
                    <a:cubicBezTo>
                      <a:pt x="1137365" y="5288"/>
                      <a:pt x="1148192" y="5546"/>
                      <a:pt x="1158761" y="3484"/>
                    </a:cubicBezTo>
                    <a:close/>
                  </a:path>
                </a:pathLst>
              </a:custGeom>
              <a:solidFill>
                <a:schemeClr val="accent4"/>
              </a:solidFill>
              <a:ln w="2574" cap="flat">
                <a:noFill/>
                <a:prstDash val="solid"/>
                <a:miter/>
              </a:ln>
            </p:spPr>
            <p:txBody>
              <a:bodyPr rtlCol="0" anchor="ctr"/>
              <a:lstStyle/>
              <a:p>
                <a:endParaRPr lang="en-US"/>
              </a:p>
            </p:txBody>
          </p:sp>
        </p:grpSp>
        <p:sp>
          <p:nvSpPr>
            <p:cNvPr id="9" name="Freeform: Shape 8">
              <a:extLst>
                <a:ext uri="{FF2B5EF4-FFF2-40B4-BE49-F238E27FC236}">
                  <a16:creationId xmlns:a16="http://schemas.microsoft.com/office/drawing/2014/main" id="{C7C997E5-5B59-A983-83E7-202236CFD1C0}"/>
                </a:ext>
              </a:extLst>
            </p:cNvPr>
            <p:cNvSpPr/>
            <p:nvPr/>
          </p:nvSpPr>
          <p:spPr>
            <a:xfrm>
              <a:off x="6454325" y="2161484"/>
              <a:ext cx="709308" cy="709115"/>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D52E0859-2377-37C4-080F-739E5D8A5326}"/>
                </a:ext>
              </a:extLst>
            </p:cNvPr>
            <p:cNvSpPr/>
            <p:nvPr/>
          </p:nvSpPr>
          <p:spPr>
            <a:xfrm>
              <a:off x="6698458" y="3055206"/>
              <a:ext cx="556908" cy="556756"/>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1"/>
            </a:solidFill>
            <a:ln w="3546"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AB8B0C2-0AEC-0F1D-A5C9-2A84202D5C39}"/>
                </a:ext>
              </a:extLst>
            </p:cNvPr>
            <p:cNvSpPr/>
            <p:nvPr/>
          </p:nvSpPr>
          <p:spPr>
            <a:xfrm>
              <a:off x="5652644" y="2768713"/>
              <a:ext cx="635002" cy="634829"/>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8DCB87AA-71C5-A080-2AF5-772251574C3C}"/>
                </a:ext>
              </a:extLst>
            </p:cNvPr>
            <p:cNvSpPr/>
            <p:nvPr/>
          </p:nvSpPr>
          <p:spPr>
            <a:xfrm>
              <a:off x="5136966" y="3420530"/>
              <a:ext cx="498567" cy="498431"/>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0B92DE4-3D1F-B8E6-21D9-93B650C7E102}"/>
                </a:ext>
              </a:extLst>
            </p:cNvPr>
            <p:cNvSpPr/>
            <p:nvPr/>
          </p:nvSpPr>
          <p:spPr>
            <a:xfrm>
              <a:off x="6091321" y="3654154"/>
              <a:ext cx="392651" cy="392544"/>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8912EC3-7170-A902-1877-30127E047BB9}"/>
                </a:ext>
              </a:extLst>
            </p:cNvPr>
            <p:cNvSpPr/>
            <p:nvPr/>
          </p:nvSpPr>
          <p:spPr>
            <a:xfrm>
              <a:off x="5807831" y="4440198"/>
              <a:ext cx="308287" cy="308203"/>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DCD6D23-4727-ED54-D993-BDE2BCCAB101}"/>
                </a:ext>
              </a:extLst>
            </p:cNvPr>
            <p:cNvSpPr/>
            <p:nvPr/>
          </p:nvSpPr>
          <p:spPr>
            <a:xfrm>
              <a:off x="6571416" y="4058937"/>
              <a:ext cx="498567" cy="498431"/>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F3EC7B4-856F-E27A-F7F6-EEE22341FAAC}"/>
                </a:ext>
              </a:extLst>
            </p:cNvPr>
            <p:cNvSpPr/>
            <p:nvPr/>
          </p:nvSpPr>
          <p:spPr>
            <a:xfrm>
              <a:off x="5172194" y="4145611"/>
              <a:ext cx="392651" cy="392544"/>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2C76153-1138-D1CE-50C0-AF16A6A2EB2C}"/>
                </a:ext>
              </a:extLst>
            </p:cNvPr>
            <p:cNvSpPr/>
            <p:nvPr/>
          </p:nvSpPr>
          <p:spPr>
            <a:xfrm>
              <a:off x="5983480" y="1908752"/>
              <a:ext cx="308287" cy="308203"/>
            </a:xfrm>
            <a:custGeom>
              <a:avLst/>
              <a:gdLst>
                <a:gd name="connsiteX0" fmla="*/ 779400 w 1309323"/>
                <a:gd name="connsiteY0" fmla="*/ 796483 h 1308967"/>
                <a:gd name="connsiteX1" fmla="*/ 852713 w 1309323"/>
                <a:gd name="connsiteY1" fmla="*/ 869797 h 1308967"/>
                <a:gd name="connsiteX2" fmla="*/ 779400 w 1309323"/>
                <a:gd name="connsiteY2" fmla="*/ 943110 h 1308967"/>
                <a:gd name="connsiteX3" fmla="*/ 706086 w 1309323"/>
                <a:gd name="connsiteY3" fmla="*/ 869797 h 1308967"/>
                <a:gd name="connsiteX4" fmla="*/ 779400 w 1309323"/>
                <a:gd name="connsiteY4" fmla="*/ 796483 h 1308967"/>
                <a:gd name="connsiteX5" fmla="*/ 531700 w 1309323"/>
                <a:gd name="connsiteY5" fmla="*/ 796483 h 1308967"/>
                <a:gd name="connsiteX6" fmla="*/ 605013 w 1309323"/>
                <a:gd name="connsiteY6" fmla="*/ 869797 h 1308967"/>
                <a:gd name="connsiteX7" fmla="*/ 531700 w 1309323"/>
                <a:gd name="connsiteY7" fmla="*/ 943110 h 1308967"/>
                <a:gd name="connsiteX8" fmla="*/ 458386 w 1309323"/>
                <a:gd name="connsiteY8" fmla="*/ 869797 h 1308967"/>
                <a:gd name="connsiteX9" fmla="*/ 531700 w 1309323"/>
                <a:gd name="connsiteY9" fmla="*/ 796483 h 1308967"/>
                <a:gd name="connsiteX10" fmla="*/ 410341 w 1309323"/>
                <a:gd name="connsiteY10" fmla="*/ 585795 h 1308967"/>
                <a:gd name="connsiteX11" fmla="*/ 483654 w 1309323"/>
                <a:gd name="connsiteY11" fmla="*/ 659109 h 1308967"/>
                <a:gd name="connsiteX12" fmla="*/ 410341 w 1309323"/>
                <a:gd name="connsiteY12" fmla="*/ 732422 h 1308967"/>
                <a:gd name="connsiteX13" fmla="*/ 337027 w 1309323"/>
                <a:gd name="connsiteY13" fmla="*/ 659109 h 1308967"/>
                <a:gd name="connsiteX14" fmla="*/ 410341 w 1309323"/>
                <a:gd name="connsiteY14" fmla="*/ 585795 h 1308967"/>
                <a:gd name="connsiteX15" fmla="*/ 904318 w 1309323"/>
                <a:gd name="connsiteY15" fmla="*/ 583304 h 1308967"/>
                <a:gd name="connsiteX16" fmla="*/ 977631 w 1309323"/>
                <a:gd name="connsiteY16" fmla="*/ 656618 h 1308967"/>
                <a:gd name="connsiteX17" fmla="*/ 904318 w 1309323"/>
                <a:gd name="connsiteY17" fmla="*/ 729931 h 1308967"/>
                <a:gd name="connsiteX18" fmla="*/ 831004 w 1309323"/>
                <a:gd name="connsiteY18" fmla="*/ 656618 h 1308967"/>
                <a:gd name="connsiteX19" fmla="*/ 904318 w 1309323"/>
                <a:gd name="connsiteY19" fmla="*/ 583304 h 1308967"/>
                <a:gd name="connsiteX20" fmla="*/ 658397 w 1309323"/>
                <a:gd name="connsiteY20" fmla="*/ 579033 h 1308967"/>
                <a:gd name="connsiteX21" fmla="*/ 731710 w 1309323"/>
                <a:gd name="connsiteY21" fmla="*/ 652347 h 1308967"/>
                <a:gd name="connsiteX22" fmla="*/ 658397 w 1309323"/>
                <a:gd name="connsiteY22" fmla="*/ 725660 h 1308967"/>
                <a:gd name="connsiteX23" fmla="*/ 585083 w 1309323"/>
                <a:gd name="connsiteY23" fmla="*/ 652347 h 1308967"/>
                <a:gd name="connsiteX24" fmla="*/ 658397 w 1309323"/>
                <a:gd name="connsiteY24" fmla="*/ 579033 h 1308967"/>
                <a:gd name="connsiteX25" fmla="*/ 531700 w 1309323"/>
                <a:gd name="connsiteY25" fmla="*/ 367990 h 1308967"/>
                <a:gd name="connsiteX26" fmla="*/ 605013 w 1309323"/>
                <a:gd name="connsiteY26" fmla="*/ 441304 h 1308967"/>
                <a:gd name="connsiteX27" fmla="*/ 531700 w 1309323"/>
                <a:gd name="connsiteY27" fmla="*/ 514617 h 1308967"/>
                <a:gd name="connsiteX28" fmla="*/ 458386 w 1309323"/>
                <a:gd name="connsiteY28" fmla="*/ 441304 h 1308967"/>
                <a:gd name="connsiteX29" fmla="*/ 531700 w 1309323"/>
                <a:gd name="connsiteY29" fmla="*/ 367990 h 1308967"/>
                <a:gd name="connsiteX30" fmla="*/ 779400 w 1309323"/>
                <a:gd name="connsiteY30" fmla="*/ 367634 h 1308967"/>
                <a:gd name="connsiteX31" fmla="*/ 852713 w 1309323"/>
                <a:gd name="connsiteY31" fmla="*/ 440948 h 1308967"/>
                <a:gd name="connsiteX32" fmla="*/ 779400 w 1309323"/>
                <a:gd name="connsiteY32" fmla="*/ 514261 h 1308967"/>
                <a:gd name="connsiteX33" fmla="*/ 706086 w 1309323"/>
                <a:gd name="connsiteY33" fmla="*/ 440948 h 1308967"/>
                <a:gd name="connsiteX34" fmla="*/ 779400 w 1309323"/>
                <a:gd name="connsiteY34" fmla="*/ 367634 h 1308967"/>
                <a:gd name="connsiteX35" fmla="*/ 658398 w 1309323"/>
                <a:gd name="connsiteY35" fmla="*/ 258732 h 1308967"/>
                <a:gd name="connsiteX36" fmla="*/ 257665 w 1309323"/>
                <a:gd name="connsiteY36" fmla="*/ 659465 h 1308967"/>
                <a:gd name="connsiteX37" fmla="*/ 658398 w 1309323"/>
                <a:gd name="connsiteY37" fmla="*/ 1060199 h 1308967"/>
                <a:gd name="connsiteX38" fmla="*/ 1059132 w 1309323"/>
                <a:gd name="connsiteY38" fmla="*/ 659465 h 1308967"/>
                <a:gd name="connsiteX39" fmla="*/ 658398 w 1309323"/>
                <a:gd name="connsiteY39" fmla="*/ 258732 h 1308967"/>
                <a:gd name="connsiteX40" fmla="*/ 585085 w 1309323"/>
                <a:gd name="connsiteY40" fmla="*/ 0 h 1308967"/>
                <a:gd name="connsiteX41" fmla="*/ 723882 w 1309323"/>
                <a:gd name="connsiteY41" fmla="*/ 0 h 1308967"/>
                <a:gd name="connsiteX42" fmla="*/ 754133 w 1309323"/>
                <a:gd name="connsiteY42" fmla="*/ 30251 h 1308967"/>
                <a:gd name="connsiteX43" fmla="*/ 754133 w 1309323"/>
                <a:gd name="connsiteY43" fmla="*/ 74737 h 1308967"/>
                <a:gd name="connsiteX44" fmla="*/ 723882 w 1309323"/>
                <a:gd name="connsiteY44" fmla="*/ 104988 h 1308967"/>
                <a:gd name="connsiteX45" fmla="*/ 705376 w 1309323"/>
                <a:gd name="connsiteY45" fmla="*/ 104988 h 1308967"/>
                <a:gd name="connsiteX46" fmla="*/ 705376 w 1309323"/>
                <a:gd name="connsiteY46" fmla="*/ 159302 h 1308967"/>
                <a:gd name="connsiteX47" fmla="*/ 755046 w 1309323"/>
                <a:gd name="connsiteY47" fmla="*/ 164309 h 1308967"/>
                <a:gd name="connsiteX48" fmla="*/ 958051 w 1309323"/>
                <a:gd name="connsiteY48" fmla="*/ 256662 h 1308967"/>
                <a:gd name="connsiteX49" fmla="*/ 968407 w 1309323"/>
                <a:gd name="connsiteY49" fmla="*/ 265823 h 1308967"/>
                <a:gd name="connsiteX50" fmla="*/ 1004680 w 1309323"/>
                <a:gd name="connsiteY50" fmla="*/ 229550 h 1308967"/>
                <a:gd name="connsiteX51" fmla="*/ 991512 w 1309323"/>
                <a:gd name="connsiteY51" fmla="*/ 216382 h 1308967"/>
                <a:gd name="connsiteX52" fmla="*/ 991512 w 1309323"/>
                <a:gd name="connsiteY52" fmla="*/ 173319 h 1308967"/>
                <a:gd name="connsiteX53" fmla="*/ 1022830 w 1309323"/>
                <a:gd name="connsiteY53" fmla="*/ 142000 h 1308967"/>
                <a:gd name="connsiteX54" fmla="*/ 1065893 w 1309323"/>
                <a:gd name="connsiteY54" fmla="*/ 142000 h 1308967"/>
                <a:gd name="connsiteX55" fmla="*/ 1163763 w 1309323"/>
                <a:gd name="connsiteY55" fmla="*/ 239870 h 1308967"/>
                <a:gd name="connsiteX56" fmla="*/ 1163763 w 1309323"/>
                <a:gd name="connsiteY56" fmla="*/ 282933 h 1308967"/>
                <a:gd name="connsiteX57" fmla="*/ 1132444 w 1309323"/>
                <a:gd name="connsiteY57" fmla="*/ 314252 h 1308967"/>
                <a:gd name="connsiteX58" fmla="*/ 1089382 w 1309323"/>
                <a:gd name="connsiteY58" fmla="*/ 314252 h 1308967"/>
                <a:gd name="connsiteX59" fmla="*/ 1076570 w 1309323"/>
                <a:gd name="connsiteY59" fmla="*/ 301084 h 1308967"/>
                <a:gd name="connsiteX60" fmla="*/ 1040200 w 1309323"/>
                <a:gd name="connsiteY60" fmla="*/ 337437 h 1308967"/>
                <a:gd name="connsiteX61" fmla="*/ 1060934 w 1309323"/>
                <a:gd name="connsiteY61" fmla="*/ 362035 h 1308967"/>
                <a:gd name="connsiteX62" fmla="*/ 1148440 w 1309323"/>
                <a:gd name="connsiteY62" fmla="*/ 567664 h 1308967"/>
                <a:gd name="connsiteX63" fmla="*/ 1151610 w 1309323"/>
                <a:gd name="connsiteY63" fmla="*/ 603591 h 1308967"/>
                <a:gd name="connsiteX64" fmla="*/ 1204335 w 1309323"/>
                <a:gd name="connsiteY64" fmla="*/ 603591 h 1308967"/>
                <a:gd name="connsiteX65" fmla="*/ 1204335 w 1309323"/>
                <a:gd name="connsiteY65" fmla="*/ 585085 h 1308967"/>
                <a:gd name="connsiteX66" fmla="*/ 1234586 w 1309323"/>
                <a:gd name="connsiteY66" fmla="*/ 554834 h 1308967"/>
                <a:gd name="connsiteX67" fmla="*/ 1279072 w 1309323"/>
                <a:gd name="connsiteY67" fmla="*/ 554834 h 1308967"/>
                <a:gd name="connsiteX68" fmla="*/ 1309323 w 1309323"/>
                <a:gd name="connsiteY68" fmla="*/ 585085 h 1308967"/>
                <a:gd name="connsiteX69" fmla="*/ 1309323 w 1309323"/>
                <a:gd name="connsiteY69" fmla="*/ 723882 h 1308967"/>
                <a:gd name="connsiteX70" fmla="*/ 1279072 w 1309323"/>
                <a:gd name="connsiteY70" fmla="*/ 754133 h 1308967"/>
                <a:gd name="connsiteX71" fmla="*/ 1234586 w 1309323"/>
                <a:gd name="connsiteY71" fmla="*/ 754133 h 1308967"/>
                <a:gd name="connsiteX72" fmla="*/ 1204335 w 1309323"/>
                <a:gd name="connsiteY72" fmla="*/ 723882 h 1308967"/>
                <a:gd name="connsiteX73" fmla="*/ 1203979 w 1309323"/>
                <a:gd name="connsiteY73" fmla="*/ 723882 h 1308967"/>
                <a:gd name="connsiteX74" fmla="*/ 1203979 w 1309323"/>
                <a:gd name="connsiteY74" fmla="*/ 705376 h 1308967"/>
                <a:gd name="connsiteX75" fmla="*/ 1151987 w 1309323"/>
                <a:gd name="connsiteY75" fmla="*/ 705376 h 1308967"/>
                <a:gd name="connsiteX76" fmla="*/ 1148440 w 1309323"/>
                <a:gd name="connsiteY76" fmla="*/ 745572 h 1308967"/>
                <a:gd name="connsiteX77" fmla="*/ 1060934 w 1309323"/>
                <a:gd name="connsiteY77" fmla="*/ 951201 h 1308967"/>
                <a:gd name="connsiteX78" fmla="*/ 1042649 w 1309323"/>
                <a:gd name="connsiteY78" fmla="*/ 972895 h 1308967"/>
                <a:gd name="connsiteX79" fmla="*/ 1076214 w 1309323"/>
                <a:gd name="connsiteY79" fmla="*/ 1006460 h 1308967"/>
                <a:gd name="connsiteX80" fmla="*/ 1089382 w 1309323"/>
                <a:gd name="connsiteY80" fmla="*/ 993292 h 1308967"/>
                <a:gd name="connsiteX81" fmla="*/ 1132444 w 1309323"/>
                <a:gd name="connsiteY81" fmla="*/ 993292 h 1308967"/>
                <a:gd name="connsiteX82" fmla="*/ 1163763 w 1309323"/>
                <a:gd name="connsiteY82" fmla="*/ 1024610 h 1308967"/>
                <a:gd name="connsiteX83" fmla="*/ 1163763 w 1309323"/>
                <a:gd name="connsiteY83" fmla="*/ 1067673 h 1308967"/>
                <a:gd name="connsiteX84" fmla="*/ 1065893 w 1309323"/>
                <a:gd name="connsiteY84" fmla="*/ 1165899 h 1308967"/>
                <a:gd name="connsiteX85" fmla="*/ 1022830 w 1309323"/>
                <a:gd name="connsiteY85" fmla="*/ 1165899 h 1308967"/>
                <a:gd name="connsiteX86" fmla="*/ 991512 w 1309323"/>
                <a:gd name="connsiteY86" fmla="*/ 1134580 h 1308967"/>
                <a:gd name="connsiteX87" fmla="*/ 991512 w 1309323"/>
                <a:gd name="connsiteY87" fmla="*/ 1091518 h 1308967"/>
                <a:gd name="connsiteX88" fmla="*/ 1004680 w 1309323"/>
                <a:gd name="connsiteY88" fmla="*/ 1078350 h 1308967"/>
                <a:gd name="connsiteX89" fmla="*/ 971238 w 1309323"/>
                <a:gd name="connsiteY89" fmla="*/ 1044909 h 1308967"/>
                <a:gd name="connsiteX90" fmla="*/ 958051 w 1309323"/>
                <a:gd name="connsiteY90" fmla="*/ 1056575 h 1308967"/>
                <a:gd name="connsiteX91" fmla="*/ 755046 w 1309323"/>
                <a:gd name="connsiteY91" fmla="*/ 1148927 h 1308967"/>
                <a:gd name="connsiteX92" fmla="*/ 705376 w 1309323"/>
                <a:gd name="connsiteY92" fmla="*/ 1153934 h 1308967"/>
                <a:gd name="connsiteX93" fmla="*/ 705376 w 1309323"/>
                <a:gd name="connsiteY93" fmla="*/ 1203979 h 1308967"/>
                <a:gd name="connsiteX94" fmla="*/ 723882 w 1309323"/>
                <a:gd name="connsiteY94" fmla="*/ 1203979 h 1308967"/>
                <a:gd name="connsiteX95" fmla="*/ 754133 w 1309323"/>
                <a:gd name="connsiteY95" fmla="*/ 1234230 h 1308967"/>
                <a:gd name="connsiteX96" fmla="*/ 754133 w 1309323"/>
                <a:gd name="connsiteY96" fmla="*/ 1278716 h 1308967"/>
                <a:gd name="connsiteX97" fmla="*/ 723882 w 1309323"/>
                <a:gd name="connsiteY97" fmla="*/ 1308967 h 1308967"/>
                <a:gd name="connsiteX98" fmla="*/ 585085 w 1309323"/>
                <a:gd name="connsiteY98" fmla="*/ 1308967 h 1308967"/>
                <a:gd name="connsiteX99" fmla="*/ 554834 w 1309323"/>
                <a:gd name="connsiteY99" fmla="*/ 1278716 h 1308967"/>
                <a:gd name="connsiteX100" fmla="*/ 554834 w 1309323"/>
                <a:gd name="connsiteY100" fmla="*/ 1234230 h 1308967"/>
                <a:gd name="connsiteX101" fmla="*/ 585085 w 1309323"/>
                <a:gd name="connsiteY101" fmla="*/ 1203979 h 1308967"/>
                <a:gd name="connsiteX102" fmla="*/ 603591 w 1309323"/>
                <a:gd name="connsiteY102" fmla="*/ 1203979 h 1308967"/>
                <a:gd name="connsiteX103" fmla="*/ 603591 w 1309323"/>
                <a:gd name="connsiteY103" fmla="*/ 1154077 h 1308967"/>
                <a:gd name="connsiteX104" fmla="*/ 552496 w 1309323"/>
                <a:gd name="connsiteY104" fmla="*/ 1148927 h 1308967"/>
                <a:gd name="connsiteX105" fmla="*/ 349491 w 1309323"/>
                <a:gd name="connsiteY105" fmla="*/ 1056575 h 1308967"/>
                <a:gd name="connsiteX106" fmla="*/ 334235 w 1309323"/>
                <a:gd name="connsiteY106" fmla="*/ 1043079 h 1308967"/>
                <a:gd name="connsiteX107" fmla="*/ 298948 w 1309323"/>
                <a:gd name="connsiteY107" fmla="*/ 1078350 h 1308967"/>
                <a:gd name="connsiteX108" fmla="*/ 312116 w 1309323"/>
                <a:gd name="connsiteY108" fmla="*/ 1091518 h 1308967"/>
                <a:gd name="connsiteX109" fmla="*/ 312116 w 1309323"/>
                <a:gd name="connsiteY109" fmla="*/ 1134580 h 1308967"/>
                <a:gd name="connsiteX110" fmla="*/ 280797 w 1309323"/>
                <a:gd name="connsiteY110" fmla="*/ 1165899 h 1308967"/>
                <a:gd name="connsiteX111" fmla="*/ 237734 w 1309323"/>
                <a:gd name="connsiteY111" fmla="*/ 1165899 h 1308967"/>
                <a:gd name="connsiteX112" fmla="*/ 139864 w 1309323"/>
                <a:gd name="connsiteY112" fmla="*/ 1068029 h 1308967"/>
                <a:gd name="connsiteX113" fmla="*/ 139864 w 1309323"/>
                <a:gd name="connsiteY113" fmla="*/ 1024966 h 1308967"/>
                <a:gd name="connsiteX114" fmla="*/ 171183 w 1309323"/>
                <a:gd name="connsiteY114" fmla="*/ 993648 h 1308967"/>
                <a:gd name="connsiteX115" fmla="*/ 214246 w 1309323"/>
                <a:gd name="connsiteY115" fmla="*/ 993648 h 1308967"/>
                <a:gd name="connsiteX116" fmla="*/ 227414 w 1309323"/>
                <a:gd name="connsiteY116" fmla="*/ 1006816 h 1308967"/>
                <a:gd name="connsiteX117" fmla="*/ 263266 w 1309323"/>
                <a:gd name="connsiteY117" fmla="*/ 970964 h 1308967"/>
                <a:gd name="connsiteX118" fmla="*/ 246608 w 1309323"/>
                <a:gd name="connsiteY118" fmla="*/ 951201 h 1308967"/>
                <a:gd name="connsiteX119" fmla="*/ 159102 w 1309323"/>
                <a:gd name="connsiteY119" fmla="*/ 745572 h 1308967"/>
                <a:gd name="connsiteX120" fmla="*/ 155555 w 1309323"/>
                <a:gd name="connsiteY120" fmla="*/ 705376 h 1308967"/>
                <a:gd name="connsiteX121" fmla="*/ 104988 w 1309323"/>
                <a:gd name="connsiteY121" fmla="*/ 705376 h 1308967"/>
                <a:gd name="connsiteX122" fmla="*/ 104988 w 1309323"/>
                <a:gd name="connsiteY122" fmla="*/ 723882 h 1308967"/>
                <a:gd name="connsiteX123" fmla="*/ 74737 w 1309323"/>
                <a:gd name="connsiteY123" fmla="*/ 754133 h 1308967"/>
                <a:gd name="connsiteX124" fmla="*/ 30251 w 1309323"/>
                <a:gd name="connsiteY124" fmla="*/ 754133 h 1308967"/>
                <a:gd name="connsiteX125" fmla="*/ 0 w 1309323"/>
                <a:gd name="connsiteY125" fmla="*/ 723882 h 1308967"/>
                <a:gd name="connsiteX126" fmla="*/ 0 w 1309323"/>
                <a:gd name="connsiteY126" fmla="*/ 585085 h 1308967"/>
                <a:gd name="connsiteX127" fmla="*/ 30251 w 1309323"/>
                <a:gd name="connsiteY127" fmla="*/ 554834 h 1308967"/>
                <a:gd name="connsiteX128" fmla="*/ 74737 w 1309323"/>
                <a:gd name="connsiteY128" fmla="*/ 554834 h 1308967"/>
                <a:gd name="connsiteX129" fmla="*/ 104988 w 1309323"/>
                <a:gd name="connsiteY129" fmla="*/ 585085 h 1308967"/>
                <a:gd name="connsiteX130" fmla="*/ 104988 w 1309323"/>
                <a:gd name="connsiteY130" fmla="*/ 603591 h 1308967"/>
                <a:gd name="connsiteX131" fmla="*/ 155932 w 1309323"/>
                <a:gd name="connsiteY131" fmla="*/ 603591 h 1308967"/>
                <a:gd name="connsiteX132" fmla="*/ 159102 w 1309323"/>
                <a:gd name="connsiteY132" fmla="*/ 567664 h 1308967"/>
                <a:gd name="connsiteX133" fmla="*/ 246608 w 1309323"/>
                <a:gd name="connsiteY133" fmla="*/ 362035 h 1308967"/>
                <a:gd name="connsiteX134" fmla="*/ 265707 w 1309323"/>
                <a:gd name="connsiteY134" fmla="*/ 339377 h 1308967"/>
                <a:gd name="connsiteX135" fmla="*/ 227414 w 1309323"/>
                <a:gd name="connsiteY135" fmla="*/ 301084 h 1308967"/>
                <a:gd name="connsiteX136" fmla="*/ 214246 w 1309323"/>
                <a:gd name="connsiteY136" fmla="*/ 314252 h 1308967"/>
                <a:gd name="connsiteX137" fmla="*/ 171183 w 1309323"/>
                <a:gd name="connsiteY137" fmla="*/ 314252 h 1308967"/>
                <a:gd name="connsiteX138" fmla="*/ 139864 w 1309323"/>
                <a:gd name="connsiteY138" fmla="*/ 282933 h 1308967"/>
                <a:gd name="connsiteX139" fmla="*/ 139864 w 1309323"/>
                <a:gd name="connsiteY139" fmla="*/ 239870 h 1308967"/>
                <a:gd name="connsiteX140" fmla="*/ 238090 w 1309323"/>
                <a:gd name="connsiteY140" fmla="*/ 142000 h 1308967"/>
                <a:gd name="connsiteX141" fmla="*/ 281153 w 1309323"/>
                <a:gd name="connsiteY141" fmla="*/ 142000 h 1308967"/>
                <a:gd name="connsiteX142" fmla="*/ 312471 w 1309323"/>
                <a:gd name="connsiteY142" fmla="*/ 173319 h 1308967"/>
                <a:gd name="connsiteX143" fmla="*/ 312471 w 1309323"/>
                <a:gd name="connsiteY143" fmla="*/ 216382 h 1308967"/>
                <a:gd name="connsiteX144" fmla="*/ 299303 w 1309323"/>
                <a:gd name="connsiteY144" fmla="*/ 229550 h 1308967"/>
                <a:gd name="connsiteX145" fmla="*/ 337246 w 1309323"/>
                <a:gd name="connsiteY145" fmla="*/ 267493 h 1308967"/>
                <a:gd name="connsiteX146" fmla="*/ 349491 w 1309323"/>
                <a:gd name="connsiteY146" fmla="*/ 256662 h 1308967"/>
                <a:gd name="connsiteX147" fmla="*/ 552496 w 1309323"/>
                <a:gd name="connsiteY147" fmla="*/ 164309 h 1308967"/>
                <a:gd name="connsiteX148" fmla="*/ 603591 w 1309323"/>
                <a:gd name="connsiteY148" fmla="*/ 159159 h 1308967"/>
                <a:gd name="connsiteX149" fmla="*/ 603591 w 1309323"/>
                <a:gd name="connsiteY149" fmla="*/ 104988 h 1308967"/>
                <a:gd name="connsiteX150" fmla="*/ 585085 w 1309323"/>
                <a:gd name="connsiteY150" fmla="*/ 104988 h 1308967"/>
                <a:gd name="connsiteX151" fmla="*/ 554834 w 1309323"/>
                <a:gd name="connsiteY151" fmla="*/ 74737 h 1308967"/>
                <a:gd name="connsiteX152" fmla="*/ 554834 w 1309323"/>
                <a:gd name="connsiteY152" fmla="*/ 30251 h 1308967"/>
                <a:gd name="connsiteX153" fmla="*/ 585085 w 1309323"/>
                <a:gd name="connsiteY153" fmla="*/ 0 h 1308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309323" h="1308967">
                  <a:moveTo>
                    <a:pt x="779400" y="796483"/>
                  </a:moveTo>
                  <a:cubicBezTo>
                    <a:pt x="819889" y="796483"/>
                    <a:pt x="852713" y="829307"/>
                    <a:pt x="852713" y="869797"/>
                  </a:cubicBezTo>
                  <a:cubicBezTo>
                    <a:pt x="852713" y="910286"/>
                    <a:pt x="819890" y="943110"/>
                    <a:pt x="779400" y="943110"/>
                  </a:cubicBezTo>
                  <a:cubicBezTo>
                    <a:pt x="738910" y="943110"/>
                    <a:pt x="706086" y="910287"/>
                    <a:pt x="706086" y="869797"/>
                  </a:cubicBezTo>
                  <a:cubicBezTo>
                    <a:pt x="706086" y="829307"/>
                    <a:pt x="738910" y="796483"/>
                    <a:pt x="779400" y="796483"/>
                  </a:cubicBezTo>
                  <a:close/>
                  <a:moveTo>
                    <a:pt x="531700" y="796483"/>
                  </a:moveTo>
                  <a:cubicBezTo>
                    <a:pt x="572189" y="796483"/>
                    <a:pt x="605013" y="829307"/>
                    <a:pt x="605013" y="869797"/>
                  </a:cubicBezTo>
                  <a:cubicBezTo>
                    <a:pt x="605013" y="910286"/>
                    <a:pt x="572190" y="943110"/>
                    <a:pt x="531700" y="943110"/>
                  </a:cubicBezTo>
                  <a:cubicBezTo>
                    <a:pt x="491210" y="943110"/>
                    <a:pt x="458386" y="910287"/>
                    <a:pt x="458386" y="869797"/>
                  </a:cubicBezTo>
                  <a:cubicBezTo>
                    <a:pt x="458386" y="829307"/>
                    <a:pt x="491210" y="796483"/>
                    <a:pt x="531700" y="796483"/>
                  </a:cubicBezTo>
                  <a:close/>
                  <a:moveTo>
                    <a:pt x="410341" y="585795"/>
                  </a:moveTo>
                  <a:cubicBezTo>
                    <a:pt x="450831" y="585795"/>
                    <a:pt x="483654" y="618619"/>
                    <a:pt x="483654" y="659109"/>
                  </a:cubicBezTo>
                  <a:cubicBezTo>
                    <a:pt x="483654" y="699598"/>
                    <a:pt x="450831" y="732422"/>
                    <a:pt x="410341" y="732422"/>
                  </a:cubicBezTo>
                  <a:cubicBezTo>
                    <a:pt x="369851" y="732422"/>
                    <a:pt x="337027" y="699599"/>
                    <a:pt x="337027" y="659109"/>
                  </a:cubicBezTo>
                  <a:cubicBezTo>
                    <a:pt x="337027" y="618619"/>
                    <a:pt x="369851" y="585795"/>
                    <a:pt x="410341" y="585795"/>
                  </a:cubicBezTo>
                  <a:close/>
                  <a:moveTo>
                    <a:pt x="904318" y="583304"/>
                  </a:moveTo>
                  <a:cubicBezTo>
                    <a:pt x="944808" y="583304"/>
                    <a:pt x="977631" y="616128"/>
                    <a:pt x="977631" y="656618"/>
                  </a:cubicBezTo>
                  <a:cubicBezTo>
                    <a:pt x="977631" y="697107"/>
                    <a:pt x="944808" y="729931"/>
                    <a:pt x="904318" y="729931"/>
                  </a:cubicBezTo>
                  <a:cubicBezTo>
                    <a:pt x="863828" y="729931"/>
                    <a:pt x="831004" y="697108"/>
                    <a:pt x="831004" y="656618"/>
                  </a:cubicBezTo>
                  <a:cubicBezTo>
                    <a:pt x="831004" y="616128"/>
                    <a:pt x="863828" y="583304"/>
                    <a:pt x="904318" y="583304"/>
                  </a:cubicBezTo>
                  <a:close/>
                  <a:moveTo>
                    <a:pt x="658397" y="579033"/>
                  </a:moveTo>
                  <a:cubicBezTo>
                    <a:pt x="698886" y="579033"/>
                    <a:pt x="731710" y="611857"/>
                    <a:pt x="731710" y="652347"/>
                  </a:cubicBezTo>
                  <a:cubicBezTo>
                    <a:pt x="731710" y="692837"/>
                    <a:pt x="698887" y="725660"/>
                    <a:pt x="658397" y="725660"/>
                  </a:cubicBezTo>
                  <a:cubicBezTo>
                    <a:pt x="617907" y="725660"/>
                    <a:pt x="585083" y="692837"/>
                    <a:pt x="585083" y="652347"/>
                  </a:cubicBezTo>
                  <a:cubicBezTo>
                    <a:pt x="585083" y="611857"/>
                    <a:pt x="617907" y="579033"/>
                    <a:pt x="658397" y="579033"/>
                  </a:cubicBezTo>
                  <a:close/>
                  <a:moveTo>
                    <a:pt x="531700" y="367990"/>
                  </a:moveTo>
                  <a:cubicBezTo>
                    <a:pt x="572189" y="367990"/>
                    <a:pt x="605013" y="400814"/>
                    <a:pt x="605013" y="441304"/>
                  </a:cubicBezTo>
                  <a:cubicBezTo>
                    <a:pt x="605013" y="481793"/>
                    <a:pt x="572190" y="514617"/>
                    <a:pt x="531700" y="514617"/>
                  </a:cubicBezTo>
                  <a:cubicBezTo>
                    <a:pt x="491210" y="514617"/>
                    <a:pt x="458386" y="481794"/>
                    <a:pt x="458386" y="441304"/>
                  </a:cubicBezTo>
                  <a:cubicBezTo>
                    <a:pt x="458386" y="400814"/>
                    <a:pt x="491210" y="367990"/>
                    <a:pt x="531700" y="367990"/>
                  </a:cubicBezTo>
                  <a:close/>
                  <a:moveTo>
                    <a:pt x="779400" y="367634"/>
                  </a:moveTo>
                  <a:cubicBezTo>
                    <a:pt x="819889" y="367634"/>
                    <a:pt x="852713" y="400458"/>
                    <a:pt x="852713" y="440948"/>
                  </a:cubicBezTo>
                  <a:cubicBezTo>
                    <a:pt x="852713" y="481438"/>
                    <a:pt x="819890" y="514261"/>
                    <a:pt x="779400" y="514261"/>
                  </a:cubicBezTo>
                  <a:cubicBezTo>
                    <a:pt x="738910" y="514261"/>
                    <a:pt x="706086" y="481438"/>
                    <a:pt x="706086" y="440948"/>
                  </a:cubicBezTo>
                  <a:cubicBezTo>
                    <a:pt x="706086" y="400458"/>
                    <a:pt x="738910" y="367634"/>
                    <a:pt x="779400" y="367634"/>
                  </a:cubicBezTo>
                  <a:close/>
                  <a:moveTo>
                    <a:pt x="658398" y="258732"/>
                  </a:moveTo>
                  <a:cubicBezTo>
                    <a:pt x="437079" y="258732"/>
                    <a:pt x="257665" y="438146"/>
                    <a:pt x="257665" y="659465"/>
                  </a:cubicBezTo>
                  <a:cubicBezTo>
                    <a:pt x="257665" y="880784"/>
                    <a:pt x="437079" y="1060199"/>
                    <a:pt x="658398" y="1060199"/>
                  </a:cubicBezTo>
                  <a:cubicBezTo>
                    <a:pt x="879717" y="1060199"/>
                    <a:pt x="1059132" y="880784"/>
                    <a:pt x="1059132" y="659465"/>
                  </a:cubicBezTo>
                  <a:cubicBezTo>
                    <a:pt x="1059132" y="438146"/>
                    <a:pt x="879717" y="258732"/>
                    <a:pt x="658398" y="258732"/>
                  </a:cubicBezTo>
                  <a:close/>
                  <a:moveTo>
                    <a:pt x="585085" y="0"/>
                  </a:moveTo>
                  <a:lnTo>
                    <a:pt x="723882" y="0"/>
                  </a:lnTo>
                  <a:cubicBezTo>
                    <a:pt x="740609" y="0"/>
                    <a:pt x="754133" y="13524"/>
                    <a:pt x="754133" y="30251"/>
                  </a:cubicBezTo>
                  <a:lnTo>
                    <a:pt x="754133" y="74737"/>
                  </a:lnTo>
                  <a:cubicBezTo>
                    <a:pt x="754133" y="91464"/>
                    <a:pt x="740609" y="104988"/>
                    <a:pt x="723882" y="104988"/>
                  </a:cubicBezTo>
                  <a:lnTo>
                    <a:pt x="705376" y="104988"/>
                  </a:lnTo>
                  <a:lnTo>
                    <a:pt x="705376" y="159302"/>
                  </a:lnTo>
                  <a:lnTo>
                    <a:pt x="755046" y="164309"/>
                  </a:lnTo>
                  <a:cubicBezTo>
                    <a:pt x="830183" y="179685"/>
                    <a:pt x="899211" y="211829"/>
                    <a:pt x="958051" y="256662"/>
                  </a:cubicBezTo>
                  <a:lnTo>
                    <a:pt x="968407" y="265823"/>
                  </a:lnTo>
                  <a:lnTo>
                    <a:pt x="1004680" y="229550"/>
                  </a:lnTo>
                  <a:lnTo>
                    <a:pt x="991512" y="216382"/>
                  </a:lnTo>
                  <a:cubicBezTo>
                    <a:pt x="979767" y="204281"/>
                    <a:pt x="979767" y="185063"/>
                    <a:pt x="991512" y="173319"/>
                  </a:cubicBezTo>
                  <a:lnTo>
                    <a:pt x="1022830" y="142000"/>
                  </a:lnTo>
                  <a:cubicBezTo>
                    <a:pt x="1034930" y="130256"/>
                    <a:pt x="1054148" y="130256"/>
                    <a:pt x="1065893" y="142000"/>
                  </a:cubicBezTo>
                  <a:lnTo>
                    <a:pt x="1163763" y="239870"/>
                  </a:lnTo>
                  <a:cubicBezTo>
                    <a:pt x="1175507" y="251971"/>
                    <a:pt x="1175507" y="271189"/>
                    <a:pt x="1163763" y="282933"/>
                  </a:cubicBezTo>
                  <a:lnTo>
                    <a:pt x="1132444" y="314252"/>
                  </a:lnTo>
                  <a:cubicBezTo>
                    <a:pt x="1120344" y="325996"/>
                    <a:pt x="1101126" y="325996"/>
                    <a:pt x="1089382" y="314252"/>
                  </a:cubicBezTo>
                  <a:lnTo>
                    <a:pt x="1076570" y="301084"/>
                  </a:lnTo>
                  <a:lnTo>
                    <a:pt x="1040200" y="337437"/>
                  </a:lnTo>
                  <a:lnTo>
                    <a:pt x="1060934" y="362035"/>
                  </a:lnTo>
                  <a:cubicBezTo>
                    <a:pt x="1104373" y="421971"/>
                    <a:pt x="1134902" y="491874"/>
                    <a:pt x="1148440" y="567664"/>
                  </a:cubicBezTo>
                  <a:lnTo>
                    <a:pt x="1151610" y="603591"/>
                  </a:lnTo>
                  <a:lnTo>
                    <a:pt x="1204335" y="603591"/>
                  </a:lnTo>
                  <a:lnTo>
                    <a:pt x="1204335" y="585085"/>
                  </a:lnTo>
                  <a:cubicBezTo>
                    <a:pt x="1204335" y="568358"/>
                    <a:pt x="1217859" y="554834"/>
                    <a:pt x="1234586" y="554834"/>
                  </a:cubicBezTo>
                  <a:lnTo>
                    <a:pt x="1279072" y="554834"/>
                  </a:lnTo>
                  <a:cubicBezTo>
                    <a:pt x="1295799" y="554834"/>
                    <a:pt x="1309323" y="568358"/>
                    <a:pt x="1309323" y="585085"/>
                  </a:cubicBezTo>
                  <a:lnTo>
                    <a:pt x="1309323" y="723882"/>
                  </a:lnTo>
                  <a:cubicBezTo>
                    <a:pt x="1309323" y="740609"/>
                    <a:pt x="1295799" y="754133"/>
                    <a:pt x="1279072" y="754133"/>
                  </a:cubicBezTo>
                  <a:lnTo>
                    <a:pt x="1234586" y="754133"/>
                  </a:lnTo>
                  <a:cubicBezTo>
                    <a:pt x="1217859" y="754133"/>
                    <a:pt x="1204335" y="740609"/>
                    <a:pt x="1204335" y="723882"/>
                  </a:cubicBezTo>
                  <a:lnTo>
                    <a:pt x="1203979" y="723882"/>
                  </a:lnTo>
                  <a:lnTo>
                    <a:pt x="1203979" y="705376"/>
                  </a:lnTo>
                  <a:lnTo>
                    <a:pt x="1151987" y="705376"/>
                  </a:lnTo>
                  <a:lnTo>
                    <a:pt x="1148440" y="745572"/>
                  </a:lnTo>
                  <a:cubicBezTo>
                    <a:pt x="1134902" y="821362"/>
                    <a:pt x="1104373" y="891265"/>
                    <a:pt x="1060934" y="951201"/>
                  </a:cubicBezTo>
                  <a:lnTo>
                    <a:pt x="1042649" y="972895"/>
                  </a:lnTo>
                  <a:lnTo>
                    <a:pt x="1076214" y="1006460"/>
                  </a:lnTo>
                  <a:lnTo>
                    <a:pt x="1089382" y="993292"/>
                  </a:lnTo>
                  <a:cubicBezTo>
                    <a:pt x="1101482" y="981547"/>
                    <a:pt x="1120700" y="981547"/>
                    <a:pt x="1132444" y="993292"/>
                  </a:cubicBezTo>
                  <a:lnTo>
                    <a:pt x="1163763" y="1024610"/>
                  </a:lnTo>
                  <a:cubicBezTo>
                    <a:pt x="1175507" y="1036710"/>
                    <a:pt x="1175507" y="1055929"/>
                    <a:pt x="1163763" y="1067673"/>
                  </a:cubicBezTo>
                  <a:lnTo>
                    <a:pt x="1065893" y="1165899"/>
                  </a:lnTo>
                  <a:cubicBezTo>
                    <a:pt x="1053793" y="1177643"/>
                    <a:pt x="1034574" y="1177643"/>
                    <a:pt x="1022830" y="1165899"/>
                  </a:cubicBezTo>
                  <a:lnTo>
                    <a:pt x="991512" y="1134580"/>
                  </a:lnTo>
                  <a:cubicBezTo>
                    <a:pt x="979767" y="1122480"/>
                    <a:pt x="979767" y="1103262"/>
                    <a:pt x="991512" y="1091518"/>
                  </a:cubicBezTo>
                  <a:lnTo>
                    <a:pt x="1004680" y="1078350"/>
                  </a:lnTo>
                  <a:lnTo>
                    <a:pt x="971238" y="1044909"/>
                  </a:lnTo>
                  <a:lnTo>
                    <a:pt x="958051" y="1056575"/>
                  </a:lnTo>
                  <a:cubicBezTo>
                    <a:pt x="899211" y="1101407"/>
                    <a:pt x="830183" y="1133551"/>
                    <a:pt x="755046" y="1148927"/>
                  </a:cubicBezTo>
                  <a:lnTo>
                    <a:pt x="705376" y="1153934"/>
                  </a:lnTo>
                  <a:lnTo>
                    <a:pt x="705376" y="1203979"/>
                  </a:lnTo>
                  <a:lnTo>
                    <a:pt x="723882" y="1203979"/>
                  </a:lnTo>
                  <a:cubicBezTo>
                    <a:pt x="740609" y="1203979"/>
                    <a:pt x="754133" y="1217503"/>
                    <a:pt x="754133" y="1234230"/>
                  </a:cubicBezTo>
                  <a:lnTo>
                    <a:pt x="754133" y="1278716"/>
                  </a:lnTo>
                  <a:cubicBezTo>
                    <a:pt x="754133" y="1295443"/>
                    <a:pt x="740609" y="1308967"/>
                    <a:pt x="723882" y="1308967"/>
                  </a:cubicBezTo>
                  <a:lnTo>
                    <a:pt x="585085" y="1308967"/>
                  </a:lnTo>
                  <a:cubicBezTo>
                    <a:pt x="568358" y="1308967"/>
                    <a:pt x="554834" y="1295443"/>
                    <a:pt x="554834" y="1278716"/>
                  </a:cubicBezTo>
                  <a:lnTo>
                    <a:pt x="554834" y="1234230"/>
                  </a:lnTo>
                  <a:cubicBezTo>
                    <a:pt x="554834" y="1217503"/>
                    <a:pt x="568358" y="1203979"/>
                    <a:pt x="585085" y="1203979"/>
                  </a:cubicBezTo>
                  <a:lnTo>
                    <a:pt x="603591" y="1203979"/>
                  </a:lnTo>
                  <a:lnTo>
                    <a:pt x="603591" y="1154077"/>
                  </a:lnTo>
                  <a:lnTo>
                    <a:pt x="552496" y="1148927"/>
                  </a:lnTo>
                  <a:cubicBezTo>
                    <a:pt x="477359" y="1133551"/>
                    <a:pt x="408331" y="1101407"/>
                    <a:pt x="349491" y="1056575"/>
                  </a:cubicBezTo>
                  <a:lnTo>
                    <a:pt x="334235" y="1043079"/>
                  </a:lnTo>
                  <a:lnTo>
                    <a:pt x="298948" y="1078350"/>
                  </a:lnTo>
                  <a:lnTo>
                    <a:pt x="312116" y="1091518"/>
                  </a:lnTo>
                  <a:cubicBezTo>
                    <a:pt x="323860" y="1103618"/>
                    <a:pt x="323860" y="1122836"/>
                    <a:pt x="312116" y="1134580"/>
                  </a:cubicBezTo>
                  <a:lnTo>
                    <a:pt x="280797" y="1165899"/>
                  </a:lnTo>
                  <a:cubicBezTo>
                    <a:pt x="268697" y="1177643"/>
                    <a:pt x="249479" y="1177643"/>
                    <a:pt x="237734" y="1165899"/>
                  </a:cubicBezTo>
                  <a:lnTo>
                    <a:pt x="139864" y="1068029"/>
                  </a:lnTo>
                  <a:cubicBezTo>
                    <a:pt x="128120" y="1055929"/>
                    <a:pt x="128120" y="1036710"/>
                    <a:pt x="139864" y="1024966"/>
                  </a:cubicBezTo>
                  <a:lnTo>
                    <a:pt x="171183" y="993648"/>
                  </a:lnTo>
                  <a:cubicBezTo>
                    <a:pt x="183283" y="981903"/>
                    <a:pt x="202501" y="981903"/>
                    <a:pt x="214246" y="993648"/>
                  </a:cubicBezTo>
                  <a:lnTo>
                    <a:pt x="227414" y="1006816"/>
                  </a:lnTo>
                  <a:lnTo>
                    <a:pt x="263266" y="970964"/>
                  </a:lnTo>
                  <a:lnTo>
                    <a:pt x="246608" y="951201"/>
                  </a:lnTo>
                  <a:cubicBezTo>
                    <a:pt x="203169" y="891265"/>
                    <a:pt x="172640" y="821362"/>
                    <a:pt x="159102" y="745572"/>
                  </a:cubicBezTo>
                  <a:lnTo>
                    <a:pt x="155555" y="705376"/>
                  </a:lnTo>
                  <a:lnTo>
                    <a:pt x="104988" y="705376"/>
                  </a:lnTo>
                  <a:lnTo>
                    <a:pt x="104988" y="723882"/>
                  </a:lnTo>
                  <a:cubicBezTo>
                    <a:pt x="104988" y="740609"/>
                    <a:pt x="91464" y="754133"/>
                    <a:pt x="74737" y="754133"/>
                  </a:cubicBezTo>
                  <a:lnTo>
                    <a:pt x="30251" y="754133"/>
                  </a:lnTo>
                  <a:cubicBezTo>
                    <a:pt x="13524" y="754133"/>
                    <a:pt x="0" y="740609"/>
                    <a:pt x="0" y="723882"/>
                  </a:cubicBezTo>
                  <a:lnTo>
                    <a:pt x="0" y="585085"/>
                  </a:lnTo>
                  <a:cubicBezTo>
                    <a:pt x="0" y="568358"/>
                    <a:pt x="13524" y="554834"/>
                    <a:pt x="30251" y="554834"/>
                  </a:cubicBezTo>
                  <a:lnTo>
                    <a:pt x="74737" y="554834"/>
                  </a:lnTo>
                  <a:cubicBezTo>
                    <a:pt x="91464" y="554834"/>
                    <a:pt x="104988" y="568358"/>
                    <a:pt x="104988" y="585085"/>
                  </a:cubicBezTo>
                  <a:lnTo>
                    <a:pt x="104988" y="603591"/>
                  </a:lnTo>
                  <a:lnTo>
                    <a:pt x="155932" y="603591"/>
                  </a:lnTo>
                  <a:lnTo>
                    <a:pt x="159102" y="567664"/>
                  </a:lnTo>
                  <a:cubicBezTo>
                    <a:pt x="172640" y="491874"/>
                    <a:pt x="203169" y="421971"/>
                    <a:pt x="246608" y="362035"/>
                  </a:cubicBezTo>
                  <a:lnTo>
                    <a:pt x="265707" y="339377"/>
                  </a:lnTo>
                  <a:lnTo>
                    <a:pt x="227414" y="301084"/>
                  </a:lnTo>
                  <a:lnTo>
                    <a:pt x="214246" y="314252"/>
                  </a:lnTo>
                  <a:cubicBezTo>
                    <a:pt x="202145" y="325996"/>
                    <a:pt x="182927" y="325996"/>
                    <a:pt x="171183" y="314252"/>
                  </a:cubicBezTo>
                  <a:lnTo>
                    <a:pt x="139864" y="282933"/>
                  </a:lnTo>
                  <a:cubicBezTo>
                    <a:pt x="128120" y="270833"/>
                    <a:pt x="128120" y="251615"/>
                    <a:pt x="139864" y="239870"/>
                  </a:cubicBezTo>
                  <a:lnTo>
                    <a:pt x="238090" y="142000"/>
                  </a:lnTo>
                  <a:cubicBezTo>
                    <a:pt x="250191" y="130256"/>
                    <a:pt x="269409" y="130256"/>
                    <a:pt x="281153" y="142000"/>
                  </a:cubicBezTo>
                  <a:lnTo>
                    <a:pt x="312471" y="173319"/>
                  </a:lnTo>
                  <a:cubicBezTo>
                    <a:pt x="324216" y="185419"/>
                    <a:pt x="324216" y="204637"/>
                    <a:pt x="312471" y="216382"/>
                  </a:cubicBezTo>
                  <a:lnTo>
                    <a:pt x="299303" y="229550"/>
                  </a:lnTo>
                  <a:lnTo>
                    <a:pt x="337246" y="267493"/>
                  </a:lnTo>
                  <a:lnTo>
                    <a:pt x="349491" y="256662"/>
                  </a:lnTo>
                  <a:cubicBezTo>
                    <a:pt x="408331" y="211829"/>
                    <a:pt x="477359" y="179685"/>
                    <a:pt x="552496" y="164309"/>
                  </a:cubicBezTo>
                  <a:lnTo>
                    <a:pt x="603591" y="159159"/>
                  </a:lnTo>
                  <a:lnTo>
                    <a:pt x="603591" y="104988"/>
                  </a:lnTo>
                  <a:lnTo>
                    <a:pt x="585085" y="104988"/>
                  </a:lnTo>
                  <a:cubicBezTo>
                    <a:pt x="568358" y="104988"/>
                    <a:pt x="554834" y="91464"/>
                    <a:pt x="554834" y="74737"/>
                  </a:cubicBezTo>
                  <a:lnTo>
                    <a:pt x="554834" y="30251"/>
                  </a:lnTo>
                  <a:cubicBezTo>
                    <a:pt x="554834" y="13524"/>
                    <a:pt x="568358" y="0"/>
                    <a:pt x="585085" y="0"/>
                  </a:cubicBezTo>
                  <a:close/>
                </a:path>
              </a:pathLst>
            </a:custGeom>
            <a:solidFill>
              <a:schemeClr val="accent3">
                <a:lumMod val="50000"/>
              </a:schemeClr>
            </a:solidFill>
            <a:ln w="3546"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C555FFAD-1F32-9A39-396A-B9643D6E8ABE}"/>
              </a:ext>
            </a:extLst>
          </p:cNvPr>
          <p:cNvGrpSpPr/>
          <p:nvPr/>
        </p:nvGrpSpPr>
        <p:grpSpPr>
          <a:xfrm>
            <a:off x="1085058" y="1154700"/>
            <a:ext cx="2517594" cy="5415590"/>
            <a:chOff x="1424312" y="1878462"/>
            <a:chExt cx="2959964" cy="5892872"/>
          </a:xfrm>
          <a:effectLst>
            <a:outerShdw blurRad="63500" sx="102000" sy="102000" algn="ctr" rotWithShape="0">
              <a:prstClr val="black">
                <a:alpha val="40000"/>
              </a:prstClr>
            </a:outerShdw>
          </a:effectLst>
        </p:grpSpPr>
        <p:sp>
          <p:nvSpPr>
            <p:cNvPr id="22" name="Rectangle 21">
              <a:extLst>
                <a:ext uri="{FF2B5EF4-FFF2-40B4-BE49-F238E27FC236}">
                  <a16:creationId xmlns:a16="http://schemas.microsoft.com/office/drawing/2014/main" id="{E82E4585-839D-C541-953E-1BD6EBBA4F30}"/>
                </a:ext>
              </a:extLst>
            </p:cNvPr>
            <p:cNvSpPr/>
            <p:nvPr/>
          </p:nvSpPr>
          <p:spPr>
            <a:xfrm rot="5400000">
              <a:off x="1624128" y="6429994"/>
              <a:ext cx="2560320" cy="1223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 name="Freeform 36">
              <a:extLst>
                <a:ext uri="{FF2B5EF4-FFF2-40B4-BE49-F238E27FC236}">
                  <a16:creationId xmlns:a16="http://schemas.microsoft.com/office/drawing/2014/main" id="{DEC578AB-EE8A-A20A-DBD9-E34E79C4542A}"/>
                </a:ext>
              </a:extLst>
            </p:cNvPr>
            <p:cNvSpPr>
              <a:spLocks/>
            </p:cNvSpPr>
            <p:nvPr/>
          </p:nvSpPr>
          <p:spPr bwMode="auto">
            <a:xfrm>
              <a:off x="1644872" y="3852191"/>
              <a:ext cx="2527532" cy="1488821"/>
            </a:xfrm>
            <a:custGeom>
              <a:avLst/>
              <a:gdLst/>
              <a:ahLst/>
              <a:cxnLst/>
              <a:rect l="l" t="t" r="r" b="b"/>
              <a:pathLst>
                <a:path w="1255887" h="739769">
                  <a:moveTo>
                    <a:pt x="0" y="0"/>
                  </a:moveTo>
                  <a:lnTo>
                    <a:pt x="101935" y="0"/>
                  </a:lnTo>
                  <a:lnTo>
                    <a:pt x="126181" y="48492"/>
                  </a:lnTo>
                  <a:lnTo>
                    <a:pt x="165558" y="135996"/>
                  </a:lnTo>
                  <a:lnTo>
                    <a:pt x="194726" y="204540"/>
                  </a:lnTo>
                  <a:lnTo>
                    <a:pt x="223893" y="276001"/>
                  </a:lnTo>
                  <a:lnTo>
                    <a:pt x="255978" y="341629"/>
                  </a:lnTo>
                  <a:lnTo>
                    <a:pt x="288062" y="408715"/>
                  </a:lnTo>
                  <a:lnTo>
                    <a:pt x="327439" y="467050"/>
                  </a:lnTo>
                  <a:lnTo>
                    <a:pt x="369732" y="522469"/>
                  </a:lnTo>
                  <a:lnTo>
                    <a:pt x="423693" y="567679"/>
                  </a:lnTo>
                  <a:lnTo>
                    <a:pt x="452861" y="588097"/>
                  </a:lnTo>
                  <a:lnTo>
                    <a:pt x="489320" y="612889"/>
                  </a:lnTo>
                  <a:lnTo>
                    <a:pt x="528697" y="631848"/>
                  </a:lnTo>
                  <a:lnTo>
                    <a:pt x="573907" y="646432"/>
                  </a:lnTo>
                  <a:lnTo>
                    <a:pt x="622034" y="655183"/>
                  </a:lnTo>
                  <a:lnTo>
                    <a:pt x="674536" y="649349"/>
                  </a:lnTo>
                  <a:lnTo>
                    <a:pt x="741622" y="628932"/>
                  </a:lnTo>
                  <a:lnTo>
                    <a:pt x="799957" y="599764"/>
                  </a:lnTo>
                  <a:lnTo>
                    <a:pt x="849543" y="561846"/>
                  </a:lnTo>
                  <a:lnTo>
                    <a:pt x="894753" y="519552"/>
                  </a:lnTo>
                  <a:lnTo>
                    <a:pt x="935588" y="469967"/>
                  </a:lnTo>
                  <a:lnTo>
                    <a:pt x="969131" y="416007"/>
                  </a:lnTo>
                  <a:lnTo>
                    <a:pt x="998298" y="357671"/>
                  </a:lnTo>
                  <a:lnTo>
                    <a:pt x="1027466" y="296419"/>
                  </a:lnTo>
                  <a:lnTo>
                    <a:pt x="1053717" y="236625"/>
                  </a:lnTo>
                  <a:lnTo>
                    <a:pt x="1081427" y="175372"/>
                  </a:lnTo>
                  <a:lnTo>
                    <a:pt x="1107678" y="111203"/>
                  </a:lnTo>
                  <a:lnTo>
                    <a:pt x="1159187" y="0"/>
                  </a:lnTo>
                  <a:lnTo>
                    <a:pt x="1255887" y="0"/>
                  </a:lnTo>
                  <a:lnTo>
                    <a:pt x="1250600" y="10574"/>
                  </a:lnTo>
                  <a:lnTo>
                    <a:pt x="1218515" y="74743"/>
                  </a:lnTo>
                  <a:lnTo>
                    <a:pt x="1186431" y="140371"/>
                  </a:lnTo>
                  <a:lnTo>
                    <a:pt x="1160180" y="207457"/>
                  </a:lnTo>
                  <a:lnTo>
                    <a:pt x="1131012" y="273084"/>
                  </a:lnTo>
                  <a:lnTo>
                    <a:pt x="1101844" y="337254"/>
                  </a:lnTo>
                  <a:lnTo>
                    <a:pt x="1072676" y="399964"/>
                  </a:lnTo>
                  <a:lnTo>
                    <a:pt x="1040592" y="458300"/>
                  </a:lnTo>
                  <a:lnTo>
                    <a:pt x="1004132" y="515177"/>
                  </a:lnTo>
                  <a:lnTo>
                    <a:pt x="964755" y="567679"/>
                  </a:lnTo>
                  <a:lnTo>
                    <a:pt x="919545" y="615806"/>
                  </a:lnTo>
                  <a:lnTo>
                    <a:pt x="868502" y="655183"/>
                  </a:lnTo>
                  <a:lnTo>
                    <a:pt x="810166" y="690184"/>
                  </a:lnTo>
                  <a:lnTo>
                    <a:pt x="744539" y="719352"/>
                  </a:lnTo>
                  <a:lnTo>
                    <a:pt x="670161" y="736852"/>
                  </a:lnTo>
                  <a:lnTo>
                    <a:pt x="605991" y="739769"/>
                  </a:lnTo>
                  <a:lnTo>
                    <a:pt x="544739" y="732477"/>
                  </a:lnTo>
                  <a:lnTo>
                    <a:pt x="489320" y="710601"/>
                  </a:lnTo>
                  <a:lnTo>
                    <a:pt x="436818" y="687267"/>
                  </a:lnTo>
                  <a:lnTo>
                    <a:pt x="391608" y="658099"/>
                  </a:lnTo>
                  <a:lnTo>
                    <a:pt x="353690" y="631848"/>
                  </a:lnTo>
                  <a:lnTo>
                    <a:pt x="308480" y="591013"/>
                  </a:lnTo>
                  <a:lnTo>
                    <a:pt x="269103" y="544345"/>
                  </a:lnTo>
                  <a:lnTo>
                    <a:pt x="237019" y="490385"/>
                  </a:lnTo>
                  <a:lnTo>
                    <a:pt x="207851" y="434966"/>
                  </a:lnTo>
                  <a:lnTo>
                    <a:pt x="181600" y="376630"/>
                  </a:lnTo>
                  <a:lnTo>
                    <a:pt x="155349" y="315378"/>
                  </a:lnTo>
                  <a:lnTo>
                    <a:pt x="115972" y="227874"/>
                  </a:lnTo>
                  <a:lnTo>
                    <a:pt x="70762" y="140371"/>
                  </a:lnTo>
                  <a:lnTo>
                    <a:pt x="25552" y="5286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ko-KR" altLang="en-US">
                <a:latin typeface="Arial" pitchFamily="34" charset="0"/>
                <a:cs typeface="Arial" pitchFamily="34" charset="0"/>
              </a:endParaRPr>
            </a:p>
          </p:txBody>
        </p:sp>
        <p:sp>
          <p:nvSpPr>
            <p:cNvPr id="24" name="Freeform 36">
              <a:extLst>
                <a:ext uri="{FF2B5EF4-FFF2-40B4-BE49-F238E27FC236}">
                  <a16:creationId xmlns:a16="http://schemas.microsoft.com/office/drawing/2014/main" id="{CB1F3388-C02F-096B-29D4-440027741AEE}"/>
                </a:ext>
              </a:extLst>
            </p:cNvPr>
            <p:cNvSpPr>
              <a:spLocks/>
            </p:cNvSpPr>
            <p:nvPr/>
          </p:nvSpPr>
          <p:spPr bwMode="auto">
            <a:xfrm>
              <a:off x="1424312" y="1878462"/>
              <a:ext cx="2959964" cy="1980369"/>
            </a:xfrm>
            <a:custGeom>
              <a:avLst/>
              <a:gdLst>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5 w 1608138"/>
                <a:gd name="connsiteY45" fmla="*/ 4763 h 1075928"/>
                <a:gd name="connsiteX46" fmla="*/ 644525 w 1608138"/>
                <a:gd name="connsiteY46" fmla="*/ 7938 h 1075928"/>
                <a:gd name="connsiteX47" fmla="*/ 649288 w 1608138"/>
                <a:gd name="connsiteY47" fmla="*/ 11113 h 1075928"/>
                <a:gd name="connsiteX48" fmla="*/ 652463 w 1608138"/>
                <a:gd name="connsiteY48" fmla="*/ 14288 h 1075928"/>
                <a:gd name="connsiteX49" fmla="*/ 655638 w 1608138"/>
                <a:gd name="connsiteY49" fmla="*/ 14288 h 1075928"/>
                <a:gd name="connsiteX50" fmla="*/ 658813 w 1608138"/>
                <a:gd name="connsiteY50" fmla="*/ 19050 h 1075928"/>
                <a:gd name="connsiteX51" fmla="*/ 663575 w 1608138"/>
                <a:gd name="connsiteY51" fmla="*/ 25400 h 1075928"/>
                <a:gd name="connsiteX52" fmla="*/ 676275 w 1608138"/>
                <a:gd name="connsiteY52" fmla="*/ 53975 h 1075928"/>
                <a:gd name="connsiteX53" fmla="*/ 676275 w 1608138"/>
                <a:gd name="connsiteY53" fmla="*/ 85725 h 1075928"/>
                <a:gd name="connsiteX54" fmla="*/ 666750 w 1608138"/>
                <a:gd name="connsiteY54" fmla="*/ 114300 h 1075928"/>
                <a:gd name="connsiteX55" fmla="*/ 649288 w 1608138"/>
                <a:gd name="connsiteY55" fmla="*/ 138113 h 1075928"/>
                <a:gd name="connsiteX56" fmla="*/ 617538 w 1608138"/>
                <a:gd name="connsiteY56" fmla="*/ 149225 h 1075928"/>
                <a:gd name="connsiteX57" fmla="*/ 585788 w 1608138"/>
                <a:gd name="connsiteY57" fmla="*/ 149225 h 1075928"/>
                <a:gd name="connsiteX58" fmla="*/ 550863 w 1608138"/>
                <a:gd name="connsiteY58" fmla="*/ 141288 h 1075928"/>
                <a:gd name="connsiteX59" fmla="*/ 517525 w 1608138"/>
                <a:gd name="connsiteY59" fmla="*/ 131763 h 1075928"/>
                <a:gd name="connsiteX60" fmla="*/ 479425 w 1608138"/>
                <a:gd name="connsiteY60" fmla="*/ 128588 h 1075928"/>
                <a:gd name="connsiteX61" fmla="*/ 441325 w 1608138"/>
                <a:gd name="connsiteY61" fmla="*/ 131763 h 1075928"/>
                <a:gd name="connsiteX62" fmla="*/ 360363 w 1608138"/>
                <a:gd name="connsiteY62" fmla="*/ 158750 h 1075928"/>
                <a:gd name="connsiteX63" fmla="*/ 292100 w 1608138"/>
                <a:gd name="connsiteY63" fmla="*/ 198438 h 1075928"/>
                <a:gd name="connsiteX64" fmla="*/ 231775 w 1608138"/>
                <a:gd name="connsiteY64" fmla="*/ 250825 h 1075928"/>
                <a:gd name="connsiteX65" fmla="*/ 182563 w 1608138"/>
                <a:gd name="connsiteY65" fmla="*/ 307975 h 1075928"/>
                <a:gd name="connsiteX66" fmla="*/ 141288 w 1608138"/>
                <a:gd name="connsiteY66" fmla="*/ 377825 h 1075928"/>
                <a:gd name="connsiteX67" fmla="*/ 109538 w 1608138"/>
                <a:gd name="connsiteY67" fmla="*/ 455613 h 1075928"/>
                <a:gd name="connsiteX68" fmla="*/ 98425 w 1608138"/>
                <a:gd name="connsiteY68" fmla="*/ 512763 h 1075928"/>
                <a:gd name="connsiteX69" fmla="*/ 92075 w 1608138"/>
                <a:gd name="connsiteY69" fmla="*/ 576263 h 1075928"/>
                <a:gd name="connsiteX70" fmla="*/ 95250 w 1608138"/>
                <a:gd name="connsiteY70" fmla="*/ 642938 h 1075928"/>
                <a:gd name="connsiteX71" fmla="*/ 101600 w 1608138"/>
                <a:gd name="connsiteY71" fmla="*/ 709613 h 1075928"/>
                <a:gd name="connsiteX72" fmla="*/ 109538 w 1608138"/>
                <a:gd name="connsiteY72" fmla="*/ 773113 h 1075928"/>
                <a:gd name="connsiteX73" fmla="*/ 123825 w 1608138"/>
                <a:gd name="connsiteY73" fmla="*/ 825500 h 1075928"/>
                <a:gd name="connsiteX74" fmla="*/ 161925 w 1608138"/>
                <a:gd name="connsiteY74" fmla="*/ 928688 h 1075928"/>
                <a:gd name="connsiteX75" fmla="*/ 207963 w 1608138"/>
                <a:gd name="connsiteY75" fmla="*/ 1030288 h 1075928"/>
                <a:gd name="connsiteX76" fmla="*/ 230783 w 1608138"/>
                <a:gd name="connsiteY76" fmla="*/ 1075928 h 1075928"/>
                <a:gd name="connsiteX77" fmla="*/ 119823 w 1608138"/>
                <a:gd name="connsiteY77" fmla="*/ 1075928 h 1075928"/>
                <a:gd name="connsiteX78" fmla="*/ 101600 w 1608138"/>
                <a:gd name="connsiteY78" fmla="*/ 1038225 h 1075928"/>
                <a:gd name="connsiteX79" fmla="*/ 60325 w 1608138"/>
                <a:gd name="connsiteY79" fmla="*/ 938213 h 1075928"/>
                <a:gd name="connsiteX80" fmla="*/ 28575 w 1608138"/>
                <a:gd name="connsiteY80" fmla="*/ 830263 h 1075928"/>
                <a:gd name="connsiteX81" fmla="*/ 14288 w 1608138"/>
                <a:gd name="connsiteY81" fmla="*/ 769938 h 1075928"/>
                <a:gd name="connsiteX82" fmla="*/ 6350 w 1608138"/>
                <a:gd name="connsiteY82" fmla="*/ 700088 h 1075928"/>
                <a:gd name="connsiteX83" fmla="*/ 0 w 1608138"/>
                <a:gd name="connsiteY83" fmla="*/ 628650 h 1075928"/>
                <a:gd name="connsiteX84" fmla="*/ 0 w 1608138"/>
                <a:gd name="connsiteY84" fmla="*/ 554038 h 1075928"/>
                <a:gd name="connsiteX85" fmla="*/ 9525 w 1608138"/>
                <a:gd name="connsiteY85" fmla="*/ 487363 h 1075928"/>
                <a:gd name="connsiteX86" fmla="*/ 23813 w 1608138"/>
                <a:gd name="connsiteY86" fmla="*/ 423863 h 1075928"/>
                <a:gd name="connsiteX87" fmla="*/ 52388 w 1608138"/>
                <a:gd name="connsiteY87" fmla="*/ 342900 h 1075928"/>
                <a:gd name="connsiteX88" fmla="*/ 95250 w 1608138"/>
                <a:gd name="connsiteY88" fmla="*/ 271463 h 1075928"/>
                <a:gd name="connsiteX89" fmla="*/ 144463 w 1608138"/>
                <a:gd name="connsiteY89" fmla="*/ 204788 h 1075928"/>
                <a:gd name="connsiteX90" fmla="*/ 204788 w 1608138"/>
                <a:gd name="connsiteY90" fmla="*/ 146050 h 1075928"/>
                <a:gd name="connsiteX91" fmla="*/ 271463 w 1608138"/>
                <a:gd name="connsiteY91" fmla="*/ 96838 h 1075928"/>
                <a:gd name="connsiteX92" fmla="*/ 346075 w 1608138"/>
                <a:gd name="connsiteY92" fmla="*/ 63500 h 1075928"/>
                <a:gd name="connsiteX93" fmla="*/ 395288 w 1608138"/>
                <a:gd name="connsiteY93" fmla="*/ 49213 h 1075928"/>
                <a:gd name="connsiteX94" fmla="*/ 447675 w 1608138"/>
                <a:gd name="connsiteY94" fmla="*/ 36513 h 1075928"/>
                <a:gd name="connsiteX95" fmla="*/ 500063 w 1608138"/>
                <a:gd name="connsiteY95" fmla="*/ 28575 h 1075928"/>
                <a:gd name="connsiteX96" fmla="*/ 549275 w 1608138"/>
                <a:gd name="connsiteY96" fmla="*/ 17463 h 1075928"/>
                <a:gd name="connsiteX97" fmla="*/ 595313 w 1608138"/>
                <a:gd name="connsiteY97"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5 w 1608138"/>
                <a:gd name="connsiteY45" fmla="*/ 4763 h 1075928"/>
                <a:gd name="connsiteX46" fmla="*/ 644525 w 1608138"/>
                <a:gd name="connsiteY46" fmla="*/ 7938 h 1075928"/>
                <a:gd name="connsiteX47" fmla="*/ 649288 w 1608138"/>
                <a:gd name="connsiteY47" fmla="*/ 11113 h 1075928"/>
                <a:gd name="connsiteX48" fmla="*/ 652463 w 1608138"/>
                <a:gd name="connsiteY48" fmla="*/ 14288 h 1075928"/>
                <a:gd name="connsiteX49" fmla="*/ 655638 w 1608138"/>
                <a:gd name="connsiteY49" fmla="*/ 14288 h 1075928"/>
                <a:gd name="connsiteX50" fmla="*/ 658813 w 1608138"/>
                <a:gd name="connsiteY50" fmla="*/ 19050 h 1075928"/>
                <a:gd name="connsiteX51" fmla="*/ 663575 w 1608138"/>
                <a:gd name="connsiteY51" fmla="*/ 25400 h 1075928"/>
                <a:gd name="connsiteX52" fmla="*/ 676275 w 1608138"/>
                <a:gd name="connsiteY52" fmla="*/ 53975 h 1075928"/>
                <a:gd name="connsiteX53" fmla="*/ 676275 w 1608138"/>
                <a:gd name="connsiteY53" fmla="*/ 85725 h 1075928"/>
                <a:gd name="connsiteX54" fmla="*/ 666750 w 1608138"/>
                <a:gd name="connsiteY54" fmla="*/ 114300 h 1075928"/>
                <a:gd name="connsiteX55" fmla="*/ 649288 w 1608138"/>
                <a:gd name="connsiteY55" fmla="*/ 138113 h 1075928"/>
                <a:gd name="connsiteX56" fmla="*/ 617538 w 1608138"/>
                <a:gd name="connsiteY56" fmla="*/ 149225 h 1075928"/>
                <a:gd name="connsiteX57" fmla="*/ 585788 w 1608138"/>
                <a:gd name="connsiteY57" fmla="*/ 149225 h 1075928"/>
                <a:gd name="connsiteX58" fmla="*/ 550863 w 1608138"/>
                <a:gd name="connsiteY58" fmla="*/ 141288 h 1075928"/>
                <a:gd name="connsiteX59" fmla="*/ 517525 w 1608138"/>
                <a:gd name="connsiteY59" fmla="*/ 131763 h 1075928"/>
                <a:gd name="connsiteX60" fmla="*/ 479425 w 1608138"/>
                <a:gd name="connsiteY60" fmla="*/ 128588 h 1075928"/>
                <a:gd name="connsiteX61" fmla="*/ 441325 w 1608138"/>
                <a:gd name="connsiteY61" fmla="*/ 131763 h 1075928"/>
                <a:gd name="connsiteX62" fmla="*/ 360363 w 1608138"/>
                <a:gd name="connsiteY62" fmla="*/ 158750 h 1075928"/>
                <a:gd name="connsiteX63" fmla="*/ 292100 w 1608138"/>
                <a:gd name="connsiteY63" fmla="*/ 198438 h 1075928"/>
                <a:gd name="connsiteX64" fmla="*/ 231775 w 1608138"/>
                <a:gd name="connsiteY64" fmla="*/ 250825 h 1075928"/>
                <a:gd name="connsiteX65" fmla="*/ 182563 w 1608138"/>
                <a:gd name="connsiteY65" fmla="*/ 307975 h 1075928"/>
                <a:gd name="connsiteX66" fmla="*/ 141288 w 1608138"/>
                <a:gd name="connsiteY66" fmla="*/ 377825 h 1075928"/>
                <a:gd name="connsiteX67" fmla="*/ 109538 w 1608138"/>
                <a:gd name="connsiteY67" fmla="*/ 455613 h 1075928"/>
                <a:gd name="connsiteX68" fmla="*/ 98425 w 1608138"/>
                <a:gd name="connsiteY68" fmla="*/ 512763 h 1075928"/>
                <a:gd name="connsiteX69" fmla="*/ 92075 w 1608138"/>
                <a:gd name="connsiteY69" fmla="*/ 576263 h 1075928"/>
                <a:gd name="connsiteX70" fmla="*/ 95250 w 1608138"/>
                <a:gd name="connsiteY70" fmla="*/ 642938 h 1075928"/>
                <a:gd name="connsiteX71" fmla="*/ 101600 w 1608138"/>
                <a:gd name="connsiteY71" fmla="*/ 709613 h 1075928"/>
                <a:gd name="connsiteX72" fmla="*/ 109538 w 1608138"/>
                <a:gd name="connsiteY72" fmla="*/ 773113 h 1075928"/>
                <a:gd name="connsiteX73" fmla="*/ 123825 w 1608138"/>
                <a:gd name="connsiteY73" fmla="*/ 825500 h 1075928"/>
                <a:gd name="connsiteX74" fmla="*/ 161925 w 1608138"/>
                <a:gd name="connsiteY74" fmla="*/ 928688 h 1075928"/>
                <a:gd name="connsiteX75" fmla="*/ 207963 w 1608138"/>
                <a:gd name="connsiteY75" fmla="*/ 1030288 h 1075928"/>
                <a:gd name="connsiteX76" fmla="*/ 230783 w 1608138"/>
                <a:gd name="connsiteY76" fmla="*/ 1075928 h 1075928"/>
                <a:gd name="connsiteX77" fmla="*/ 119823 w 1608138"/>
                <a:gd name="connsiteY77" fmla="*/ 1075928 h 1075928"/>
                <a:gd name="connsiteX78" fmla="*/ 101600 w 1608138"/>
                <a:gd name="connsiteY78" fmla="*/ 1038225 h 1075928"/>
                <a:gd name="connsiteX79" fmla="*/ 60325 w 1608138"/>
                <a:gd name="connsiteY79" fmla="*/ 938213 h 1075928"/>
                <a:gd name="connsiteX80" fmla="*/ 28575 w 1608138"/>
                <a:gd name="connsiteY80" fmla="*/ 830263 h 1075928"/>
                <a:gd name="connsiteX81" fmla="*/ 14288 w 1608138"/>
                <a:gd name="connsiteY81" fmla="*/ 769938 h 1075928"/>
                <a:gd name="connsiteX82" fmla="*/ 6350 w 1608138"/>
                <a:gd name="connsiteY82" fmla="*/ 700088 h 1075928"/>
                <a:gd name="connsiteX83" fmla="*/ 0 w 1608138"/>
                <a:gd name="connsiteY83" fmla="*/ 628650 h 1075928"/>
                <a:gd name="connsiteX84" fmla="*/ 0 w 1608138"/>
                <a:gd name="connsiteY84" fmla="*/ 554038 h 1075928"/>
                <a:gd name="connsiteX85" fmla="*/ 9525 w 1608138"/>
                <a:gd name="connsiteY85" fmla="*/ 487363 h 1075928"/>
                <a:gd name="connsiteX86" fmla="*/ 23813 w 1608138"/>
                <a:gd name="connsiteY86" fmla="*/ 423863 h 1075928"/>
                <a:gd name="connsiteX87" fmla="*/ 52388 w 1608138"/>
                <a:gd name="connsiteY87" fmla="*/ 342900 h 1075928"/>
                <a:gd name="connsiteX88" fmla="*/ 95250 w 1608138"/>
                <a:gd name="connsiteY88" fmla="*/ 271463 h 1075928"/>
                <a:gd name="connsiteX89" fmla="*/ 144463 w 1608138"/>
                <a:gd name="connsiteY89" fmla="*/ 204788 h 1075928"/>
                <a:gd name="connsiteX90" fmla="*/ 204788 w 1608138"/>
                <a:gd name="connsiteY90" fmla="*/ 146050 h 1075928"/>
                <a:gd name="connsiteX91" fmla="*/ 271463 w 1608138"/>
                <a:gd name="connsiteY91" fmla="*/ 96838 h 1075928"/>
                <a:gd name="connsiteX92" fmla="*/ 346075 w 1608138"/>
                <a:gd name="connsiteY92" fmla="*/ 63500 h 1075928"/>
                <a:gd name="connsiteX93" fmla="*/ 395288 w 1608138"/>
                <a:gd name="connsiteY93" fmla="*/ 49213 h 1075928"/>
                <a:gd name="connsiteX94" fmla="*/ 447675 w 1608138"/>
                <a:gd name="connsiteY94" fmla="*/ 36513 h 1075928"/>
                <a:gd name="connsiteX95" fmla="*/ 500063 w 1608138"/>
                <a:gd name="connsiteY95" fmla="*/ 28575 h 1075928"/>
                <a:gd name="connsiteX96" fmla="*/ 549275 w 1608138"/>
                <a:gd name="connsiteY96" fmla="*/ 17463 h 1075928"/>
                <a:gd name="connsiteX97" fmla="*/ 595313 w 1608138"/>
                <a:gd name="connsiteY97"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5 w 1608138"/>
                <a:gd name="connsiteY45" fmla="*/ 4763 h 1075928"/>
                <a:gd name="connsiteX46" fmla="*/ 644525 w 1608138"/>
                <a:gd name="connsiteY46" fmla="*/ 7938 h 1075928"/>
                <a:gd name="connsiteX47" fmla="*/ 649288 w 1608138"/>
                <a:gd name="connsiteY47" fmla="*/ 11113 h 1075928"/>
                <a:gd name="connsiteX48" fmla="*/ 652463 w 1608138"/>
                <a:gd name="connsiteY48" fmla="*/ 14288 h 1075928"/>
                <a:gd name="connsiteX49" fmla="*/ 655638 w 1608138"/>
                <a:gd name="connsiteY49" fmla="*/ 14288 h 1075928"/>
                <a:gd name="connsiteX50" fmla="*/ 658813 w 1608138"/>
                <a:gd name="connsiteY50" fmla="*/ 19050 h 1075928"/>
                <a:gd name="connsiteX51" fmla="*/ 663575 w 1608138"/>
                <a:gd name="connsiteY51" fmla="*/ 25400 h 1075928"/>
                <a:gd name="connsiteX52" fmla="*/ 676275 w 1608138"/>
                <a:gd name="connsiteY52" fmla="*/ 53975 h 1075928"/>
                <a:gd name="connsiteX53" fmla="*/ 676275 w 1608138"/>
                <a:gd name="connsiteY53" fmla="*/ 85725 h 1075928"/>
                <a:gd name="connsiteX54" fmla="*/ 666750 w 1608138"/>
                <a:gd name="connsiteY54" fmla="*/ 114300 h 1075928"/>
                <a:gd name="connsiteX55" fmla="*/ 649288 w 1608138"/>
                <a:gd name="connsiteY55" fmla="*/ 138113 h 1075928"/>
                <a:gd name="connsiteX56" fmla="*/ 617538 w 1608138"/>
                <a:gd name="connsiteY56" fmla="*/ 149225 h 1075928"/>
                <a:gd name="connsiteX57" fmla="*/ 585788 w 1608138"/>
                <a:gd name="connsiteY57" fmla="*/ 149225 h 1075928"/>
                <a:gd name="connsiteX58" fmla="*/ 550863 w 1608138"/>
                <a:gd name="connsiteY58" fmla="*/ 141288 h 1075928"/>
                <a:gd name="connsiteX59" fmla="*/ 517525 w 1608138"/>
                <a:gd name="connsiteY59" fmla="*/ 131763 h 1075928"/>
                <a:gd name="connsiteX60" fmla="*/ 479425 w 1608138"/>
                <a:gd name="connsiteY60" fmla="*/ 128588 h 1075928"/>
                <a:gd name="connsiteX61" fmla="*/ 441325 w 1608138"/>
                <a:gd name="connsiteY61" fmla="*/ 131763 h 1075928"/>
                <a:gd name="connsiteX62" fmla="*/ 360363 w 1608138"/>
                <a:gd name="connsiteY62" fmla="*/ 158750 h 1075928"/>
                <a:gd name="connsiteX63" fmla="*/ 292100 w 1608138"/>
                <a:gd name="connsiteY63" fmla="*/ 198438 h 1075928"/>
                <a:gd name="connsiteX64" fmla="*/ 231775 w 1608138"/>
                <a:gd name="connsiteY64" fmla="*/ 250825 h 1075928"/>
                <a:gd name="connsiteX65" fmla="*/ 182563 w 1608138"/>
                <a:gd name="connsiteY65" fmla="*/ 307975 h 1075928"/>
                <a:gd name="connsiteX66" fmla="*/ 141288 w 1608138"/>
                <a:gd name="connsiteY66" fmla="*/ 377825 h 1075928"/>
                <a:gd name="connsiteX67" fmla="*/ 109538 w 1608138"/>
                <a:gd name="connsiteY67" fmla="*/ 455613 h 1075928"/>
                <a:gd name="connsiteX68" fmla="*/ 98425 w 1608138"/>
                <a:gd name="connsiteY68" fmla="*/ 512763 h 1075928"/>
                <a:gd name="connsiteX69" fmla="*/ 92075 w 1608138"/>
                <a:gd name="connsiteY69" fmla="*/ 576263 h 1075928"/>
                <a:gd name="connsiteX70" fmla="*/ 95250 w 1608138"/>
                <a:gd name="connsiteY70" fmla="*/ 642938 h 1075928"/>
                <a:gd name="connsiteX71" fmla="*/ 101600 w 1608138"/>
                <a:gd name="connsiteY71" fmla="*/ 709613 h 1075928"/>
                <a:gd name="connsiteX72" fmla="*/ 109538 w 1608138"/>
                <a:gd name="connsiteY72" fmla="*/ 773113 h 1075928"/>
                <a:gd name="connsiteX73" fmla="*/ 123825 w 1608138"/>
                <a:gd name="connsiteY73" fmla="*/ 825500 h 1075928"/>
                <a:gd name="connsiteX74" fmla="*/ 161925 w 1608138"/>
                <a:gd name="connsiteY74" fmla="*/ 928688 h 1075928"/>
                <a:gd name="connsiteX75" fmla="*/ 207963 w 1608138"/>
                <a:gd name="connsiteY75" fmla="*/ 1030288 h 1075928"/>
                <a:gd name="connsiteX76" fmla="*/ 230783 w 1608138"/>
                <a:gd name="connsiteY76" fmla="*/ 1075928 h 1075928"/>
                <a:gd name="connsiteX77" fmla="*/ 119823 w 1608138"/>
                <a:gd name="connsiteY77" fmla="*/ 1075928 h 1075928"/>
                <a:gd name="connsiteX78" fmla="*/ 101600 w 1608138"/>
                <a:gd name="connsiteY78" fmla="*/ 1038225 h 1075928"/>
                <a:gd name="connsiteX79" fmla="*/ 60325 w 1608138"/>
                <a:gd name="connsiteY79" fmla="*/ 938213 h 1075928"/>
                <a:gd name="connsiteX80" fmla="*/ 28575 w 1608138"/>
                <a:gd name="connsiteY80" fmla="*/ 830263 h 1075928"/>
                <a:gd name="connsiteX81" fmla="*/ 14288 w 1608138"/>
                <a:gd name="connsiteY81" fmla="*/ 769938 h 1075928"/>
                <a:gd name="connsiteX82" fmla="*/ 6350 w 1608138"/>
                <a:gd name="connsiteY82" fmla="*/ 700088 h 1075928"/>
                <a:gd name="connsiteX83" fmla="*/ 0 w 1608138"/>
                <a:gd name="connsiteY83" fmla="*/ 628650 h 1075928"/>
                <a:gd name="connsiteX84" fmla="*/ 0 w 1608138"/>
                <a:gd name="connsiteY84" fmla="*/ 554038 h 1075928"/>
                <a:gd name="connsiteX85" fmla="*/ 9525 w 1608138"/>
                <a:gd name="connsiteY85" fmla="*/ 487363 h 1075928"/>
                <a:gd name="connsiteX86" fmla="*/ 23813 w 1608138"/>
                <a:gd name="connsiteY86" fmla="*/ 423863 h 1075928"/>
                <a:gd name="connsiteX87" fmla="*/ 52388 w 1608138"/>
                <a:gd name="connsiteY87" fmla="*/ 342900 h 1075928"/>
                <a:gd name="connsiteX88" fmla="*/ 95250 w 1608138"/>
                <a:gd name="connsiteY88" fmla="*/ 271463 h 1075928"/>
                <a:gd name="connsiteX89" fmla="*/ 144463 w 1608138"/>
                <a:gd name="connsiteY89" fmla="*/ 204788 h 1075928"/>
                <a:gd name="connsiteX90" fmla="*/ 204788 w 1608138"/>
                <a:gd name="connsiteY90" fmla="*/ 146050 h 1075928"/>
                <a:gd name="connsiteX91" fmla="*/ 271463 w 1608138"/>
                <a:gd name="connsiteY91" fmla="*/ 96838 h 1075928"/>
                <a:gd name="connsiteX92" fmla="*/ 346075 w 1608138"/>
                <a:gd name="connsiteY92" fmla="*/ 63500 h 1075928"/>
                <a:gd name="connsiteX93" fmla="*/ 395288 w 1608138"/>
                <a:gd name="connsiteY93" fmla="*/ 49213 h 1075928"/>
                <a:gd name="connsiteX94" fmla="*/ 447675 w 1608138"/>
                <a:gd name="connsiteY94" fmla="*/ 36513 h 1075928"/>
                <a:gd name="connsiteX95" fmla="*/ 500063 w 1608138"/>
                <a:gd name="connsiteY95" fmla="*/ 28575 h 1075928"/>
                <a:gd name="connsiteX96" fmla="*/ 549275 w 1608138"/>
                <a:gd name="connsiteY96" fmla="*/ 17463 h 1075928"/>
                <a:gd name="connsiteX97" fmla="*/ 595313 w 1608138"/>
                <a:gd name="connsiteY97"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5 w 1608138"/>
                <a:gd name="connsiteY45" fmla="*/ 4763 h 1075928"/>
                <a:gd name="connsiteX46" fmla="*/ 644525 w 1608138"/>
                <a:gd name="connsiteY46" fmla="*/ 7938 h 1075928"/>
                <a:gd name="connsiteX47" fmla="*/ 649288 w 1608138"/>
                <a:gd name="connsiteY47" fmla="*/ 11113 h 1075928"/>
                <a:gd name="connsiteX48" fmla="*/ 652463 w 1608138"/>
                <a:gd name="connsiteY48" fmla="*/ 14288 h 1075928"/>
                <a:gd name="connsiteX49" fmla="*/ 658813 w 1608138"/>
                <a:gd name="connsiteY49" fmla="*/ 19050 h 1075928"/>
                <a:gd name="connsiteX50" fmla="*/ 663575 w 1608138"/>
                <a:gd name="connsiteY50" fmla="*/ 25400 h 1075928"/>
                <a:gd name="connsiteX51" fmla="*/ 676275 w 1608138"/>
                <a:gd name="connsiteY51" fmla="*/ 53975 h 1075928"/>
                <a:gd name="connsiteX52" fmla="*/ 676275 w 1608138"/>
                <a:gd name="connsiteY52" fmla="*/ 85725 h 1075928"/>
                <a:gd name="connsiteX53" fmla="*/ 666750 w 1608138"/>
                <a:gd name="connsiteY53" fmla="*/ 114300 h 1075928"/>
                <a:gd name="connsiteX54" fmla="*/ 649288 w 1608138"/>
                <a:gd name="connsiteY54" fmla="*/ 138113 h 1075928"/>
                <a:gd name="connsiteX55" fmla="*/ 617538 w 1608138"/>
                <a:gd name="connsiteY55" fmla="*/ 149225 h 1075928"/>
                <a:gd name="connsiteX56" fmla="*/ 585788 w 1608138"/>
                <a:gd name="connsiteY56" fmla="*/ 149225 h 1075928"/>
                <a:gd name="connsiteX57" fmla="*/ 550863 w 1608138"/>
                <a:gd name="connsiteY57" fmla="*/ 141288 h 1075928"/>
                <a:gd name="connsiteX58" fmla="*/ 517525 w 1608138"/>
                <a:gd name="connsiteY58" fmla="*/ 131763 h 1075928"/>
                <a:gd name="connsiteX59" fmla="*/ 479425 w 1608138"/>
                <a:gd name="connsiteY59" fmla="*/ 128588 h 1075928"/>
                <a:gd name="connsiteX60" fmla="*/ 441325 w 1608138"/>
                <a:gd name="connsiteY60" fmla="*/ 131763 h 1075928"/>
                <a:gd name="connsiteX61" fmla="*/ 360363 w 1608138"/>
                <a:gd name="connsiteY61" fmla="*/ 158750 h 1075928"/>
                <a:gd name="connsiteX62" fmla="*/ 292100 w 1608138"/>
                <a:gd name="connsiteY62" fmla="*/ 198438 h 1075928"/>
                <a:gd name="connsiteX63" fmla="*/ 231775 w 1608138"/>
                <a:gd name="connsiteY63" fmla="*/ 250825 h 1075928"/>
                <a:gd name="connsiteX64" fmla="*/ 182563 w 1608138"/>
                <a:gd name="connsiteY64" fmla="*/ 307975 h 1075928"/>
                <a:gd name="connsiteX65" fmla="*/ 141288 w 1608138"/>
                <a:gd name="connsiteY65" fmla="*/ 377825 h 1075928"/>
                <a:gd name="connsiteX66" fmla="*/ 109538 w 1608138"/>
                <a:gd name="connsiteY66" fmla="*/ 455613 h 1075928"/>
                <a:gd name="connsiteX67" fmla="*/ 98425 w 1608138"/>
                <a:gd name="connsiteY67" fmla="*/ 512763 h 1075928"/>
                <a:gd name="connsiteX68" fmla="*/ 92075 w 1608138"/>
                <a:gd name="connsiteY68" fmla="*/ 576263 h 1075928"/>
                <a:gd name="connsiteX69" fmla="*/ 95250 w 1608138"/>
                <a:gd name="connsiteY69" fmla="*/ 642938 h 1075928"/>
                <a:gd name="connsiteX70" fmla="*/ 101600 w 1608138"/>
                <a:gd name="connsiteY70" fmla="*/ 709613 h 1075928"/>
                <a:gd name="connsiteX71" fmla="*/ 109538 w 1608138"/>
                <a:gd name="connsiteY71" fmla="*/ 773113 h 1075928"/>
                <a:gd name="connsiteX72" fmla="*/ 123825 w 1608138"/>
                <a:gd name="connsiteY72" fmla="*/ 825500 h 1075928"/>
                <a:gd name="connsiteX73" fmla="*/ 161925 w 1608138"/>
                <a:gd name="connsiteY73" fmla="*/ 928688 h 1075928"/>
                <a:gd name="connsiteX74" fmla="*/ 207963 w 1608138"/>
                <a:gd name="connsiteY74" fmla="*/ 1030288 h 1075928"/>
                <a:gd name="connsiteX75" fmla="*/ 230783 w 1608138"/>
                <a:gd name="connsiteY75" fmla="*/ 1075928 h 1075928"/>
                <a:gd name="connsiteX76" fmla="*/ 119823 w 1608138"/>
                <a:gd name="connsiteY76" fmla="*/ 1075928 h 1075928"/>
                <a:gd name="connsiteX77" fmla="*/ 101600 w 1608138"/>
                <a:gd name="connsiteY77" fmla="*/ 1038225 h 1075928"/>
                <a:gd name="connsiteX78" fmla="*/ 60325 w 1608138"/>
                <a:gd name="connsiteY78" fmla="*/ 938213 h 1075928"/>
                <a:gd name="connsiteX79" fmla="*/ 28575 w 1608138"/>
                <a:gd name="connsiteY79" fmla="*/ 830263 h 1075928"/>
                <a:gd name="connsiteX80" fmla="*/ 14288 w 1608138"/>
                <a:gd name="connsiteY80" fmla="*/ 769938 h 1075928"/>
                <a:gd name="connsiteX81" fmla="*/ 6350 w 1608138"/>
                <a:gd name="connsiteY81" fmla="*/ 700088 h 1075928"/>
                <a:gd name="connsiteX82" fmla="*/ 0 w 1608138"/>
                <a:gd name="connsiteY82" fmla="*/ 628650 h 1075928"/>
                <a:gd name="connsiteX83" fmla="*/ 0 w 1608138"/>
                <a:gd name="connsiteY83" fmla="*/ 554038 h 1075928"/>
                <a:gd name="connsiteX84" fmla="*/ 9525 w 1608138"/>
                <a:gd name="connsiteY84" fmla="*/ 487363 h 1075928"/>
                <a:gd name="connsiteX85" fmla="*/ 23813 w 1608138"/>
                <a:gd name="connsiteY85" fmla="*/ 423863 h 1075928"/>
                <a:gd name="connsiteX86" fmla="*/ 52388 w 1608138"/>
                <a:gd name="connsiteY86" fmla="*/ 342900 h 1075928"/>
                <a:gd name="connsiteX87" fmla="*/ 95250 w 1608138"/>
                <a:gd name="connsiteY87" fmla="*/ 271463 h 1075928"/>
                <a:gd name="connsiteX88" fmla="*/ 144463 w 1608138"/>
                <a:gd name="connsiteY88" fmla="*/ 204788 h 1075928"/>
                <a:gd name="connsiteX89" fmla="*/ 204788 w 1608138"/>
                <a:gd name="connsiteY89" fmla="*/ 146050 h 1075928"/>
                <a:gd name="connsiteX90" fmla="*/ 271463 w 1608138"/>
                <a:gd name="connsiteY90" fmla="*/ 96838 h 1075928"/>
                <a:gd name="connsiteX91" fmla="*/ 346075 w 1608138"/>
                <a:gd name="connsiteY91" fmla="*/ 63500 h 1075928"/>
                <a:gd name="connsiteX92" fmla="*/ 395288 w 1608138"/>
                <a:gd name="connsiteY92" fmla="*/ 49213 h 1075928"/>
                <a:gd name="connsiteX93" fmla="*/ 447675 w 1608138"/>
                <a:gd name="connsiteY93" fmla="*/ 36513 h 1075928"/>
                <a:gd name="connsiteX94" fmla="*/ 500063 w 1608138"/>
                <a:gd name="connsiteY94" fmla="*/ 28575 h 1075928"/>
                <a:gd name="connsiteX95" fmla="*/ 549275 w 1608138"/>
                <a:gd name="connsiteY95" fmla="*/ 17463 h 1075928"/>
                <a:gd name="connsiteX96" fmla="*/ 595313 w 1608138"/>
                <a:gd name="connsiteY96"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5 w 1608138"/>
                <a:gd name="connsiteY45" fmla="*/ 4763 h 1075928"/>
                <a:gd name="connsiteX46" fmla="*/ 644525 w 1608138"/>
                <a:gd name="connsiteY46" fmla="*/ 7938 h 1075928"/>
                <a:gd name="connsiteX47" fmla="*/ 649288 w 1608138"/>
                <a:gd name="connsiteY47" fmla="*/ 11113 h 1075928"/>
                <a:gd name="connsiteX48" fmla="*/ 658813 w 1608138"/>
                <a:gd name="connsiteY48" fmla="*/ 19050 h 1075928"/>
                <a:gd name="connsiteX49" fmla="*/ 663575 w 1608138"/>
                <a:gd name="connsiteY49" fmla="*/ 25400 h 1075928"/>
                <a:gd name="connsiteX50" fmla="*/ 676275 w 1608138"/>
                <a:gd name="connsiteY50" fmla="*/ 53975 h 1075928"/>
                <a:gd name="connsiteX51" fmla="*/ 676275 w 1608138"/>
                <a:gd name="connsiteY51" fmla="*/ 85725 h 1075928"/>
                <a:gd name="connsiteX52" fmla="*/ 666750 w 1608138"/>
                <a:gd name="connsiteY52" fmla="*/ 114300 h 1075928"/>
                <a:gd name="connsiteX53" fmla="*/ 649288 w 1608138"/>
                <a:gd name="connsiteY53" fmla="*/ 138113 h 1075928"/>
                <a:gd name="connsiteX54" fmla="*/ 617538 w 1608138"/>
                <a:gd name="connsiteY54" fmla="*/ 149225 h 1075928"/>
                <a:gd name="connsiteX55" fmla="*/ 585788 w 1608138"/>
                <a:gd name="connsiteY55" fmla="*/ 149225 h 1075928"/>
                <a:gd name="connsiteX56" fmla="*/ 550863 w 1608138"/>
                <a:gd name="connsiteY56" fmla="*/ 141288 h 1075928"/>
                <a:gd name="connsiteX57" fmla="*/ 517525 w 1608138"/>
                <a:gd name="connsiteY57" fmla="*/ 131763 h 1075928"/>
                <a:gd name="connsiteX58" fmla="*/ 479425 w 1608138"/>
                <a:gd name="connsiteY58" fmla="*/ 128588 h 1075928"/>
                <a:gd name="connsiteX59" fmla="*/ 441325 w 1608138"/>
                <a:gd name="connsiteY59" fmla="*/ 131763 h 1075928"/>
                <a:gd name="connsiteX60" fmla="*/ 360363 w 1608138"/>
                <a:gd name="connsiteY60" fmla="*/ 158750 h 1075928"/>
                <a:gd name="connsiteX61" fmla="*/ 292100 w 1608138"/>
                <a:gd name="connsiteY61" fmla="*/ 198438 h 1075928"/>
                <a:gd name="connsiteX62" fmla="*/ 231775 w 1608138"/>
                <a:gd name="connsiteY62" fmla="*/ 250825 h 1075928"/>
                <a:gd name="connsiteX63" fmla="*/ 182563 w 1608138"/>
                <a:gd name="connsiteY63" fmla="*/ 307975 h 1075928"/>
                <a:gd name="connsiteX64" fmla="*/ 141288 w 1608138"/>
                <a:gd name="connsiteY64" fmla="*/ 377825 h 1075928"/>
                <a:gd name="connsiteX65" fmla="*/ 109538 w 1608138"/>
                <a:gd name="connsiteY65" fmla="*/ 455613 h 1075928"/>
                <a:gd name="connsiteX66" fmla="*/ 98425 w 1608138"/>
                <a:gd name="connsiteY66" fmla="*/ 512763 h 1075928"/>
                <a:gd name="connsiteX67" fmla="*/ 92075 w 1608138"/>
                <a:gd name="connsiteY67" fmla="*/ 576263 h 1075928"/>
                <a:gd name="connsiteX68" fmla="*/ 95250 w 1608138"/>
                <a:gd name="connsiteY68" fmla="*/ 642938 h 1075928"/>
                <a:gd name="connsiteX69" fmla="*/ 101600 w 1608138"/>
                <a:gd name="connsiteY69" fmla="*/ 709613 h 1075928"/>
                <a:gd name="connsiteX70" fmla="*/ 109538 w 1608138"/>
                <a:gd name="connsiteY70" fmla="*/ 773113 h 1075928"/>
                <a:gd name="connsiteX71" fmla="*/ 123825 w 1608138"/>
                <a:gd name="connsiteY71" fmla="*/ 825500 h 1075928"/>
                <a:gd name="connsiteX72" fmla="*/ 161925 w 1608138"/>
                <a:gd name="connsiteY72" fmla="*/ 928688 h 1075928"/>
                <a:gd name="connsiteX73" fmla="*/ 207963 w 1608138"/>
                <a:gd name="connsiteY73" fmla="*/ 1030288 h 1075928"/>
                <a:gd name="connsiteX74" fmla="*/ 230783 w 1608138"/>
                <a:gd name="connsiteY74" fmla="*/ 1075928 h 1075928"/>
                <a:gd name="connsiteX75" fmla="*/ 119823 w 1608138"/>
                <a:gd name="connsiteY75" fmla="*/ 1075928 h 1075928"/>
                <a:gd name="connsiteX76" fmla="*/ 101600 w 1608138"/>
                <a:gd name="connsiteY76" fmla="*/ 1038225 h 1075928"/>
                <a:gd name="connsiteX77" fmla="*/ 60325 w 1608138"/>
                <a:gd name="connsiteY77" fmla="*/ 938213 h 1075928"/>
                <a:gd name="connsiteX78" fmla="*/ 28575 w 1608138"/>
                <a:gd name="connsiteY78" fmla="*/ 830263 h 1075928"/>
                <a:gd name="connsiteX79" fmla="*/ 14288 w 1608138"/>
                <a:gd name="connsiteY79" fmla="*/ 769938 h 1075928"/>
                <a:gd name="connsiteX80" fmla="*/ 6350 w 1608138"/>
                <a:gd name="connsiteY80" fmla="*/ 700088 h 1075928"/>
                <a:gd name="connsiteX81" fmla="*/ 0 w 1608138"/>
                <a:gd name="connsiteY81" fmla="*/ 628650 h 1075928"/>
                <a:gd name="connsiteX82" fmla="*/ 0 w 1608138"/>
                <a:gd name="connsiteY82" fmla="*/ 554038 h 1075928"/>
                <a:gd name="connsiteX83" fmla="*/ 9525 w 1608138"/>
                <a:gd name="connsiteY83" fmla="*/ 487363 h 1075928"/>
                <a:gd name="connsiteX84" fmla="*/ 23813 w 1608138"/>
                <a:gd name="connsiteY84" fmla="*/ 423863 h 1075928"/>
                <a:gd name="connsiteX85" fmla="*/ 52388 w 1608138"/>
                <a:gd name="connsiteY85" fmla="*/ 342900 h 1075928"/>
                <a:gd name="connsiteX86" fmla="*/ 95250 w 1608138"/>
                <a:gd name="connsiteY86" fmla="*/ 271463 h 1075928"/>
                <a:gd name="connsiteX87" fmla="*/ 144463 w 1608138"/>
                <a:gd name="connsiteY87" fmla="*/ 204788 h 1075928"/>
                <a:gd name="connsiteX88" fmla="*/ 204788 w 1608138"/>
                <a:gd name="connsiteY88" fmla="*/ 146050 h 1075928"/>
                <a:gd name="connsiteX89" fmla="*/ 271463 w 1608138"/>
                <a:gd name="connsiteY89" fmla="*/ 96838 h 1075928"/>
                <a:gd name="connsiteX90" fmla="*/ 346075 w 1608138"/>
                <a:gd name="connsiteY90" fmla="*/ 63500 h 1075928"/>
                <a:gd name="connsiteX91" fmla="*/ 395288 w 1608138"/>
                <a:gd name="connsiteY91" fmla="*/ 49213 h 1075928"/>
                <a:gd name="connsiteX92" fmla="*/ 447675 w 1608138"/>
                <a:gd name="connsiteY92" fmla="*/ 36513 h 1075928"/>
                <a:gd name="connsiteX93" fmla="*/ 500063 w 1608138"/>
                <a:gd name="connsiteY93" fmla="*/ 28575 h 1075928"/>
                <a:gd name="connsiteX94" fmla="*/ 549275 w 1608138"/>
                <a:gd name="connsiteY94" fmla="*/ 17463 h 1075928"/>
                <a:gd name="connsiteX95" fmla="*/ 595313 w 1608138"/>
                <a:gd name="connsiteY95"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5 w 1608138"/>
                <a:gd name="connsiteY45" fmla="*/ 4763 h 1075928"/>
                <a:gd name="connsiteX46" fmla="*/ 644525 w 1608138"/>
                <a:gd name="connsiteY46" fmla="*/ 7938 h 1075928"/>
                <a:gd name="connsiteX47" fmla="*/ 649288 w 1608138"/>
                <a:gd name="connsiteY47" fmla="*/ 11113 h 1075928"/>
                <a:gd name="connsiteX48" fmla="*/ 663575 w 1608138"/>
                <a:gd name="connsiteY48" fmla="*/ 25400 h 1075928"/>
                <a:gd name="connsiteX49" fmla="*/ 676275 w 1608138"/>
                <a:gd name="connsiteY49" fmla="*/ 53975 h 1075928"/>
                <a:gd name="connsiteX50" fmla="*/ 676275 w 1608138"/>
                <a:gd name="connsiteY50" fmla="*/ 85725 h 1075928"/>
                <a:gd name="connsiteX51" fmla="*/ 666750 w 1608138"/>
                <a:gd name="connsiteY51" fmla="*/ 114300 h 1075928"/>
                <a:gd name="connsiteX52" fmla="*/ 649288 w 1608138"/>
                <a:gd name="connsiteY52" fmla="*/ 138113 h 1075928"/>
                <a:gd name="connsiteX53" fmla="*/ 617538 w 1608138"/>
                <a:gd name="connsiteY53" fmla="*/ 149225 h 1075928"/>
                <a:gd name="connsiteX54" fmla="*/ 585788 w 1608138"/>
                <a:gd name="connsiteY54" fmla="*/ 149225 h 1075928"/>
                <a:gd name="connsiteX55" fmla="*/ 550863 w 1608138"/>
                <a:gd name="connsiteY55" fmla="*/ 141288 h 1075928"/>
                <a:gd name="connsiteX56" fmla="*/ 517525 w 1608138"/>
                <a:gd name="connsiteY56" fmla="*/ 131763 h 1075928"/>
                <a:gd name="connsiteX57" fmla="*/ 479425 w 1608138"/>
                <a:gd name="connsiteY57" fmla="*/ 128588 h 1075928"/>
                <a:gd name="connsiteX58" fmla="*/ 441325 w 1608138"/>
                <a:gd name="connsiteY58" fmla="*/ 131763 h 1075928"/>
                <a:gd name="connsiteX59" fmla="*/ 360363 w 1608138"/>
                <a:gd name="connsiteY59" fmla="*/ 158750 h 1075928"/>
                <a:gd name="connsiteX60" fmla="*/ 292100 w 1608138"/>
                <a:gd name="connsiteY60" fmla="*/ 198438 h 1075928"/>
                <a:gd name="connsiteX61" fmla="*/ 231775 w 1608138"/>
                <a:gd name="connsiteY61" fmla="*/ 250825 h 1075928"/>
                <a:gd name="connsiteX62" fmla="*/ 182563 w 1608138"/>
                <a:gd name="connsiteY62" fmla="*/ 307975 h 1075928"/>
                <a:gd name="connsiteX63" fmla="*/ 141288 w 1608138"/>
                <a:gd name="connsiteY63" fmla="*/ 377825 h 1075928"/>
                <a:gd name="connsiteX64" fmla="*/ 109538 w 1608138"/>
                <a:gd name="connsiteY64" fmla="*/ 455613 h 1075928"/>
                <a:gd name="connsiteX65" fmla="*/ 98425 w 1608138"/>
                <a:gd name="connsiteY65" fmla="*/ 512763 h 1075928"/>
                <a:gd name="connsiteX66" fmla="*/ 92075 w 1608138"/>
                <a:gd name="connsiteY66" fmla="*/ 576263 h 1075928"/>
                <a:gd name="connsiteX67" fmla="*/ 95250 w 1608138"/>
                <a:gd name="connsiteY67" fmla="*/ 642938 h 1075928"/>
                <a:gd name="connsiteX68" fmla="*/ 101600 w 1608138"/>
                <a:gd name="connsiteY68" fmla="*/ 709613 h 1075928"/>
                <a:gd name="connsiteX69" fmla="*/ 109538 w 1608138"/>
                <a:gd name="connsiteY69" fmla="*/ 773113 h 1075928"/>
                <a:gd name="connsiteX70" fmla="*/ 123825 w 1608138"/>
                <a:gd name="connsiteY70" fmla="*/ 825500 h 1075928"/>
                <a:gd name="connsiteX71" fmla="*/ 161925 w 1608138"/>
                <a:gd name="connsiteY71" fmla="*/ 928688 h 1075928"/>
                <a:gd name="connsiteX72" fmla="*/ 207963 w 1608138"/>
                <a:gd name="connsiteY72" fmla="*/ 1030288 h 1075928"/>
                <a:gd name="connsiteX73" fmla="*/ 230783 w 1608138"/>
                <a:gd name="connsiteY73" fmla="*/ 1075928 h 1075928"/>
                <a:gd name="connsiteX74" fmla="*/ 119823 w 1608138"/>
                <a:gd name="connsiteY74" fmla="*/ 1075928 h 1075928"/>
                <a:gd name="connsiteX75" fmla="*/ 101600 w 1608138"/>
                <a:gd name="connsiteY75" fmla="*/ 1038225 h 1075928"/>
                <a:gd name="connsiteX76" fmla="*/ 60325 w 1608138"/>
                <a:gd name="connsiteY76" fmla="*/ 938213 h 1075928"/>
                <a:gd name="connsiteX77" fmla="*/ 28575 w 1608138"/>
                <a:gd name="connsiteY77" fmla="*/ 830263 h 1075928"/>
                <a:gd name="connsiteX78" fmla="*/ 14288 w 1608138"/>
                <a:gd name="connsiteY78" fmla="*/ 769938 h 1075928"/>
                <a:gd name="connsiteX79" fmla="*/ 6350 w 1608138"/>
                <a:gd name="connsiteY79" fmla="*/ 700088 h 1075928"/>
                <a:gd name="connsiteX80" fmla="*/ 0 w 1608138"/>
                <a:gd name="connsiteY80" fmla="*/ 628650 h 1075928"/>
                <a:gd name="connsiteX81" fmla="*/ 0 w 1608138"/>
                <a:gd name="connsiteY81" fmla="*/ 554038 h 1075928"/>
                <a:gd name="connsiteX82" fmla="*/ 9525 w 1608138"/>
                <a:gd name="connsiteY82" fmla="*/ 487363 h 1075928"/>
                <a:gd name="connsiteX83" fmla="*/ 23813 w 1608138"/>
                <a:gd name="connsiteY83" fmla="*/ 423863 h 1075928"/>
                <a:gd name="connsiteX84" fmla="*/ 52388 w 1608138"/>
                <a:gd name="connsiteY84" fmla="*/ 342900 h 1075928"/>
                <a:gd name="connsiteX85" fmla="*/ 95250 w 1608138"/>
                <a:gd name="connsiteY85" fmla="*/ 271463 h 1075928"/>
                <a:gd name="connsiteX86" fmla="*/ 144463 w 1608138"/>
                <a:gd name="connsiteY86" fmla="*/ 204788 h 1075928"/>
                <a:gd name="connsiteX87" fmla="*/ 204788 w 1608138"/>
                <a:gd name="connsiteY87" fmla="*/ 146050 h 1075928"/>
                <a:gd name="connsiteX88" fmla="*/ 271463 w 1608138"/>
                <a:gd name="connsiteY88" fmla="*/ 96838 h 1075928"/>
                <a:gd name="connsiteX89" fmla="*/ 346075 w 1608138"/>
                <a:gd name="connsiteY89" fmla="*/ 63500 h 1075928"/>
                <a:gd name="connsiteX90" fmla="*/ 395288 w 1608138"/>
                <a:gd name="connsiteY90" fmla="*/ 49213 h 1075928"/>
                <a:gd name="connsiteX91" fmla="*/ 447675 w 1608138"/>
                <a:gd name="connsiteY91" fmla="*/ 36513 h 1075928"/>
                <a:gd name="connsiteX92" fmla="*/ 500063 w 1608138"/>
                <a:gd name="connsiteY92" fmla="*/ 28575 h 1075928"/>
                <a:gd name="connsiteX93" fmla="*/ 549275 w 1608138"/>
                <a:gd name="connsiteY93" fmla="*/ 17463 h 1075928"/>
                <a:gd name="connsiteX94" fmla="*/ 595313 w 1608138"/>
                <a:gd name="connsiteY94"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5 w 1608138"/>
                <a:gd name="connsiteY45" fmla="*/ 4763 h 1075928"/>
                <a:gd name="connsiteX46" fmla="*/ 644525 w 1608138"/>
                <a:gd name="connsiteY46" fmla="*/ 7938 h 1075928"/>
                <a:gd name="connsiteX47" fmla="*/ 663575 w 1608138"/>
                <a:gd name="connsiteY47" fmla="*/ 25400 h 1075928"/>
                <a:gd name="connsiteX48" fmla="*/ 676275 w 1608138"/>
                <a:gd name="connsiteY48" fmla="*/ 53975 h 1075928"/>
                <a:gd name="connsiteX49" fmla="*/ 676275 w 1608138"/>
                <a:gd name="connsiteY49" fmla="*/ 85725 h 1075928"/>
                <a:gd name="connsiteX50" fmla="*/ 666750 w 1608138"/>
                <a:gd name="connsiteY50" fmla="*/ 114300 h 1075928"/>
                <a:gd name="connsiteX51" fmla="*/ 649288 w 1608138"/>
                <a:gd name="connsiteY51" fmla="*/ 138113 h 1075928"/>
                <a:gd name="connsiteX52" fmla="*/ 617538 w 1608138"/>
                <a:gd name="connsiteY52" fmla="*/ 149225 h 1075928"/>
                <a:gd name="connsiteX53" fmla="*/ 585788 w 1608138"/>
                <a:gd name="connsiteY53" fmla="*/ 149225 h 1075928"/>
                <a:gd name="connsiteX54" fmla="*/ 550863 w 1608138"/>
                <a:gd name="connsiteY54" fmla="*/ 141288 h 1075928"/>
                <a:gd name="connsiteX55" fmla="*/ 517525 w 1608138"/>
                <a:gd name="connsiteY55" fmla="*/ 131763 h 1075928"/>
                <a:gd name="connsiteX56" fmla="*/ 479425 w 1608138"/>
                <a:gd name="connsiteY56" fmla="*/ 128588 h 1075928"/>
                <a:gd name="connsiteX57" fmla="*/ 441325 w 1608138"/>
                <a:gd name="connsiteY57" fmla="*/ 131763 h 1075928"/>
                <a:gd name="connsiteX58" fmla="*/ 360363 w 1608138"/>
                <a:gd name="connsiteY58" fmla="*/ 158750 h 1075928"/>
                <a:gd name="connsiteX59" fmla="*/ 292100 w 1608138"/>
                <a:gd name="connsiteY59" fmla="*/ 198438 h 1075928"/>
                <a:gd name="connsiteX60" fmla="*/ 231775 w 1608138"/>
                <a:gd name="connsiteY60" fmla="*/ 250825 h 1075928"/>
                <a:gd name="connsiteX61" fmla="*/ 182563 w 1608138"/>
                <a:gd name="connsiteY61" fmla="*/ 307975 h 1075928"/>
                <a:gd name="connsiteX62" fmla="*/ 141288 w 1608138"/>
                <a:gd name="connsiteY62" fmla="*/ 377825 h 1075928"/>
                <a:gd name="connsiteX63" fmla="*/ 109538 w 1608138"/>
                <a:gd name="connsiteY63" fmla="*/ 455613 h 1075928"/>
                <a:gd name="connsiteX64" fmla="*/ 98425 w 1608138"/>
                <a:gd name="connsiteY64" fmla="*/ 512763 h 1075928"/>
                <a:gd name="connsiteX65" fmla="*/ 92075 w 1608138"/>
                <a:gd name="connsiteY65" fmla="*/ 576263 h 1075928"/>
                <a:gd name="connsiteX66" fmla="*/ 95250 w 1608138"/>
                <a:gd name="connsiteY66" fmla="*/ 642938 h 1075928"/>
                <a:gd name="connsiteX67" fmla="*/ 101600 w 1608138"/>
                <a:gd name="connsiteY67" fmla="*/ 709613 h 1075928"/>
                <a:gd name="connsiteX68" fmla="*/ 109538 w 1608138"/>
                <a:gd name="connsiteY68" fmla="*/ 773113 h 1075928"/>
                <a:gd name="connsiteX69" fmla="*/ 123825 w 1608138"/>
                <a:gd name="connsiteY69" fmla="*/ 825500 h 1075928"/>
                <a:gd name="connsiteX70" fmla="*/ 161925 w 1608138"/>
                <a:gd name="connsiteY70" fmla="*/ 928688 h 1075928"/>
                <a:gd name="connsiteX71" fmla="*/ 207963 w 1608138"/>
                <a:gd name="connsiteY71" fmla="*/ 1030288 h 1075928"/>
                <a:gd name="connsiteX72" fmla="*/ 230783 w 1608138"/>
                <a:gd name="connsiteY72" fmla="*/ 1075928 h 1075928"/>
                <a:gd name="connsiteX73" fmla="*/ 119823 w 1608138"/>
                <a:gd name="connsiteY73" fmla="*/ 1075928 h 1075928"/>
                <a:gd name="connsiteX74" fmla="*/ 101600 w 1608138"/>
                <a:gd name="connsiteY74" fmla="*/ 1038225 h 1075928"/>
                <a:gd name="connsiteX75" fmla="*/ 60325 w 1608138"/>
                <a:gd name="connsiteY75" fmla="*/ 938213 h 1075928"/>
                <a:gd name="connsiteX76" fmla="*/ 28575 w 1608138"/>
                <a:gd name="connsiteY76" fmla="*/ 830263 h 1075928"/>
                <a:gd name="connsiteX77" fmla="*/ 14288 w 1608138"/>
                <a:gd name="connsiteY77" fmla="*/ 769938 h 1075928"/>
                <a:gd name="connsiteX78" fmla="*/ 6350 w 1608138"/>
                <a:gd name="connsiteY78" fmla="*/ 700088 h 1075928"/>
                <a:gd name="connsiteX79" fmla="*/ 0 w 1608138"/>
                <a:gd name="connsiteY79" fmla="*/ 628650 h 1075928"/>
                <a:gd name="connsiteX80" fmla="*/ 0 w 1608138"/>
                <a:gd name="connsiteY80" fmla="*/ 554038 h 1075928"/>
                <a:gd name="connsiteX81" fmla="*/ 9525 w 1608138"/>
                <a:gd name="connsiteY81" fmla="*/ 487363 h 1075928"/>
                <a:gd name="connsiteX82" fmla="*/ 23813 w 1608138"/>
                <a:gd name="connsiteY82" fmla="*/ 423863 h 1075928"/>
                <a:gd name="connsiteX83" fmla="*/ 52388 w 1608138"/>
                <a:gd name="connsiteY83" fmla="*/ 342900 h 1075928"/>
                <a:gd name="connsiteX84" fmla="*/ 95250 w 1608138"/>
                <a:gd name="connsiteY84" fmla="*/ 271463 h 1075928"/>
                <a:gd name="connsiteX85" fmla="*/ 144463 w 1608138"/>
                <a:gd name="connsiteY85" fmla="*/ 204788 h 1075928"/>
                <a:gd name="connsiteX86" fmla="*/ 204788 w 1608138"/>
                <a:gd name="connsiteY86" fmla="*/ 146050 h 1075928"/>
                <a:gd name="connsiteX87" fmla="*/ 271463 w 1608138"/>
                <a:gd name="connsiteY87" fmla="*/ 96838 h 1075928"/>
                <a:gd name="connsiteX88" fmla="*/ 346075 w 1608138"/>
                <a:gd name="connsiteY88" fmla="*/ 63500 h 1075928"/>
                <a:gd name="connsiteX89" fmla="*/ 395288 w 1608138"/>
                <a:gd name="connsiteY89" fmla="*/ 49213 h 1075928"/>
                <a:gd name="connsiteX90" fmla="*/ 447675 w 1608138"/>
                <a:gd name="connsiteY90" fmla="*/ 36513 h 1075928"/>
                <a:gd name="connsiteX91" fmla="*/ 500063 w 1608138"/>
                <a:gd name="connsiteY91" fmla="*/ 28575 h 1075928"/>
                <a:gd name="connsiteX92" fmla="*/ 549275 w 1608138"/>
                <a:gd name="connsiteY92" fmla="*/ 17463 h 1075928"/>
                <a:gd name="connsiteX93" fmla="*/ 595313 w 1608138"/>
                <a:gd name="connsiteY93"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44525 w 1608138"/>
                <a:gd name="connsiteY46" fmla="*/ 7938 h 1075928"/>
                <a:gd name="connsiteX47" fmla="*/ 663575 w 1608138"/>
                <a:gd name="connsiteY47" fmla="*/ 25400 h 1075928"/>
                <a:gd name="connsiteX48" fmla="*/ 676275 w 1608138"/>
                <a:gd name="connsiteY48" fmla="*/ 53975 h 1075928"/>
                <a:gd name="connsiteX49" fmla="*/ 676275 w 1608138"/>
                <a:gd name="connsiteY49" fmla="*/ 85725 h 1075928"/>
                <a:gd name="connsiteX50" fmla="*/ 666750 w 1608138"/>
                <a:gd name="connsiteY50" fmla="*/ 114300 h 1075928"/>
                <a:gd name="connsiteX51" fmla="*/ 649288 w 1608138"/>
                <a:gd name="connsiteY51" fmla="*/ 138113 h 1075928"/>
                <a:gd name="connsiteX52" fmla="*/ 617538 w 1608138"/>
                <a:gd name="connsiteY52" fmla="*/ 149225 h 1075928"/>
                <a:gd name="connsiteX53" fmla="*/ 585788 w 1608138"/>
                <a:gd name="connsiteY53" fmla="*/ 149225 h 1075928"/>
                <a:gd name="connsiteX54" fmla="*/ 550863 w 1608138"/>
                <a:gd name="connsiteY54" fmla="*/ 141288 h 1075928"/>
                <a:gd name="connsiteX55" fmla="*/ 517525 w 1608138"/>
                <a:gd name="connsiteY55" fmla="*/ 131763 h 1075928"/>
                <a:gd name="connsiteX56" fmla="*/ 479425 w 1608138"/>
                <a:gd name="connsiteY56" fmla="*/ 128588 h 1075928"/>
                <a:gd name="connsiteX57" fmla="*/ 441325 w 1608138"/>
                <a:gd name="connsiteY57" fmla="*/ 131763 h 1075928"/>
                <a:gd name="connsiteX58" fmla="*/ 360363 w 1608138"/>
                <a:gd name="connsiteY58" fmla="*/ 158750 h 1075928"/>
                <a:gd name="connsiteX59" fmla="*/ 292100 w 1608138"/>
                <a:gd name="connsiteY59" fmla="*/ 198438 h 1075928"/>
                <a:gd name="connsiteX60" fmla="*/ 231775 w 1608138"/>
                <a:gd name="connsiteY60" fmla="*/ 250825 h 1075928"/>
                <a:gd name="connsiteX61" fmla="*/ 182563 w 1608138"/>
                <a:gd name="connsiteY61" fmla="*/ 307975 h 1075928"/>
                <a:gd name="connsiteX62" fmla="*/ 141288 w 1608138"/>
                <a:gd name="connsiteY62" fmla="*/ 377825 h 1075928"/>
                <a:gd name="connsiteX63" fmla="*/ 109538 w 1608138"/>
                <a:gd name="connsiteY63" fmla="*/ 455613 h 1075928"/>
                <a:gd name="connsiteX64" fmla="*/ 98425 w 1608138"/>
                <a:gd name="connsiteY64" fmla="*/ 512763 h 1075928"/>
                <a:gd name="connsiteX65" fmla="*/ 92075 w 1608138"/>
                <a:gd name="connsiteY65" fmla="*/ 576263 h 1075928"/>
                <a:gd name="connsiteX66" fmla="*/ 95250 w 1608138"/>
                <a:gd name="connsiteY66" fmla="*/ 642938 h 1075928"/>
                <a:gd name="connsiteX67" fmla="*/ 101600 w 1608138"/>
                <a:gd name="connsiteY67" fmla="*/ 709613 h 1075928"/>
                <a:gd name="connsiteX68" fmla="*/ 109538 w 1608138"/>
                <a:gd name="connsiteY68" fmla="*/ 773113 h 1075928"/>
                <a:gd name="connsiteX69" fmla="*/ 123825 w 1608138"/>
                <a:gd name="connsiteY69" fmla="*/ 825500 h 1075928"/>
                <a:gd name="connsiteX70" fmla="*/ 161925 w 1608138"/>
                <a:gd name="connsiteY70" fmla="*/ 928688 h 1075928"/>
                <a:gd name="connsiteX71" fmla="*/ 207963 w 1608138"/>
                <a:gd name="connsiteY71" fmla="*/ 1030288 h 1075928"/>
                <a:gd name="connsiteX72" fmla="*/ 230783 w 1608138"/>
                <a:gd name="connsiteY72" fmla="*/ 1075928 h 1075928"/>
                <a:gd name="connsiteX73" fmla="*/ 119823 w 1608138"/>
                <a:gd name="connsiteY73" fmla="*/ 1075928 h 1075928"/>
                <a:gd name="connsiteX74" fmla="*/ 101600 w 1608138"/>
                <a:gd name="connsiteY74" fmla="*/ 1038225 h 1075928"/>
                <a:gd name="connsiteX75" fmla="*/ 60325 w 1608138"/>
                <a:gd name="connsiteY75" fmla="*/ 938213 h 1075928"/>
                <a:gd name="connsiteX76" fmla="*/ 28575 w 1608138"/>
                <a:gd name="connsiteY76" fmla="*/ 830263 h 1075928"/>
                <a:gd name="connsiteX77" fmla="*/ 14288 w 1608138"/>
                <a:gd name="connsiteY77" fmla="*/ 769938 h 1075928"/>
                <a:gd name="connsiteX78" fmla="*/ 6350 w 1608138"/>
                <a:gd name="connsiteY78" fmla="*/ 700088 h 1075928"/>
                <a:gd name="connsiteX79" fmla="*/ 0 w 1608138"/>
                <a:gd name="connsiteY79" fmla="*/ 628650 h 1075928"/>
                <a:gd name="connsiteX80" fmla="*/ 0 w 1608138"/>
                <a:gd name="connsiteY80" fmla="*/ 554038 h 1075928"/>
                <a:gd name="connsiteX81" fmla="*/ 9525 w 1608138"/>
                <a:gd name="connsiteY81" fmla="*/ 487363 h 1075928"/>
                <a:gd name="connsiteX82" fmla="*/ 23813 w 1608138"/>
                <a:gd name="connsiteY82" fmla="*/ 423863 h 1075928"/>
                <a:gd name="connsiteX83" fmla="*/ 52388 w 1608138"/>
                <a:gd name="connsiteY83" fmla="*/ 342900 h 1075928"/>
                <a:gd name="connsiteX84" fmla="*/ 95250 w 1608138"/>
                <a:gd name="connsiteY84" fmla="*/ 271463 h 1075928"/>
                <a:gd name="connsiteX85" fmla="*/ 144463 w 1608138"/>
                <a:gd name="connsiteY85" fmla="*/ 204788 h 1075928"/>
                <a:gd name="connsiteX86" fmla="*/ 204788 w 1608138"/>
                <a:gd name="connsiteY86" fmla="*/ 146050 h 1075928"/>
                <a:gd name="connsiteX87" fmla="*/ 271463 w 1608138"/>
                <a:gd name="connsiteY87" fmla="*/ 96838 h 1075928"/>
                <a:gd name="connsiteX88" fmla="*/ 346075 w 1608138"/>
                <a:gd name="connsiteY88" fmla="*/ 63500 h 1075928"/>
                <a:gd name="connsiteX89" fmla="*/ 395288 w 1608138"/>
                <a:gd name="connsiteY89" fmla="*/ 49213 h 1075928"/>
                <a:gd name="connsiteX90" fmla="*/ 447675 w 1608138"/>
                <a:gd name="connsiteY90" fmla="*/ 36513 h 1075928"/>
                <a:gd name="connsiteX91" fmla="*/ 500063 w 1608138"/>
                <a:gd name="connsiteY91" fmla="*/ 28575 h 1075928"/>
                <a:gd name="connsiteX92" fmla="*/ 549275 w 1608138"/>
                <a:gd name="connsiteY92" fmla="*/ 17463 h 1075928"/>
                <a:gd name="connsiteX93" fmla="*/ 595313 w 1608138"/>
                <a:gd name="connsiteY93"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63575 w 1608138"/>
                <a:gd name="connsiteY46" fmla="*/ 25400 h 1075928"/>
                <a:gd name="connsiteX47" fmla="*/ 676275 w 1608138"/>
                <a:gd name="connsiteY47" fmla="*/ 53975 h 1075928"/>
                <a:gd name="connsiteX48" fmla="*/ 676275 w 1608138"/>
                <a:gd name="connsiteY48" fmla="*/ 85725 h 1075928"/>
                <a:gd name="connsiteX49" fmla="*/ 666750 w 1608138"/>
                <a:gd name="connsiteY49" fmla="*/ 114300 h 1075928"/>
                <a:gd name="connsiteX50" fmla="*/ 649288 w 1608138"/>
                <a:gd name="connsiteY50" fmla="*/ 138113 h 1075928"/>
                <a:gd name="connsiteX51" fmla="*/ 617538 w 1608138"/>
                <a:gd name="connsiteY51" fmla="*/ 149225 h 1075928"/>
                <a:gd name="connsiteX52" fmla="*/ 585788 w 1608138"/>
                <a:gd name="connsiteY52" fmla="*/ 149225 h 1075928"/>
                <a:gd name="connsiteX53" fmla="*/ 550863 w 1608138"/>
                <a:gd name="connsiteY53" fmla="*/ 141288 h 1075928"/>
                <a:gd name="connsiteX54" fmla="*/ 517525 w 1608138"/>
                <a:gd name="connsiteY54" fmla="*/ 131763 h 1075928"/>
                <a:gd name="connsiteX55" fmla="*/ 479425 w 1608138"/>
                <a:gd name="connsiteY55" fmla="*/ 128588 h 1075928"/>
                <a:gd name="connsiteX56" fmla="*/ 441325 w 1608138"/>
                <a:gd name="connsiteY56" fmla="*/ 131763 h 1075928"/>
                <a:gd name="connsiteX57" fmla="*/ 360363 w 1608138"/>
                <a:gd name="connsiteY57" fmla="*/ 158750 h 1075928"/>
                <a:gd name="connsiteX58" fmla="*/ 292100 w 1608138"/>
                <a:gd name="connsiteY58" fmla="*/ 198438 h 1075928"/>
                <a:gd name="connsiteX59" fmla="*/ 231775 w 1608138"/>
                <a:gd name="connsiteY59" fmla="*/ 250825 h 1075928"/>
                <a:gd name="connsiteX60" fmla="*/ 182563 w 1608138"/>
                <a:gd name="connsiteY60" fmla="*/ 307975 h 1075928"/>
                <a:gd name="connsiteX61" fmla="*/ 141288 w 1608138"/>
                <a:gd name="connsiteY61" fmla="*/ 377825 h 1075928"/>
                <a:gd name="connsiteX62" fmla="*/ 109538 w 1608138"/>
                <a:gd name="connsiteY62" fmla="*/ 455613 h 1075928"/>
                <a:gd name="connsiteX63" fmla="*/ 98425 w 1608138"/>
                <a:gd name="connsiteY63" fmla="*/ 512763 h 1075928"/>
                <a:gd name="connsiteX64" fmla="*/ 92075 w 1608138"/>
                <a:gd name="connsiteY64" fmla="*/ 576263 h 1075928"/>
                <a:gd name="connsiteX65" fmla="*/ 95250 w 1608138"/>
                <a:gd name="connsiteY65" fmla="*/ 642938 h 1075928"/>
                <a:gd name="connsiteX66" fmla="*/ 101600 w 1608138"/>
                <a:gd name="connsiteY66" fmla="*/ 709613 h 1075928"/>
                <a:gd name="connsiteX67" fmla="*/ 109538 w 1608138"/>
                <a:gd name="connsiteY67" fmla="*/ 773113 h 1075928"/>
                <a:gd name="connsiteX68" fmla="*/ 123825 w 1608138"/>
                <a:gd name="connsiteY68" fmla="*/ 825500 h 1075928"/>
                <a:gd name="connsiteX69" fmla="*/ 161925 w 1608138"/>
                <a:gd name="connsiteY69" fmla="*/ 928688 h 1075928"/>
                <a:gd name="connsiteX70" fmla="*/ 207963 w 1608138"/>
                <a:gd name="connsiteY70" fmla="*/ 1030288 h 1075928"/>
                <a:gd name="connsiteX71" fmla="*/ 230783 w 1608138"/>
                <a:gd name="connsiteY71" fmla="*/ 1075928 h 1075928"/>
                <a:gd name="connsiteX72" fmla="*/ 119823 w 1608138"/>
                <a:gd name="connsiteY72" fmla="*/ 1075928 h 1075928"/>
                <a:gd name="connsiteX73" fmla="*/ 101600 w 1608138"/>
                <a:gd name="connsiteY73" fmla="*/ 1038225 h 1075928"/>
                <a:gd name="connsiteX74" fmla="*/ 60325 w 1608138"/>
                <a:gd name="connsiteY74" fmla="*/ 938213 h 1075928"/>
                <a:gd name="connsiteX75" fmla="*/ 28575 w 1608138"/>
                <a:gd name="connsiteY75" fmla="*/ 830263 h 1075928"/>
                <a:gd name="connsiteX76" fmla="*/ 14288 w 1608138"/>
                <a:gd name="connsiteY76" fmla="*/ 769938 h 1075928"/>
                <a:gd name="connsiteX77" fmla="*/ 6350 w 1608138"/>
                <a:gd name="connsiteY77" fmla="*/ 700088 h 1075928"/>
                <a:gd name="connsiteX78" fmla="*/ 0 w 1608138"/>
                <a:gd name="connsiteY78" fmla="*/ 628650 h 1075928"/>
                <a:gd name="connsiteX79" fmla="*/ 0 w 1608138"/>
                <a:gd name="connsiteY79" fmla="*/ 554038 h 1075928"/>
                <a:gd name="connsiteX80" fmla="*/ 9525 w 1608138"/>
                <a:gd name="connsiteY80" fmla="*/ 487363 h 1075928"/>
                <a:gd name="connsiteX81" fmla="*/ 23813 w 1608138"/>
                <a:gd name="connsiteY81" fmla="*/ 423863 h 1075928"/>
                <a:gd name="connsiteX82" fmla="*/ 52388 w 1608138"/>
                <a:gd name="connsiteY82" fmla="*/ 342900 h 1075928"/>
                <a:gd name="connsiteX83" fmla="*/ 95250 w 1608138"/>
                <a:gd name="connsiteY83" fmla="*/ 271463 h 1075928"/>
                <a:gd name="connsiteX84" fmla="*/ 144463 w 1608138"/>
                <a:gd name="connsiteY84" fmla="*/ 204788 h 1075928"/>
                <a:gd name="connsiteX85" fmla="*/ 204788 w 1608138"/>
                <a:gd name="connsiteY85" fmla="*/ 146050 h 1075928"/>
                <a:gd name="connsiteX86" fmla="*/ 271463 w 1608138"/>
                <a:gd name="connsiteY86" fmla="*/ 96838 h 1075928"/>
                <a:gd name="connsiteX87" fmla="*/ 346075 w 1608138"/>
                <a:gd name="connsiteY87" fmla="*/ 63500 h 1075928"/>
                <a:gd name="connsiteX88" fmla="*/ 395288 w 1608138"/>
                <a:gd name="connsiteY88" fmla="*/ 49213 h 1075928"/>
                <a:gd name="connsiteX89" fmla="*/ 447675 w 1608138"/>
                <a:gd name="connsiteY89" fmla="*/ 36513 h 1075928"/>
                <a:gd name="connsiteX90" fmla="*/ 500063 w 1608138"/>
                <a:gd name="connsiteY90" fmla="*/ 28575 h 1075928"/>
                <a:gd name="connsiteX91" fmla="*/ 549275 w 1608138"/>
                <a:gd name="connsiteY91" fmla="*/ 17463 h 1075928"/>
                <a:gd name="connsiteX92" fmla="*/ 595313 w 1608138"/>
                <a:gd name="connsiteY92"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63575 w 1608138"/>
                <a:gd name="connsiteY46" fmla="*/ 25400 h 1075928"/>
                <a:gd name="connsiteX47" fmla="*/ 676275 w 1608138"/>
                <a:gd name="connsiteY47" fmla="*/ 53975 h 1075928"/>
                <a:gd name="connsiteX48" fmla="*/ 666750 w 1608138"/>
                <a:gd name="connsiteY48" fmla="*/ 114300 h 1075928"/>
                <a:gd name="connsiteX49" fmla="*/ 649288 w 1608138"/>
                <a:gd name="connsiteY49" fmla="*/ 138113 h 1075928"/>
                <a:gd name="connsiteX50" fmla="*/ 617538 w 1608138"/>
                <a:gd name="connsiteY50" fmla="*/ 149225 h 1075928"/>
                <a:gd name="connsiteX51" fmla="*/ 585788 w 1608138"/>
                <a:gd name="connsiteY51" fmla="*/ 149225 h 1075928"/>
                <a:gd name="connsiteX52" fmla="*/ 550863 w 1608138"/>
                <a:gd name="connsiteY52" fmla="*/ 141288 h 1075928"/>
                <a:gd name="connsiteX53" fmla="*/ 517525 w 1608138"/>
                <a:gd name="connsiteY53" fmla="*/ 131763 h 1075928"/>
                <a:gd name="connsiteX54" fmla="*/ 479425 w 1608138"/>
                <a:gd name="connsiteY54" fmla="*/ 128588 h 1075928"/>
                <a:gd name="connsiteX55" fmla="*/ 441325 w 1608138"/>
                <a:gd name="connsiteY55" fmla="*/ 131763 h 1075928"/>
                <a:gd name="connsiteX56" fmla="*/ 360363 w 1608138"/>
                <a:gd name="connsiteY56" fmla="*/ 158750 h 1075928"/>
                <a:gd name="connsiteX57" fmla="*/ 292100 w 1608138"/>
                <a:gd name="connsiteY57" fmla="*/ 198438 h 1075928"/>
                <a:gd name="connsiteX58" fmla="*/ 231775 w 1608138"/>
                <a:gd name="connsiteY58" fmla="*/ 250825 h 1075928"/>
                <a:gd name="connsiteX59" fmla="*/ 182563 w 1608138"/>
                <a:gd name="connsiteY59" fmla="*/ 307975 h 1075928"/>
                <a:gd name="connsiteX60" fmla="*/ 141288 w 1608138"/>
                <a:gd name="connsiteY60" fmla="*/ 377825 h 1075928"/>
                <a:gd name="connsiteX61" fmla="*/ 109538 w 1608138"/>
                <a:gd name="connsiteY61" fmla="*/ 455613 h 1075928"/>
                <a:gd name="connsiteX62" fmla="*/ 98425 w 1608138"/>
                <a:gd name="connsiteY62" fmla="*/ 512763 h 1075928"/>
                <a:gd name="connsiteX63" fmla="*/ 92075 w 1608138"/>
                <a:gd name="connsiteY63" fmla="*/ 576263 h 1075928"/>
                <a:gd name="connsiteX64" fmla="*/ 95250 w 1608138"/>
                <a:gd name="connsiteY64" fmla="*/ 642938 h 1075928"/>
                <a:gd name="connsiteX65" fmla="*/ 101600 w 1608138"/>
                <a:gd name="connsiteY65" fmla="*/ 709613 h 1075928"/>
                <a:gd name="connsiteX66" fmla="*/ 109538 w 1608138"/>
                <a:gd name="connsiteY66" fmla="*/ 773113 h 1075928"/>
                <a:gd name="connsiteX67" fmla="*/ 123825 w 1608138"/>
                <a:gd name="connsiteY67" fmla="*/ 825500 h 1075928"/>
                <a:gd name="connsiteX68" fmla="*/ 161925 w 1608138"/>
                <a:gd name="connsiteY68" fmla="*/ 928688 h 1075928"/>
                <a:gd name="connsiteX69" fmla="*/ 207963 w 1608138"/>
                <a:gd name="connsiteY69" fmla="*/ 1030288 h 1075928"/>
                <a:gd name="connsiteX70" fmla="*/ 230783 w 1608138"/>
                <a:gd name="connsiteY70" fmla="*/ 1075928 h 1075928"/>
                <a:gd name="connsiteX71" fmla="*/ 119823 w 1608138"/>
                <a:gd name="connsiteY71" fmla="*/ 1075928 h 1075928"/>
                <a:gd name="connsiteX72" fmla="*/ 101600 w 1608138"/>
                <a:gd name="connsiteY72" fmla="*/ 1038225 h 1075928"/>
                <a:gd name="connsiteX73" fmla="*/ 60325 w 1608138"/>
                <a:gd name="connsiteY73" fmla="*/ 938213 h 1075928"/>
                <a:gd name="connsiteX74" fmla="*/ 28575 w 1608138"/>
                <a:gd name="connsiteY74" fmla="*/ 830263 h 1075928"/>
                <a:gd name="connsiteX75" fmla="*/ 14288 w 1608138"/>
                <a:gd name="connsiteY75" fmla="*/ 769938 h 1075928"/>
                <a:gd name="connsiteX76" fmla="*/ 6350 w 1608138"/>
                <a:gd name="connsiteY76" fmla="*/ 700088 h 1075928"/>
                <a:gd name="connsiteX77" fmla="*/ 0 w 1608138"/>
                <a:gd name="connsiteY77" fmla="*/ 628650 h 1075928"/>
                <a:gd name="connsiteX78" fmla="*/ 0 w 1608138"/>
                <a:gd name="connsiteY78" fmla="*/ 554038 h 1075928"/>
                <a:gd name="connsiteX79" fmla="*/ 9525 w 1608138"/>
                <a:gd name="connsiteY79" fmla="*/ 487363 h 1075928"/>
                <a:gd name="connsiteX80" fmla="*/ 23813 w 1608138"/>
                <a:gd name="connsiteY80" fmla="*/ 423863 h 1075928"/>
                <a:gd name="connsiteX81" fmla="*/ 52388 w 1608138"/>
                <a:gd name="connsiteY81" fmla="*/ 342900 h 1075928"/>
                <a:gd name="connsiteX82" fmla="*/ 95250 w 1608138"/>
                <a:gd name="connsiteY82" fmla="*/ 271463 h 1075928"/>
                <a:gd name="connsiteX83" fmla="*/ 144463 w 1608138"/>
                <a:gd name="connsiteY83" fmla="*/ 204788 h 1075928"/>
                <a:gd name="connsiteX84" fmla="*/ 204788 w 1608138"/>
                <a:gd name="connsiteY84" fmla="*/ 146050 h 1075928"/>
                <a:gd name="connsiteX85" fmla="*/ 271463 w 1608138"/>
                <a:gd name="connsiteY85" fmla="*/ 96838 h 1075928"/>
                <a:gd name="connsiteX86" fmla="*/ 346075 w 1608138"/>
                <a:gd name="connsiteY86" fmla="*/ 63500 h 1075928"/>
                <a:gd name="connsiteX87" fmla="*/ 395288 w 1608138"/>
                <a:gd name="connsiteY87" fmla="*/ 49213 h 1075928"/>
                <a:gd name="connsiteX88" fmla="*/ 447675 w 1608138"/>
                <a:gd name="connsiteY88" fmla="*/ 36513 h 1075928"/>
                <a:gd name="connsiteX89" fmla="*/ 500063 w 1608138"/>
                <a:gd name="connsiteY89" fmla="*/ 28575 h 1075928"/>
                <a:gd name="connsiteX90" fmla="*/ 549275 w 1608138"/>
                <a:gd name="connsiteY90" fmla="*/ 17463 h 1075928"/>
                <a:gd name="connsiteX91" fmla="*/ 595313 w 1608138"/>
                <a:gd name="connsiteY91"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76275 w 1608138"/>
                <a:gd name="connsiteY46" fmla="*/ 53975 h 1075928"/>
                <a:gd name="connsiteX47" fmla="*/ 666750 w 1608138"/>
                <a:gd name="connsiteY47" fmla="*/ 114300 h 1075928"/>
                <a:gd name="connsiteX48" fmla="*/ 649288 w 1608138"/>
                <a:gd name="connsiteY48" fmla="*/ 138113 h 1075928"/>
                <a:gd name="connsiteX49" fmla="*/ 617538 w 1608138"/>
                <a:gd name="connsiteY49" fmla="*/ 149225 h 1075928"/>
                <a:gd name="connsiteX50" fmla="*/ 585788 w 1608138"/>
                <a:gd name="connsiteY50" fmla="*/ 149225 h 1075928"/>
                <a:gd name="connsiteX51" fmla="*/ 550863 w 1608138"/>
                <a:gd name="connsiteY51" fmla="*/ 141288 h 1075928"/>
                <a:gd name="connsiteX52" fmla="*/ 517525 w 1608138"/>
                <a:gd name="connsiteY52" fmla="*/ 131763 h 1075928"/>
                <a:gd name="connsiteX53" fmla="*/ 479425 w 1608138"/>
                <a:gd name="connsiteY53" fmla="*/ 128588 h 1075928"/>
                <a:gd name="connsiteX54" fmla="*/ 441325 w 1608138"/>
                <a:gd name="connsiteY54" fmla="*/ 131763 h 1075928"/>
                <a:gd name="connsiteX55" fmla="*/ 360363 w 1608138"/>
                <a:gd name="connsiteY55" fmla="*/ 158750 h 1075928"/>
                <a:gd name="connsiteX56" fmla="*/ 292100 w 1608138"/>
                <a:gd name="connsiteY56" fmla="*/ 198438 h 1075928"/>
                <a:gd name="connsiteX57" fmla="*/ 231775 w 1608138"/>
                <a:gd name="connsiteY57" fmla="*/ 250825 h 1075928"/>
                <a:gd name="connsiteX58" fmla="*/ 182563 w 1608138"/>
                <a:gd name="connsiteY58" fmla="*/ 307975 h 1075928"/>
                <a:gd name="connsiteX59" fmla="*/ 141288 w 1608138"/>
                <a:gd name="connsiteY59" fmla="*/ 377825 h 1075928"/>
                <a:gd name="connsiteX60" fmla="*/ 109538 w 1608138"/>
                <a:gd name="connsiteY60" fmla="*/ 455613 h 1075928"/>
                <a:gd name="connsiteX61" fmla="*/ 98425 w 1608138"/>
                <a:gd name="connsiteY61" fmla="*/ 512763 h 1075928"/>
                <a:gd name="connsiteX62" fmla="*/ 92075 w 1608138"/>
                <a:gd name="connsiteY62" fmla="*/ 576263 h 1075928"/>
                <a:gd name="connsiteX63" fmla="*/ 95250 w 1608138"/>
                <a:gd name="connsiteY63" fmla="*/ 642938 h 1075928"/>
                <a:gd name="connsiteX64" fmla="*/ 101600 w 1608138"/>
                <a:gd name="connsiteY64" fmla="*/ 709613 h 1075928"/>
                <a:gd name="connsiteX65" fmla="*/ 109538 w 1608138"/>
                <a:gd name="connsiteY65" fmla="*/ 773113 h 1075928"/>
                <a:gd name="connsiteX66" fmla="*/ 123825 w 1608138"/>
                <a:gd name="connsiteY66" fmla="*/ 825500 h 1075928"/>
                <a:gd name="connsiteX67" fmla="*/ 161925 w 1608138"/>
                <a:gd name="connsiteY67" fmla="*/ 928688 h 1075928"/>
                <a:gd name="connsiteX68" fmla="*/ 207963 w 1608138"/>
                <a:gd name="connsiteY68" fmla="*/ 1030288 h 1075928"/>
                <a:gd name="connsiteX69" fmla="*/ 230783 w 1608138"/>
                <a:gd name="connsiteY69" fmla="*/ 1075928 h 1075928"/>
                <a:gd name="connsiteX70" fmla="*/ 119823 w 1608138"/>
                <a:gd name="connsiteY70" fmla="*/ 1075928 h 1075928"/>
                <a:gd name="connsiteX71" fmla="*/ 101600 w 1608138"/>
                <a:gd name="connsiteY71" fmla="*/ 1038225 h 1075928"/>
                <a:gd name="connsiteX72" fmla="*/ 60325 w 1608138"/>
                <a:gd name="connsiteY72" fmla="*/ 938213 h 1075928"/>
                <a:gd name="connsiteX73" fmla="*/ 28575 w 1608138"/>
                <a:gd name="connsiteY73" fmla="*/ 830263 h 1075928"/>
                <a:gd name="connsiteX74" fmla="*/ 14288 w 1608138"/>
                <a:gd name="connsiteY74" fmla="*/ 769938 h 1075928"/>
                <a:gd name="connsiteX75" fmla="*/ 6350 w 1608138"/>
                <a:gd name="connsiteY75" fmla="*/ 700088 h 1075928"/>
                <a:gd name="connsiteX76" fmla="*/ 0 w 1608138"/>
                <a:gd name="connsiteY76" fmla="*/ 628650 h 1075928"/>
                <a:gd name="connsiteX77" fmla="*/ 0 w 1608138"/>
                <a:gd name="connsiteY77" fmla="*/ 554038 h 1075928"/>
                <a:gd name="connsiteX78" fmla="*/ 9525 w 1608138"/>
                <a:gd name="connsiteY78" fmla="*/ 487363 h 1075928"/>
                <a:gd name="connsiteX79" fmla="*/ 23813 w 1608138"/>
                <a:gd name="connsiteY79" fmla="*/ 423863 h 1075928"/>
                <a:gd name="connsiteX80" fmla="*/ 52388 w 1608138"/>
                <a:gd name="connsiteY80" fmla="*/ 342900 h 1075928"/>
                <a:gd name="connsiteX81" fmla="*/ 95250 w 1608138"/>
                <a:gd name="connsiteY81" fmla="*/ 271463 h 1075928"/>
                <a:gd name="connsiteX82" fmla="*/ 144463 w 1608138"/>
                <a:gd name="connsiteY82" fmla="*/ 204788 h 1075928"/>
                <a:gd name="connsiteX83" fmla="*/ 204788 w 1608138"/>
                <a:gd name="connsiteY83" fmla="*/ 146050 h 1075928"/>
                <a:gd name="connsiteX84" fmla="*/ 271463 w 1608138"/>
                <a:gd name="connsiteY84" fmla="*/ 96838 h 1075928"/>
                <a:gd name="connsiteX85" fmla="*/ 346075 w 1608138"/>
                <a:gd name="connsiteY85" fmla="*/ 63500 h 1075928"/>
                <a:gd name="connsiteX86" fmla="*/ 395288 w 1608138"/>
                <a:gd name="connsiteY86" fmla="*/ 49213 h 1075928"/>
                <a:gd name="connsiteX87" fmla="*/ 447675 w 1608138"/>
                <a:gd name="connsiteY87" fmla="*/ 36513 h 1075928"/>
                <a:gd name="connsiteX88" fmla="*/ 500063 w 1608138"/>
                <a:gd name="connsiteY88" fmla="*/ 28575 h 1075928"/>
                <a:gd name="connsiteX89" fmla="*/ 549275 w 1608138"/>
                <a:gd name="connsiteY89" fmla="*/ 17463 h 1075928"/>
                <a:gd name="connsiteX90" fmla="*/ 595313 w 1608138"/>
                <a:gd name="connsiteY90"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76275 w 1608138"/>
                <a:gd name="connsiteY46" fmla="*/ 53975 h 1075928"/>
                <a:gd name="connsiteX47" fmla="*/ 666750 w 1608138"/>
                <a:gd name="connsiteY47" fmla="*/ 114300 h 1075928"/>
                <a:gd name="connsiteX48" fmla="*/ 649288 w 1608138"/>
                <a:gd name="connsiteY48" fmla="*/ 138113 h 1075928"/>
                <a:gd name="connsiteX49" fmla="*/ 617538 w 1608138"/>
                <a:gd name="connsiteY49" fmla="*/ 149225 h 1075928"/>
                <a:gd name="connsiteX50" fmla="*/ 585788 w 1608138"/>
                <a:gd name="connsiteY50" fmla="*/ 149225 h 1075928"/>
                <a:gd name="connsiteX51" fmla="*/ 550863 w 1608138"/>
                <a:gd name="connsiteY51" fmla="*/ 141288 h 1075928"/>
                <a:gd name="connsiteX52" fmla="*/ 517525 w 1608138"/>
                <a:gd name="connsiteY52" fmla="*/ 131763 h 1075928"/>
                <a:gd name="connsiteX53" fmla="*/ 479425 w 1608138"/>
                <a:gd name="connsiteY53" fmla="*/ 128588 h 1075928"/>
                <a:gd name="connsiteX54" fmla="*/ 441325 w 1608138"/>
                <a:gd name="connsiteY54" fmla="*/ 131763 h 1075928"/>
                <a:gd name="connsiteX55" fmla="*/ 360363 w 1608138"/>
                <a:gd name="connsiteY55" fmla="*/ 158750 h 1075928"/>
                <a:gd name="connsiteX56" fmla="*/ 292100 w 1608138"/>
                <a:gd name="connsiteY56" fmla="*/ 198438 h 1075928"/>
                <a:gd name="connsiteX57" fmla="*/ 231775 w 1608138"/>
                <a:gd name="connsiteY57" fmla="*/ 250825 h 1075928"/>
                <a:gd name="connsiteX58" fmla="*/ 182563 w 1608138"/>
                <a:gd name="connsiteY58" fmla="*/ 307975 h 1075928"/>
                <a:gd name="connsiteX59" fmla="*/ 141288 w 1608138"/>
                <a:gd name="connsiteY59" fmla="*/ 377825 h 1075928"/>
                <a:gd name="connsiteX60" fmla="*/ 109538 w 1608138"/>
                <a:gd name="connsiteY60" fmla="*/ 455613 h 1075928"/>
                <a:gd name="connsiteX61" fmla="*/ 98425 w 1608138"/>
                <a:gd name="connsiteY61" fmla="*/ 512763 h 1075928"/>
                <a:gd name="connsiteX62" fmla="*/ 92075 w 1608138"/>
                <a:gd name="connsiteY62" fmla="*/ 576263 h 1075928"/>
                <a:gd name="connsiteX63" fmla="*/ 95250 w 1608138"/>
                <a:gd name="connsiteY63" fmla="*/ 642938 h 1075928"/>
                <a:gd name="connsiteX64" fmla="*/ 101600 w 1608138"/>
                <a:gd name="connsiteY64" fmla="*/ 709613 h 1075928"/>
                <a:gd name="connsiteX65" fmla="*/ 109538 w 1608138"/>
                <a:gd name="connsiteY65" fmla="*/ 773113 h 1075928"/>
                <a:gd name="connsiteX66" fmla="*/ 123825 w 1608138"/>
                <a:gd name="connsiteY66" fmla="*/ 825500 h 1075928"/>
                <a:gd name="connsiteX67" fmla="*/ 161925 w 1608138"/>
                <a:gd name="connsiteY67" fmla="*/ 928688 h 1075928"/>
                <a:gd name="connsiteX68" fmla="*/ 207963 w 1608138"/>
                <a:gd name="connsiteY68" fmla="*/ 1030288 h 1075928"/>
                <a:gd name="connsiteX69" fmla="*/ 230783 w 1608138"/>
                <a:gd name="connsiteY69" fmla="*/ 1075928 h 1075928"/>
                <a:gd name="connsiteX70" fmla="*/ 119823 w 1608138"/>
                <a:gd name="connsiteY70" fmla="*/ 1075928 h 1075928"/>
                <a:gd name="connsiteX71" fmla="*/ 101600 w 1608138"/>
                <a:gd name="connsiteY71" fmla="*/ 1038225 h 1075928"/>
                <a:gd name="connsiteX72" fmla="*/ 60325 w 1608138"/>
                <a:gd name="connsiteY72" fmla="*/ 938213 h 1075928"/>
                <a:gd name="connsiteX73" fmla="*/ 28575 w 1608138"/>
                <a:gd name="connsiteY73" fmla="*/ 830263 h 1075928"/>
                <a:gd name="connsiteX74" fmla="*/ 14288 w 1608138"/>
                <a:gd name="connsiteY74" fmla="*/ 769938 h 1075928"/>
                <a:gd name="connsiteX75" fmla="*/ 6350 w 1608138"/>
                <a:gd name="connsiteY75" fmla="*/ 700088 h 1075928"/>
                <a:gd name="connsiteX76" fmla="*/ 0 w 1608138"/>
                <a:gd name="connsiteY76" fmla="*/ 628650 h 1075928"/>
                <a:gd name="connsiteX77" fmla="*/ 0 w 1608138"/>
                <a:gd name="connsiteY77" fmla="*/ 554038 h 1075928"/>
                <a:gd name="connsiteX78" fmla="*/ 9525 w 1608138"/>
                <a:gd name="connsiteY78" fmla="*/ 487363 h 1075928"/>
                <a:gd name="connsiteX79" fmla="*/ 23813 w 1608138"/>
                <a:gd name="connsiteY79" fmla="*/ 423863 h 1075928"/>
                <a:gd name="connsiteX80" fmla="*/ 52388 w 1608138"/>
                <a:gd name="connsiteY80" fmla="*/ 342900 h 1075928"/>
                <a:gd name="connsiteX81" fmla="*/ 95250 w 1608138"/>
                <a:gd name="connsiteY81" fmla="*/ 271463 h 1075928"/>
                <a:gd name="connsiteX82" fmla="*/ 144463 w 1608138"/>
                <a:gd name="connsiteY82" fmla="*/ 204788 h 1075928"/>
                <a:gd name="connsiteX83" fmla="*/ 204788 w 1608138"/>
                <a:gd name="connsiteY83" fmla="*/ 146050 h 1075928"/>
                <a:gd name="connsiteX84" fmla="*/ 271463 w 1608138"/>
                <a:gd name="connsiteY84" fmla="*/ 96838 h 1075928"/>
                <a:gd name="connsiteX85" fmla="*/ 346075 w 1608138"/>
                <a:gd name="connsiteY85" fmla="*/ 63500 h 1075928"/>
                <a:gd name="connsiteX86" fmla="*/ 395288 w 1608138"/>
                <a:gd name="connsiteY86" fmla="*/ 49213 h 1075928"/>
                <a:gd name="connsiteX87" fmla="*/ 447675 w 1608138"/>
                <a:gd name="connsiteY87" fmla="*/ 36513 h 1075928"/>
                <a:gd name="connsiteX88" fmla="*/ 500063 w 1608138"/>
                <a:gd name="connsiteY88" fmla="*/ 28575 h 1075928"/>
                <a:gd name="connsiteX89" fmla="*/ 549275 w 1608138"/>
                <a:gd name="connsiteY89" fmla="*/ 17463 h 1075928"/>
                <a:gd name="connsiteX90" fmla="*/ 595313 w 1608138"/>
                <a:gd name="connsiteY90"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76275 w 1608138"/>
                <a:gd name="connsiteY46" fmla="*/ 53975 h 1075928"/>
                <a:gd name="connsiteX47" fmla="*/ 666750 w 1608138"/>
                <a:gd name="connsiteY47" fmla="*/ 114300 h 1075928"/>
                <a:gd name="connsiteX48" fmla="*/ 649288 w 1608138"/>
                <a:gd name="connsiteY48" fmla="*/ 138113 h 1075928"/>
                <a:gd name="connsiteX49" fmla="*/ 617538 w 1608138"/>
                <a:gd name="connsiteY49" fmla="*/ 149225 h 1075928"/>
                <a:gd name="connsiteX50" fmla="*/ 585788 w 1608138"/>
                <a:gd name="connsiteY50" fmla="*/ 149225 h 1075928"/>
                <a:gd name="connsiteX51" fmla="*/ 550863 w 1608138"/>
                <a:gd name="connsiteY51" fmla="*/ 141288 h 1075928"/>
                <a:gd name="connsiteX52" fmla="*/ 517525 w 1608138"/>
                <a:gd name="connsiteY52" fmla="*/ 131763 h 1075928"/>
                <a:gd name="connsiteX53" fmla="*/ 479425 w 1608138"/>
                <a:gd name="connsiteY53" fmla="*/ 128588 h 1075928"/>
                <a:gd name="connsiteX54" fmla="*/ 441325 w 1608138"/>
                <a:gd name="connsiteY54" fmla="*/ 131763 h 1075928"/>
                <a:gd name="connsiteX55" fmla="*/ 360363 w 1608138"/>
                <a:gd name="connsiteY55" fmla="*/ 158750 h 1075928"/>
                <a:gd name="connsiteX56" fmla="*/ 292100 w 1608138"/>
                <a:gd name="connsiteY56" fmla="*/ 198438 h 1075928"/>
                <a:gd name="connsiteX57" fmla="*/ 231775 w 1608138"/>
                <a:gd name="connsiteY57" fmla="*/ 250825 h 1075928"/>
                <a:gd name="connsiteX58" fmla="*/ 182563 w 1608138"/>
                <a:gd name="connsiteY58" fmla="*/ 307975 h 1075928"/>
                <a:gd name="connsiteX59" fmla="*/ 141288 w 1608138"/>
                <a:gd name="connsiteY59" fmla="*/ 377825 h 1075928"/>
                <a:gd name="connsiteX60" fmla="*/ 109538 w 1608138"/>
                <a:gd name="connsiteY60" fmla="*/ 455613 h 1075928"/>
                <a:gd name="connsiteX61" fmla="*/ 98425 w 1608138"/>
                <a:gd name="connsiteY61" fmla="*/ 512763 h 1075928"/>
                <a:gd name="connsiteX62" fmla="*/ 92075 w 1608138"/>
                <a:gd name="connsiteY62" fmla="*/ 576263 h 1075928"/>
                <a:gd name="connsiteX63" fmla="*/ 95250 w 1608138"/>
                <a:gd name="connsiteY63" fmla="*/ 642938 h 1075928"/>
                <a:gd name="connsiteX64" fmla="*/ 101600 w 1608138"/>
                <a:gd name="connsiteY64" fmla="*/ 709613 h 1075928"/>
                <a:gd name="connsiteX65" fmla="*/ 109538 w 1608138"/>
                <a:gd name="connsiteY65" fmla="*/ 773113 h 1075928"/>
                <a:gd name="connsiteX66" fmla="*/ 123825 w 1608138"/>
                <a:gd name="connsiteY66" fmla="*/ 825500 h 1075928"/>
                <a:gd name="connsiteX67" fmla="*/ 161925 w 1608138"/>
                <a:gd name="connsiteY67" fmla="*/ 928688 h 1075928"/>
                <a:gd name="connsiteX68" fmla="*/ 207963 w 1608138"/>
                <a:gd name="connsiteY68" fmla="*/ 1030288 h 1075928"/>
                <a:gd name="connsiteX69" fmla="*/ 230783 w 1608138"/>
                <a:gd name="connsiteY69" fmla="*/ 1075928 h 1075928"/>
                <a:gd name="connsiteX70" fmla="*/ 119823 w 1608138"/>
                <a:gd name="connsiteY70" fmla="*/ 1075928 h 1075928"/>
                <a:gd name="connsiteX71" fmla="*/ 101600 w 1608138"/>
                <a:gd name="connsiteY71" fmla="*/ 1038225 h 1075928"/>
                <a:gd name="connsiteX72" fmla="*/ 60325 w 1608138"/>
                <a:gd name="connsiteY72" fmla="*/ 938213 h 1075928"/>
                <a:gd name="connsiteX73" fmla="*/ 28575 w 1608138"/>
                <a:gd name="connsiteY73" fmla="*/ 830263 h 1075928"/>
                <a:gd name="connsiteX74" fmla="*/ 14288 w 1608138"/>
                <a:gd name="connsiteY74" fmla="*/ 769938 h 1075928"/>
                <a:gd name="connsiteX75" fmla="*/ 6350 w 1608138"/>
                <a:gd name="connsiteY75" fmla="*/ 700088 h 1075928"/>
                <a:gd name="connsiteX76" fmla="*/ 0 w 1608138"/>
                <a:gd name="connsiteY76" fmla="*/ 628650 h 1075928"/>
                <a:gd name="connsiteX77" fmla="*/ 0 w 1608138"/>
                <a:gd name="connsiteY77" fmla="*/ 554038 h 1075928"/>
                <a:gd name="connsiteX78" fmla="*/ 9525 w 1608138"/>
                <a:gd name="connsiteY78" fmla="*/ 487363 h 1075928"/>
                <a:gd name="connsiteX79" fmla="*/ 23813 w 1608138"/>
                <a:gd name="connsiteY79" fmla="*/ 423863 h 1075928"/>
                <a:gd name="connsiteX80" fmla="*/ 52388 w 1608138"/>
                <a:gd name="connsiteY80" fmla="*/ 342900 h 1075928"/>
                <a:gd name="connsiteX81" fmla="*/ 95250 w 1608138"/>
                <a:gd name="connsiteY81" fmla="*/ 271463 h 1075928"/>
                <a:gd name="connsiteX82" fmla="*/ 144463 w 1608138"/>
                <a:gd name="connsiteY82" fmla="*/ 204788 h 1075928"/>
                <a:gd name="connsiteX83" fmla="*/ 204788 w 1608138"/>
                <a:gd name="connsiteY83" fmla="*/ 146050 h 1075928"/>
                <a:gd name="connsiteX84" fmla="*/ 271463 w 1608138"/>
                <a:gd name="connsiteY84" fmla="*/ 96838 h 1075928"/>
                <a:gd name="connsiteX85" fmla="*/ 346075 w 1608138"/>
                <a:gd name="connsiteY85" fmla="*/ 63500 h 1075928"/>
                <a:gd name="connsiteX86" fmla="*/ 395288 w 1608138"/>
                <a:gd name="connsiteY86" fmla="*/ 49213 h 1075928"/>
                <a:gd name="connsiteX87" fmla="*/ 447675 w 1608138"/>
                <a:gd name="connsiteY87" fmla="*/ 36513 h 1075928"/>
                <a:gd name="connsiteX88" fmla="*/ 500063 w 1608138"/>
                <a:gd name="connsiteY88" fmla="*/ 28575 h 1075928"/>
                <a:gd name="connsiteX89" fmla="*/ 549275 w 1608138"/>
                <a:gd name="connsiteY89" fmla="*/ 17463 h 1075928"/>
                <a:gd name="connsiteX90" fmla="*/ 595313 w 1608138"/>
                <a:gd name="connsiteY90"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76275 w 1608138"/>
                <a:gd name="connsiteY46" fmla="*/ 53975 h 1075928"/>
                <a:gd name="connsiteX47" fmla="*/ 649288 w 1608138"/>
                <a:gd name="connsiteY47" fmla="*/ 138113 h 1075928"/>
                <a:gd name="connsiteX48" fmla="*/ 617538 w 1608138"/>
                <a:gd name="connsiteY48" fmla="*/ 149225 h 1075928"/>
                <a:gd name="connsiteX49" fmla="*/ 585788 w 1608138"/>
                <a:gd name="connsiteY49" fmla="*/ 149225 h 1075928"/>
                <a:gd name="connsiteX50" fmla="*/ 550863 w 1608138"/>
                <a:gd name="connsiteY50" fmla="*/ 141288 h 1075928"/>
                <a:gd name="connsiteX51" fmla="*/ 517525 w 1608138"/>
                <a:gd name="connsiteY51" fmla="*/ 131763 h 1075928"/>
                <a:gd name="connsiteX52" fmla="*/ 479425 w 1608138"/>
                <a:gd name="connsiteY52" fmla="*/ 128588 h 1075928"/>
                <a:gd name="connsiteX53" fmla="*/ 441325 w 1608138"/>
                <a:gd name="connsiteY53" fmla="*/ 131763 h 1075928"/>
                <a:gd name="connsiteX54" fmla="*/ 360363 w 1608138"/>
                <a:gd name="connsiteY54" fmla="*/ 158750 h 1075928"/>
                <a:gd name="connsiteX55" fmla="*/ 292100 w 1608138"/>
                <a:gd name="connsiteY55" fmla="*/ 198438 h 1075928"/>
                <a:gd name="connsiteX56" fmla="*/ 231775 w 1608138"/>
                <a:gd name="connsiteY56" fmla="*/ 250825 h 1075928"/>
                <a:gd name="connsiteX57" fmla="*/ 182563 w 1608138"/>
                <a:gd name="connsiteY57" fmla="*/ 307975 h 1075928"/>
                <a:gd name="connsiteX58" fmla="*/ 141288 w 1608138"/>
                <a:gd name="connsiteY58" fmla="*/ 377825 h 1075928"/>
                <a:gd name="connsiteX59" fmla="*/ 109538 w 1608138"/>
                <a:gd name="connsiteY59" fmla="*/ 455613 h 1075928"/>
                <a:gd name="connsiteX60" fmla="*/ 98425 w 1608138"/>
                <a:gd name="connsiteY60" fmla="*/ 512763 h 1075928"/>
                <a:gd name="connsiteX61" fmla="*/ 92075 w 1608138"/>
                <a:gd name="connsiteY61" fmla="*/ 576263 h 1075928"/>
                <a:gd name="connsiteX62" fmla="*/ 95250 w 1608138"/>
                <a:gd name="connsiteY62" fmla="*/ 642938 h 1075928"/>
                <a:gd name="connsiteX63" fmla="*/ 101600 w 1608138"/>
                <a:gd name="connsiteY63" fmla="*/ 709613 h 1075928"/>
                <a:gd name="connsiteX64" fmla="*/ 109538 w 1608138"/>
                <a:gd name="connsiteY64" fmla="*/ 773113 h 1075928"/>
                <a:gd name="connsiteX65" fmla="*/ 123825 w 1608138"/>
                <a:gd name="connsiteY65" fmla="*/ 825500 h 1075928"/>
                <a:gd name="connsiteX66" fmla="*/ 161925 w 1608138"/>
                <a:gd name="connsiteY66" fmla="*/ 928688 h 1075928"/>
                <a:gd name="connsiteX67" fmla="*/ 207963 w 1608138"/>
                <a:gd name="connsiteY67" fmla="*/ 1030288 h 1075928"/>
                <a:gd name="connsiteX68" fmla="*/ 230783 w 1608138"/>
                <a:gd name="connsiteY68" fmla="*/ 1075928 h 1075928"/>
                <a:gd name="connsiteX69" fmla="*/ 119823 w 1608138"/>
                <a:gd name="connsiteY69" fmla="*/ 1075928 h 1075928"/>
                <a:gd name="connsiteX70" fmla="*/ 101600 w 1608138"/>
                <a:gd name="connsiteY70" fmla="*/ 1038225 h 1075928"/>
                <a:gd name="connsiteX71" fmla="*/ 60325 w 1608138"/>
                <a:gd name="connsiteY71" fmla="*/ 938213 h 1075928"/>
                <a:gd name="connsiteX72" fmla="*/ 28575 w 1608138"/>
                <a:gd name="connsiteY72" fmla="*/ 830263 h 1075928"/>
                <a:gd name="connsiteX73" fmla="*/ 14288 w 1608138"/>
                <a:gd name="connsiteY73" fmla="*/ 769938 h 1075928"/>
                <a:gd name="connsiteX74" fmla="*/ 6350 w 1608138"/>
                <a:gd name="connsiteY74" fmla="*/ 700088 h 1075928"/>
                <a:gd name="connsiteX75" fmla="*/ 0 w 1608138"/>
                <a:gd name="connsiteY75" fmla="*/ 628650 h 1075928"/>
                <a:gd name="connsiteX76" fmla="*/ 0 w 1608138"/>
                <a:gd name="connsiteY76" fmla="*/ 554038 h 1075928"/>
                <a:gd name="connsiteX77" fmla="*/ 9525 w 1608138"/>
                <a:gd name="connsiteY77" fmla="*/ 487363 h 1075928"/>
                <a:gd name="connsiteX78" fmla="*/ 23813 w 1608138"/>
                <a:gd name="connsiteY78" fmla="*/ 423863 h 1075928"/>
                <a:gd name="connsiteX79" fmla="*/ 52388 w 1608138"/>
                <a:gd name="connsiteY79" fmla="*/ 342900 h 1075928"/>
                <a:gd name="connsiteX80" fmla="*/ 95250 w 1608138"/>
                <a:gd name="connsiteY80" fmla="*/ 271463 h 1075928"/>
                <a:gd name="connsiteX81" fmla="*/ 144463 w 1608138"/>
                <a:gd name="connsiteY81" fmla="*/ 204788 h 1075928"/>
                <a:gd name="connsiteX82" fmla="*/ 204788 w 1608138"/>
                <a:gd name="connsiteY82" fmla="*/ 146050 h 1075928"/>
                <a:gd name="connsiteX83" fmla="*/ 271463 w 1608138"/>
                <a:gd name="connsiteY83" fmla="*/ 96838 h 1075928"/>
                <a:gd name="connsiteX84" fmla="*/ 346075 w 1608138"/>
                <a:gd name="connsiteY84" fmla="*/ 63500 h 1075928"/>
                <a:gd name="connsiteX85" fmla="*/ 395288 w 1608138"/>
                <a:gd name="connsiteY85" fmla="*/ 49213 h 1075928"/>
                <a:gd name="connsiteX86" fmla="*/ 447675 w 1608138"/>
                <a:gd name="connsiteY86" fmla="*/ 36513 h 1075928"/>
                <a:gd name="connsiteX87" fmla="*/ 500063 w 1608138"/>
                <a:gd name="connsiteY87" fmla="*/ 28575 h 1075928"/>
                <a:gd name="connsiteX88" fmla="*/ 549275 w 1608138"/>
                <a:gd name="connsiteY88" fmla="*/ 17463 h 1075928"/>
                <a:gd name="connsiteX89" fmla="*/ 595313 w 1608138"/>
                <a:gd name="connsiteY89"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76275 w 1608138"/>
                <a:gd name="connsiteY46" fmla="*/ 53975 h 1075928"/>
                <a:gd name="connsiteX47" fmla="*/ 649288 w 1608138"/>
                <a:gd name="connsiteY47" fmla="*/ 138113 h 1075928"/>
                <a:gd name="connsiteX48" fmla="*/ 617538 w 1608138"/>
                <a:gd name="connsiteY48" fmla="*/ 149225 h 1075928"/>
                <a:gd name="connsiteX49" fmla="*/ 585788 w 1608138"/>
                <a:gd name="connsiteY49" fmla="*/ 149225 h 1075928"/>
                <a:gd name="connsiteX50" fmla="*/ 550863 w 1608138"/>
                <a:gd name="connsiteY50" fmla="*/ 141288 h 1075928"/>
                <a:gd name="connsiteX51" fmla="*/ 517525 w 1608138"/>
                <a:gd name="connsiteY51" fmla="*/ 131763 h 1075928"/>
                <a:gd name="connsiteX52" fmla="*/ 479425 w 1608138"/>
                <a:gd name="connsiteY52" fmla="*/ 128588 h 1075928"/>
                <a:gd name="connsiteX53" fmla="*/ 441325 w 1608138"/>
                <a:gd name="connsiteY53" fmla="*/ 131763 h 1075928"/>
                <a:gd name="connsiteX54" fmla="*/ 360363 w 1608138"/>
                <a:gd name="connsiteY54" fmla="*/ 158750 h 1075928"/>
                <a:gd name="connsiteX55" fmla="*/ 292100 w 1608138"/>
                <a:gd name="connsiteY55" fmla="*/ 198438 h 1075928"/>
                <a:gd name="connsiteX56" fmla="*/ 231775 w 1608138"/>
                <a:gd name="connsiteY56" fmla="*/ 250825 h 1075928"/>
                <a:gd name="connsiteX57" fmla="*/ 182563 w 1608138"/>
                <a:gd name="connsiteY57" fmla="*/ 307975 h 1075928"/>
                <a:gd name="connsiteX58" fmla="*/ 141288 w 1608138"/>
                <a:gd name="connsiteY58" fmla="*/ 377825 h 1075928"/>
                <a:gd name="connsiteX59" fmla="*/ 109538 w 1608138"/>
                <a:gd name="connsiteY59" fmla="*/ 455613 h 1075928"/>
                <a:gd name="connsiteX60" fmla="*/ 98425 w 1608138"/>
                <a:gd name="connsiteY60" fmla="*/ 512763 h 1075928"/>
                <a:gd name="connsiteX61" fmla="*/ 92075 w 1608138"/>
                <a:gd name="connsiteY61" fmla="*/ 576263 h 1075928"/>
                <a:gd name="connsiteX62" fmla="*/ 95250 w 1608138"/>
                <a:gd name="connsiteY62" fmla="*/ 642938 h 1075928"/>
                <a:gd name="connsiteX63" fmla="*/ 101600 w 1608138"/>
                <a:gd name="connsiteY63" fmla="*/ 709613 h 1075928"/>
                <a:gd name="connsiteX64" fmla="*/ 109538 w 1608138"/>
                <a:gd name="connsiteY64" fmla="*/ 773113 h 1075928"/>
                <a:gd name="connsiteX65" fmla="*/ 123825 w 1608138"/>
                <a:gd name="connsiteY65" fmla="*/ 825500 h 1075928"/>
                <a:gd name="connsiteX66" fmla="*/ 161925 w 1608138"/>
                <a:gd name="connsiteY66" fmla="*/ 928688 h 1075928"/>
                <a:gd name="connsiteX67" fmla="*/ 207963 w 1608138"/>
                <a:gd name="connsiteY67" fmla="*/ 1030288 h 1075928"/>
                <a:gd name="connsiteX68" fmla="*/ 230783 w 1608138"/>
                <a:gd name="connsiteY68" fmla="*/ 1075928 h 1075928"/>
                <a:gd name="connsiteX69" fmla="*/ 119823 w 1608138"/>
                <a:gd name="connsiteY69" fmla="*/ 1075928 h 1075928"/>
                <a:gd name="connsiteX70" fmla="*/ 101600 w 1608138"/>
                <a:gd name="connsiteY70" fmla="*/ 1038225 h 1075928"/>
                <a:gd name="connsiteX71" fmla="*/ 60325 w 1608138"/>
                <a:gd name="connsiteY71" fmla="*/ 938213 h 1075928"/>
                <a:gd name="connsiteX72" fmla="*/ 28575 w 1608138"/>
                <a:gd name="connsiteY72" fmla="*/ 830263 h 1075928"/>
                <a:gd name="connsiteX73" fmla="*/ 14288 w 1608138"/>
                <a:gd name="connsiteY73" fmla="*/ 769938 h 1075928"/>
                <a:gd name="connsiteX74" fmla="*/ 6350 w 1608138"/>
                <a:gd name="connsiteY74" fmla="*/ 700088 h 1075928"/>
                <a:gd name="connsiteX75" fmla="*/ 0 w 1608138"/>
                <a:gd name="connsiteY75" fmla="*/ 628650 h 1075928"/>
                <a:gd name="connsiteX76" fmla="*/ 0 w 1608138"/>
                <a:gd name="connsiteY76" fmla="*/ 554038 h 1075928"/>
                <a:gd name="connsiteX77" fmla="*/ 9525 w 1608138"/>
                <a:gd name="connsiteY77" fmla="*/ 487363 h 1075928"/>
                <a:gd name="connsiteX78" fmla="*/ 23813 w 1608138"/>
                <a:gd name="connsiteY78" fmla="*/ 423863 h 1075928"/>
                <a:gd name="connsiteX79" fmla="*/ 52388 w 1608138"/>
                <a:gd name="connsiteY79" fmla="*/ 342900 h 1075928"/>
                <a:gd name="connsiteX80" fmla="*/ 95250 w 1608138"/>
                <a:gd name="connsiteY80" fmla="*/ 271463 h 1075928"/>
                <a:gd name="connsiteX81" fmla="*/ 144463 w 1608138"/>
                <a:gd name="connsiteY81" fmla="*/ 204788 h 1075928"/>
                <a:gd name="connsiteX82" fmla="*/ 204788 w 1608138"/>
                <a:gd name="connsiteY82" fmla="*/ 146050 h 1075928"/>
                <a:gd name="connsiteX83" fmla="*/ 271463 w 1608138"/>
                <a:gd name="connsiteY83" fmla="*/ 96838 h 1075928"/>
                <a:gd name="connsiteX84" fmla="*/ 346075 w 1608138"/>
                <a:gd name="connsiteY84" fmla="*/ 63500 h 1075928"/>
                <a:gd name="connsiteX85" fmla="*/ 395288 w 1608138"/>
                <a:gd name="connsiteY85" fmla="*/ 49213 h 1075928"/>
                <a:gd name="connsiteX86" fmla="*/ 447675 w 1608138"/>
                <a:gd name="connsiteY86" fmla="*/ 36513 h 1075928"/>
                <a:gd name="connsiteX87" fmla="*/ 500063 w 1608138"/>
                <a:gd name="connsiteY87" fmla="*/ 28575 h 1075928"/>
                <a:gd name="connsiteX88" fmla="*/ 549275 w 1608138"/>
                <a:gd name="connsiteY88" fmla="*/ 17463 h 1075928"/>
                <a:gd name="connsiteX89" fmla="*/ 595313 w 1608138"/>
                <a:gd name="connsiteY89" fmla="*/ 0 h 1075928"/>
                <a:gd name="connsiteX0" fmla="*/ 1012825 w 1608138"/>
                <a:gd name="connsiteY0" fmla="*/ 4763 h 1075928"/>
                <a:gd name="connsiteX1" fmla="*/ 1062038 w 1608138"/>
                <a:gd name="connsiteY1" fmla="*/ 4763 h 1075928"/>
                <a:gd name="connsiteX2" fmla="*/ 1108075 w 1608138"/>
                <a:gd name="connsiteY2" fmla="*/ 17463 h 1075928"/>
                <a:gd name="connsiteX3" fmla="*/ 1157288 w 1608138"/>
                <a:gd name="connsiteY3" fmla="*/ 36513 h 1075928"/>
                <a:gd name="connsiteX4" fmla="*/ 1201738 w 1608138"/>
                <a:gd name="connsiteY4" fmla="*/ 57150 h 1075928"/>
                <a:gd name="connsiteX5" fmla="*/ 1241425 w 1608138"/>
                <a:gd name="connsiteY5" fmla="*/ 74613 h 1075928"/>
                <a:gd name="connsiteX6" fmla="*/ 1301750 w 1608138"/>
                <a:gd name="connsiteY6" fmla="*/ 106363 h 1075928"/>
                <a:gd name="connsiteX7" fmla="*/ 1365250 w 1608138"/>
                <a:gd name="connsiteY7" fmla="*/ 149225 h 1075928"/>
                <a:gd name="connsiteX8" fmla="*/ 1423988 w 1608138"/>
                <a:gd name="connsiteY8" fmla="*/ 198438 h 1075928"/>
                <a:gd name="connsiteX9" fmla="*/ 1474788 w 1608138"/>
                <a:gd name="connsiteY9" fmla="*/ 258763 h 1075928"/>
                <a:gd name="connsiteX10" fmla="*/ 1520826 w 1608138"/>
                <a:gd name="connsiteY10" fmla="*/ 328613 h 1075928"/>
                <a:gd name="connsiteX11" fmla="*/ 1558926 w 1608138"/>
                <a:gd name="connsiteY11" fmla="*/ 406400 h 1075928"/>
                <a:gd name="connsiteX12" fmla="*/ 1587501 w 1608138"/>
                <a:gd name="connsiteY12" fmla="*/ 490538 h 1075928"/>
                <a:gd name="connsiteX13" fmla="*/ 1604963 w 1608138"/>
                <a:gd name="connsiteY13" fmla="*/ 579438 h 1075928"/>
                <a:gd name="connsiteX14" fmla="*/ 1608138 w 1608138"/>
                <a:gd name="connsiteY14" fmla="*/ 677863 h 1075928"/>
                <a:gd name="connsiteX15" fmla="*/ 1597026 w 1608138"/>
                <a:gd name="connsiteY15" fmla="*/ 779463 h 1075928"/>
                <a:gd name="connsiteX16" fmla="*/ 1576388 w 1608138"/>
                <a:gd name="connsiteY16" fmla="*/ 865188 h 1075928"/>
                <a:gd name="connsiteX17" fmla="*/ 1547813 w 1608138"/>
                <a:gd name="connsiteY17" fmla="*/ 942975 h 1075928"/>
                <a:gd name="connsiteX18" fmla="*/ 1516063 w 1608138"/>
                <a:gd name="connsiteY18" fmla="*/ 1017588 h 1075928"/>
                <a:gd name="connsiteX19" fmla="*/ 1486893 w 1608138"/>
                <a:gd name="connsiteY19" fmla="*/ 1075928 h 1075928"/>
                <a:gd name="connsiteX20" fmla="*/ 1381632 w 1608138"/>
                <a:gd name="connsiteY20" fmla="*/ 1075928 h 1075928"/>
                <a:gd name="connsiteX21" fmla="*/ 1495426 w 1608138"/>
                <a:gd name="connsiteY21" fmla="*/ 830263 h 1075928"/>
                <a:gd name="connsiteX22" fmla="*/ 1506538 w 1608138"/>
                <a:gd name="connsiteY22" fmla="*/ 762000 h 1075928"/>
                <a:gd name="connsiteX23" fmla="*/ 1509713 w 1608138"/>
                <a:gd name="connsiteY23" fmla="*/ 685800 h 1075928"/>
                <a:gd name="connsiteX24" fmla="*/ 1506538 w 1608138"/>
                <a:gd name="connsiteY24" fmla="*/ 608013 h 1075928"/>
                <a:gd name="connsiteX25" fmla="*/ 1495426 w 1608138"/>
                <a:gd name="connsiteY25" fmla="*/ 536575 h 1075928"/>
                <a:gd name="connsiteX26" fmla="*/ 1477963 w 1608138"/>
                <a:gd name="connsiteY26" fmla="*/ 466725 h 1075928"/>
                <a:gd name="connsiteX27" fmla="*/ 1457326 w 1608138"/>
                <a:gd name="connsiteY27" fmla="*/ 403225 h 1075928"/>
                <a:gd name="connsiteX28" fmla="*/ 1431926 w 1608138"/>
                <a:gd name="connsiteY28" fmla="*/ 354013 h 1075928"/>
                <a:gd name="connsiteX29" fmla="*/ 1389063 w 1608138"/>
                <a:gd name="connsiteY29" fmla="*/ 296863 h 1075928"/>
                <a:gd name="connsiteX30" fmla="*/ 1336675 w 1608138"/>
                <a:gd name="connsiteY30" fmla="*/ 239713 h 1075928"/>
                <a:gd name="connsiteX31" fmla="*/ 1273175 w 1608138"/>
                <a:gd name="connsiteY31" fmla="*/ 190500 h 1075928"/>
                <a:gd name="connsiteX32" fmla="*/ 1201738 w 1608138"/>
                <a:gd name="connsiteY32" fmla="*/ 149225 h 1075928"/>
                <a:gd name="connsiteX33" fmla="*/ 1125538 w 1608138"/>
                <a:gd name="connsiteY33" fmla="*/ 127000 h 1075928"/>
                <a:gd name="connsiteX34" fmla="*/ 1096963 w 1608138"/>
                <a:gd name="connsiteY34" fmla="*/ 123825 h 1075928"/>
                <a:gd name="connsiteX35" fmla="*/ 1071563 w 1608138"/>
                <a:gd name="connsiteY35" fmla="*/ 131763 h 1075928"/>
                <a:gd name="connsiteX36" fmla="*/ 1042988 w 1608138"/>
                <a:gd name="connsiteY36" fmla="*/ 138113 h 1075928"/>
                <a:gd name="connsiteX37" fmla="*/ 1012825 w 1608138"/>
                <a:gd name="connsiteY37" fmla="*/ 146050 h 1075928"/>
                <a:gd name="connsiteX38" fmla="*/ 981075 w 1608138"/>
                <a:gd name="connsiteY38" fmla="*/ 144463 h 1075928"/>
                <a:gd name="connsiteX39" fmla="*/ 966788 w 1608138"/>
                <a:gd name="connsiteY39" fmla="*/ 127000 h 1075928"/>
                <a:gd name="connsiteX40" fmla="*/ 958850 w 1608138"/>
                <a:gd name="connsiteY40" fmla="*/ 100013 h 1075928"/>
                <a:gd name="connsiteX41" fmla="*/ 955675 w 1608138"/>
                <a:gd name="connsiteY41" fmla="*/ 71438 h 1075928"/>
                <a:gd name="connsiteX42" fmla="*/ 962025 w 1608138"/>
                <a:gd name="connsiteY42" fmla="*/ 42863 h 1075928"/>
                <a:gd name="connsiteX43" fmla="*/ 1012825 w 1608138"/>
                <a:gd name="connsiteY43" fmla="*/ 4763 h 1075928"/>
                <a:gd name="connsiteX44" fmla="*/ 595313 w 1608138"/>
                <a:gd name="connsiteY44" fmla="*/ 0 h 1075928"/>
                <a:gd name="connsiteX45" fmla="*/ 638177 w 1608138"/>
                <a:gd name="connsiteY45" fmla="*/ 4762 h 1075928"/>
                <a:gd name="connsiteX46" fmla="*/ 676275 w 1608138"/>
                <a:gd name="connsiteY46" fmla="*/ 53975 h 1075928"/>
                <a:gd name="connsiteX47" fmla="*/ 649288 w 1608138"/>
                <a:gd name="connsiteY47" fmla="*/ 138113 h 1075928"/>
                <a:gd name="connsiteX48" fmla="*/ 617538 w 1608138"/>
                <a:gd name="connsiteY48" fmla="*/ 149225 h 1075928"/>
                <a:gd name="connsiteX49" fmla="*/ 585788 w 1608138"/>
                <a:gd name="connsiteY49" fmla="*/ 149225 h 1075928"/>
                <a:gd name="connsiteX50" fmla="*/ 550863 w 1608138"/>
                <a:gd name="connsiteY50" fmla="*/ 141288 h 1075928"/>
                <a:gd name="connsiteX51" fmla="*/ 517525 w 1608138"/>
                <a:gd name="connsiteY51" fmla="*/ 131763 h 1075928"/>
                <a:gd name="connsiteX52" fmla="*/ 479425 w 1608138"/>
                <a:gd name="connsiteY52" fmla="*/ 128588 h 1075928"/>
                <a:gd name="connsiteX53" fmla="*/ 441325 w 1608138"/>
                <a:gd name="connsiteY53" fmla="*/ 131763 h 1075928"/>
                <a:gd name="connsiteX54" fmla="*/ 360363 w 1608138"/>
                <a:gd name="connsiteY54" fmla="*/ 158750 h 1075928"/>
                <a:gd name="connsiteX55" fmla="*/ 292100 w 1608138"/>
                <a:gd name="connsiteY55" fmla="*/ 198438 h 1075928"/>
                <a:gd name="connsiteX56" fmla="*/ 231775 w 1608138"/>
                <a:gd name="connsiteY56" fmla="*/ 250825 h 1075928"/>
                <a:gd name="connsiteX57" fmla="*/ 182563 w 1608138"/>
                <a:gd name="connsiteY57" fmla="*/ 307975 h 1075928"/>
                <a:gd name="connsiteX58" fmla="*/ 141288 w 1608138"/>
                <a:gd name="connsiteY58" fmla="*/ 377825 h 1075928"/>
                <a:gd name="connsiteX59" fmla="*/ 109538 w 1608138"/>
                <a:gd name="connsiteY59" fmla="*/ 455613 h 1075928"/>
                <a:gd name="connsiteX60" fmla="*/ 98425 w 1608138"/>
                <a:gd name="connsiteY60" fmla="*/ 512763 h 1075928"/>
                <a:gd name="connsiteX61" fmla="*/ 92075 w 1608138"/>
                <a:gd name="connsiteY61" fmla="*/ 576263 h 1075928"/>
                <a:gd name="connsiteX62" fmla="*/ 95250 w 1608138"/>
                <a:gd name="connsiteY62" fmla="*/ 642938 h 1075928"/>
                <a:gd name="connsiteX63" fmla="*/ 101600 w 1608138"/>
                <a:gd name="connsiteY63" fmla="*/ 709613 h 1075928"/>
                <a:gd name="connsiteX64" fmla="*/ 109538 w 1608138"/>
                <a:gd name="connsiteY64" fmla="*/ 773113 h 1075928"/>
                <a:gd name="connsiteX65" fmla="*/ 123825 w 1608138"/>
                <a:gd name="connsiteY65" fmla="*/ 825500 h 1075928"/>
                <a:gd name="connsiteX66" fmla="*/ 161925 w 1608138"/>
                <a:gd name="connsiteY66" fmla="*/ 928688 h 1075928"/>
                <a:gd name="connsiteX67" fmla="*/ 207963 w 1608138"/>
                <a:gd name="connsiteY67" fmla="*/ 1030288 h 1075928"/>
                <a:gd name="connsiteX68" fmla="*/ 230783 w 1608138"/>
                <a:gd name="connsiteY68" fmla="*/ 1075928 h 1075928"/>
                <a:gd name="connsiteX69" fmla="*/ 119823 w 1608138"/>
                <a:gd name="connsiteY69" fmla="*/ 1075928 h 1075928"/>
                <a:gd name="connsiteX70" fmla="*/ 101600 w 1608138"/>
                <a:gd name="connsiteY70" fmla="*/ 1038225 h 1075928"/>
                <a:gd name="connsiteX71" fmla="*/ 60325 w 1608138"/>
                <a:gd name="connsiteY71" fmla="*/ 938213 h 1075928"/>
                <a:gd name="connsiteX72" fmla="*/ 28575 w 1608138"/>
                <a:gd name="connsiteY72" fmla="*/ 830263 h 1075928"/>
                <a:gd name="connsiteX73" fmla="*/ 14288 w 1608138"/>
                <a:gd name="connsiteY73" fmla="*/ 769938 h 1075928"/>
                <a:gd name="connsiteX74" fmla="*/ 6350 w 1608138"/>
                <a:gd name="connsiteY74" fmla="*/ 700088 h 1075928"/>
                <a:gd name="connsiteX75" fmla="*/ 0 w 1608138"/>
                <a:gd name="connsiteY75" fmla="*/ 628650 h 1075928"/>
                <a:gd name="connsiteX76" fmla="*/ 0 w 1608138"/>
                <a:gd name="connsiteY76" fmla="*/ 554038 h 1075928"/>
                <a:gd name="connsiteX77" fmla="*/ 9525 w 1608138"/>
                <a:gd name="connsiteY77" fmla="*/ 487363 h 1075928"/>
                <a:gd name="connsiteX78" fmla="*/ 23813 w 1608138"/>
                <a:gd name="connsiteY78" fmla="*/ 423863 h 1075928"/>
                <a:gd name="connsiteX79" fmla="*/ 52388 w 1608138"/>
                <a:gd name="connsiteY79" fmla="*/ 342900 h 1075928"/>
                <a:gd name="connsiteX80" fmla="*/ 95250 w 1608138"/>
                <a:gd name="connsiteY80" fmla="*/ 271463 h 1075928"/>
                <a:gd name="connsiteX81" fmla="*/ 144463 w 1608138"/>
                <a:gd name="connsiteY81" fmla="*/ 204788 h 1075928"/>
                <a:gd name="connsiteX82" fmla="*/ 204788 w 1608138"/>
                <a:gd name="connsiteY82" fmla="*/ 146050 h 1075928"/>
                <a:gd name="connsiteX83" fmla="*/ 271463 w 1608138"/>
                <a:gd name="connsiteY83" fmla="*/ 96838 h 1075928"/>
                <a:gd name="connsiteX84" fmla="*/ 346075 w 1608138"/>
                <a:gd name="connsiteY84" fmla="*/ 63500 h 1075928"/>
                <a:gd name="connsiteX85" fmla="*/ 395288 w 1608138"/>
                <a:gd name="connsiteY85" fmla="*/ 49213 h 1075928"/>
                <a:gd name="connsiteX86" fmla="*/ 447675 w 1608138"/>
                <a:gd name="connsiteY86" fmla="*/ 36513 h 1075928"/>
                <a:gd name="connsiteX87" fmla="*/ 500063 w 1608138"/>
                <a:gd name="connsiteY87" fmla="*/ 28575 h 1075928"/>
                <a:gd name="connsiteX88" fmla="*/ 549275 w 1608138"/>
                <a:gd name="connsiteY88" fmla="*/ 17463 h 1075928"/>
                <a:gd name="connsiteX89" fmla="*/ 595313 w 1608138"/>
                <a:gd name="connsiteY89" fmla="*/ 0 h 1075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608138" h="1075928">
                  <a:moveTo>
                    <a:pt x="1012825" y="4763"/>
                  </a:moveTo>
                  <a:lnTo>
                    <a:pt x="1062038" y="4763"/>
                  </a:lnTo>
                  <a:lnTo>
                    <a:pt x="1108075" y="17463"/>
                  </a:lnTo>
                  <a:lnTo>
                    <a:pt x="1157288" y="36513"/>
                  </a:lnTo>
                  <a:lnTo>
                    <a:pt x="1201738" y="57150"/>
                  </a:lnTo>
                  <a:lnTo>
                    <a:pt x="1241425" y="74613"/>
                  </a:lnTo>
                  <a:lnTo>
                    <a:pt x="1301750" y="106363"/>
                  </a:lnTo>
                  <a:lnTo>
                    <a:pt x="1365250" y="149225"/>
                  </a:lnTo>
                  <a:lnTo>
                    <a:pt x="1423988" y="198438"/>
                  </a:lnTo>
                  <a:lnTo>
                    <a:pt x="1474788" y="258763"/>
                  </a:lnTo>
                  <a:lnTo>
                    <a:pt x="1520826" y="328613"/>
                  </a:lnTo>
                  <a:lnTo>
                    <a:pt x="1558926" y="406400"/>
                  </a:lnTo>
                  <a:lnTo>
                    <a:pt x="1587501" y="490538"/>
                  </a:lnTo>
                  <a:lnTo>
                    <a:pt x="1604963" y="579438"/>
                  </a:lnTo>
                  <a:lnTo>
                    <a:pt x="1608138" y="677863"/>
                  </a:lnTo>
                  <a:lnTo>
                    <a:pt x="1597026" y="779463"/>
                  </a:lnTo>
                  <a:lnTo>
                    <a:pt x="1576388" y="865188"/>
                  </a:lnTo>
                  <a:lnTo>
                    <a:pt x="1547813" y="942975"/>
                  </a:lnTo>
                  <a:lnTo>
                    <a:pt x="1516063" y="1017588"/>
                  </a:lnTo>
                  <a:lnTo>
                    <a:pt x="1486893" y="1075928"/>
                  </a:lnTo>
                  <a:lnTo>
                    <a:pt x="1381632" y="1075928"/>
                  </a:lnTo>
                  <a:lnTo>
                    <a:pt x="1495426" y="830263"/>
                  </a:lnTo>
                  <a:lnTo>
                    <a:pt x="1506538" y="762000"/>
                  </a:lnTo>
                  <a:lnTo>
                    <a:pt x="1509713" y="685800"/>
                  </a:lnTo>
                  <a:lnTo>
                    <a:pt x="1506538" y="608013"/>
                  </a:lnTo>
                  <a:lnTo>
                    <a:pt x="1495426" y="536575"/>
                  </a:lnTo>
                  <a:lnTo>
                    <a:pt x="1477963" y="466725"/>
                  </a:lnTo>
                  <a:lnTo>
                    <a:pt x="1457326" y="403225"/>
                  </a:lnTo>
                  <a:lnTo>
                    <a:pt x="1431926" y="354013"/>
                  </a:lnTo>
                  <a:lnTo>
                    <a:pt x="1389063" y="296863"/>
                  </a:lnTo>
                  <a:lnTo>
                    <a:pt x="1336675" y="239713"/>
                  </a:lnTo>
                  <a:lnTo>
                    <a:pt x="1273175" y="190500"/>
                  </a:lnTo>
                  <a:lnTo>
                    <a:pt x="1201738" y="149225"/>
                  </a:lnTo>
                  <a:lnTo>
                    <a:pt x="1125538" y="127000"/>
                  </a:lnTo>
                  <a:lnTo>
                    <a:pt x="1096963" y="123825"/>
                  </a:lnTo>
                  <a:lnTo>
                    <a:pt x="1071563" y="131763"/>
                  </a:lnTo>
                  <a:lnTo>
                    <a:pt x="1042988" y="138113"/>
                  </a:lnTo>
                  <a:lnTo>
                    <a:pt x="1012825" y="146050"/>
                  </a:lnTo>
                  <a:lnTo>
                    <a:pt x="981075" y="144463"/>
                  </a:lnTo>
                  <a:lnTo>
                    <a:pt x="966788" y="127000"/>
                  </a:lnTo>
                  <a:lnTo>
                    <a:pt x="958850" y="100013"/>
                  </a:lnTo>
                  <a:lnTo>
                    <a:pt x="955675" y="71438"/>
                  </a:lnTo>
                  <a:lnTo>
                    <a:pt x="962025" y="42863"/>
                  </a:lnTo>
                  <a:cubicBezTo>
                    <a:pt x="968676" y="19878"/>
                    <a:pt x="973268" y="9235"/>
                    <a:pt x="1012825" y="4763"/>
                  </a:cubicBezTo>
                  <a:close/>
                  <a:moveTo>
                    <a:pt x="595313" y="0"/>
                  </a:moveTo>
                  <a:lnTo>
                    <a:pt x="638177" y="4762"/>
                  </a:lnTo>
                  <a:cubicBezTo>
                    <a:pt x="650876" y="21166"/>
                    <a:pt x="663578" y="17002"/>
                    <a:pt x="676275" y="53975"/>
                  </a:cubicBezTo>
                  <a:cubicBezTo>
                    <a:pt x="678127" y="76200"/>
                    <a:pt x="679649" y="118123"/>
                    <a:pt x="649288" y="138113"/>
                  </a:cubicBezTo>
                  <a:lnTo>
                    <a:pt x="617538" y="149225"/>
                  </a:lnTo>
                  <a:lnTo>
                    <a:pt x="585788" y="149225"/>
                  </a:lnTo>
                  <a:lnTo>
                    <a:pt x="550863" y="141288"/>
                  </a:lnTo>
                  <a:lnTo>
                    <a:pt x="517525" y="131763"/>
                  </a:lnTo>
                  <a:lnTo>
                    <a:pt x="479425" y="128588"/>
                  </a:lnTo>
                  <a:lnTo>
                    <a:pt x="441325" y="131763"/>
                  </a:lnTo>
                  <a:lnTo>
                    <a:pt x="360363" y="158750"/>
                  </a:lnTo>
                  <a:lnTo>
                    <a:pt x="292100" y="198438"/>
                  </a:lnTo>
                  <a:lnTo>
                    <a:pt x="231775" y="250825"/>
                  </a:lnTo>
                  <a:lnTo>
                    <a:pt x="182563" y="307975"/>
                  </a:lnTo>
                  <a:lnTo>
                    <a:pt x="141288" y="377825"/>
                  </a:lnTo>
                  <a:lnTo>
                    <a:pt x="109538" y="455613"/>
                  </a:lnTo>
                  <a:lnTo>
                    <a:pt x="98425" y="512763"/>
                  </a:lnTo>
                  <a:lnTo>
                    <a:pt x="92075" y="576263"/>
                  </a:lnTo>
                  <a:lnTo>
                    <a:pt x="95250" y="642938"/>
                  </a:lnTo>
                  <a:lnTo>
                    <a:pt x="101600" y="709613"/>
                  </a:lnTo>
                  <a:lnTo>
                    <a:pt x="109538" y="773113"/>
                  </a:lnTo>
                  <a:lnTo>
                    <a:pt x="123825" y="825500"/>
                  </a:lnTo>
                  <a:lnTo>
                    <a:pt x="161925" y="928688"/>
                  </a:lnTo>
                  <a:lnTo>
                    <a:pt x="207963" y="1030288"/>
                  </a:lnTo>
                  <a:lnTo>
                    <a:pt x="230783" y="1075928"/>
                  </a:lnTo>
                  <a:lnTo>
                    <a:pt x="119823" y="1075928"/>
                  </a:lnTo>
                  <a:lnTo>
                    <a:pt x="101600" y="1038225"/>
                  </a:lnTo>
                  <a:lnTo>
                    <a:pt x="60325" y="938213"/>
                  </a:lnTo>
                  <a:lnTo>
                    <a:pt x="28575" y="830263"/>
                  </a:lnTo>
                  <a:lnTo>
                    <a:pt x="14288" y="769938"/>
                  </a:lnTo>
                  <a:lnTo>
                    <a:pt x="6350" y="700088"/>
                  </a:lnTo>
                  <a:lnTo>
                    <a:pt x="0" y="628650"/>
                  </a:lnTo>
                  <a:lnTo>
                    <a:pt x="0" y="554038"/>
                  </a:lnTo>
                  <a:lnTo>
                    <a:pt x="9525" y="487363"/>
                  </a:lnTo>
                  <a:lnTo>
                    <a:pt x="23813" y="423863"/>
                  </a:lnTo>
                  <a:lnTo>
                    <a:pt x="52388" y="342900"/>
                  </a:lnTo>
                  <a:lnTo>
                    <a:pt x="95250" y="271463"/>
                  </a:lnTo>
                  <a:lnTo>
                    <a:pt x="144463" y="204788"/>
                  </a:lnTo>
                  <a:lnTo>
                    <a:pt x="204788" y="146050"/>
                  </a:lnTo>
                  <a:lnTo>
                    <a:pt x="271463" y="96838"/>
                  </a:lnTo>
                  <a:lnTo>
                    <a:pt x="346075" y="63500"/>
                  </a:lnTo>
                  <a:lnTo>
                    <a:pt x="395288" y="49213"/>
                  </a:lnTo>
                  <a:lnTo>
                    <a:pt x="447675" y="36513"/>
                  </a:lnTo>
                  <a:lnTo>
                    <a:pt x="500063" y="28575"/>
                  </a:lnTo>
                  <a:lnTo>
                    <a:pt x="549275" y="17463"/>
                  </a:lnTo>
                  <a:lnTo>
                    <a:pt x="595313" y="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ko-KR" altLang="en-US" dirty="0">
                <a:latin typeface="Arial" pitchFamily="34" charset="0"/>
                <a:cs typeface="Arial" pitchFamily="34" charset="0"/>
              </a:endParaRPr>
            </a:p>
          </p:txBody>
        </p:sp>
      </p:grpSp>
      <p:grpSp>
        <p:nvGrpSpPr>
          <p:cNvPr id="25" name="Group 24">
            <a:extLst>
              <a:ext uri="{FF2B5EF4-FFF2-40B4-BE49-F238E27FC236}">
                <a16:creationId xmlns:a16="http://schemas.microsoft.com/office/drawing/2014/main" id="{A2D3699A-B198-F0C5-38C9-7BBCBED35B12}"/>
              </a:ext>
            </a:extLst>
          </p:cNvPr>
          <p:cNvGrpSpPr/>
          <p:nvPr/>
        </p:nvGrpSpPr>
        <p:grpSpPr>
          <a:xfrm>
            <a:off x="2112273" y="94962"/>
            <a:ext cx="444114" cy="3347144"/>
            <a:chOff x="2633694" y="2681"/>
            <a:chExt cx="522150" cy="3642132"/>
          </a:xfrm>
          <a:effectLst>
            <a:outerShdw blurRad="63500" sx="102000" sy="102000" algn="ctr" rotWithShape="0">
              <a:prstClr val="black">
                <a:alpha val="40000"/>
              </a:prstClr>
            </a:outerShdw>
          </a:effectLst>
        </p:grpSpPr>
        <p:sp>
          <p:nvSpPr>
            <p:cNvPr id="26" name="Rectangle 25">
              <a:extLst>
                <a:ext uri="{FF2B5EF4-FFF2-40B4-BE49-F238E27FC236}">
                  <a16:creationId xmlns:a16="http://schemas.microsoft.com/office/drawing/2014/main" id="{E4155DEC-3547-0085-E867-9A2304884627}"/>
                </a:ext>
              </a:extLst>
            </p:cNvPr>
            <p:cNvSpPr/>
            <p:nvPr/>
          </p:nvSpPr>
          <p:spPr>
            <a:xfrm rot="16200000">
              <a:off x="1262565" y="1587421"/>
              <a:ext cx="3291840" cy="1223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0A5AB029-A728-7097-C152-2DCBD4F04ABE}"/>
                </a:ext>
              </a:extLst>
            </p:cNvPr>
            <p:cNvGrpSpPr/>
            <p:nvPr/>
          </p:nvGrpSpPr>
          <p:grpSpPr>
            <a:xfrm>
              <a:off x="2633694" y="3122663"/>
              <a:ext cx="522150" cy="522150"/>
              <a:chOff x="2061821" y="3108294"/>
              <a:chExt cx="522150" cy="522150"/>
            </a:xfrm>
          </p:grpSpPr>
          <p:sp>
            <p:nvSpPr>
              <p:cNvPr id="28" name="Oval 27">
                <a:extLst>
                  <a:ext uri="{FF2B5EF4-FFF2-40B4-BE49-F238E27FC236}">
                    <a16:creationId xmlns:a16="http://schemas.microsoft.com/office/drawing/2014/main" id="{C6EB5510-6164-92C6-30A9-294EBE567F3B}"/>
                  </a:ext>
                </a:extLst>
              </p:cNvPr>
              <p:cNvSpPr/>
              <p:nvPr/>
            </p:nvSpPr>
            <p:spPr>
              <a:xfrm rot="16200000">
                <a:off x="2061821" y="3108294"/>
                <a:ext cx="522150" cy="522150"/>
              </a:xfrm>
              <a:prstGeom prst="ellipse">
                <a:avLst/>
              </a:prstGeom>
              <a:gradFill flip="none" rotWithShape="1">
                <a:gsLst>
                  <a:gs pos="0">
                    <a:schemeClr val="accent3">
                      <a:lumMod val="0"/>
                      <a:lumOff val="100000"/>
                    </a:schemeClr>
                  </a:gs>
                  <a:gs pos="35000">
                    <a:schemeClr val="accent3">
                      <a:lumMod val="0"/>
                      <a:lumOff val="100000"/>
                    </a:schemeClr>
                  </a:gs>
                  <a:gs pos="100000">
                    <a:schemeClr val="bg1">
                      <a:lumMod val="65000"/>
                    </a:schemeClr>
                  </a:gs>
                </a:gsLst>
                <a:path path="circle">
                  <a:fillToRect l="50000" t="-80000" r="50000" b="180000"/>
                </a:path>
                <a:tileRect/>
              </a:gradFill>
              <a:ln>
                <a:no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744C5B7F-D579-5534-C6DA-6BEDF1C48A20}"/>
                  </a:ext>
                </a:extLst>
              </p:cNvPr>
              <p:cNvGrpSpPr/>
              <p:nvPr/>
            </p:nvGrpSpPr>
            <p:grpSpPr>
              <a:xfrm>
                <a:off x="2134833" y="3181305"/>
                <a:ext cx="376126" cy="376126"/>
                <a:chOff x="1733181" y="3181305"/>
                <a:chExt cx="376126" cy="376126"/>
              </a:xfrm>
            </p:grpSpPr>
            <p:sp>
              <p:nvSpPr>
                <p:cNvPr id="30" name="Oval 29">
                  <a:extLst>
                    <a:ext uri="{FF2B5EF4-FFF2-40B4-BE49-F238E27FC236}">
                      <a16:creationId xmlns:a16="http://schemas.microsoft.com/office/drawing/2014/main" id="{8329756C-0272-1E7C-E57F-E5EE4319A641}"/>
                    </a:ext>
                  </a:extLst>
                </p:cNvPr>
                <p:cNvSpPr/>
                <p:nvPr/>
              </p:nvSpPr>
              <p:spPr>
                <a:xfrm rot="16200000">
                  <a:off x="1733181" y="3181305"/>
                  <a:ext cx="376126" cy="376126"/>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D3358AA-5602-9AA3-B8C5-6344DFBA915D}"/>
                    </a:ext>
                  </a:extLst>
                </p:cNvPr>
                <p:cNvSpPr/>
                <p:nvPr/>
              </p:nvSpPr>
              <p:spPr>
                <a:xfrm rot="16200000">
                  <a:off x="1770777" y="3218901"/>
                  <a:ext cx="300935" cy="300935"/>
                </a:xfrm>
                <a:prstGeom prst="ellipse">
                  <a:avLst/>
                </a:prstGeom>
                <a:gradFill flip="none" rotWithShape="1">
                  <a:gsLst>
                    <a:gs pos="0">
                      <a:schemeClr val="accent3">
                        <a:lumMod val="0"/>
                        <a:lumOff val="100000"/>
                      </a:schemeClr>
                    </a:gs>
                    <a:gs pos="35000">
                      <a:schemeClr val="accent3">
                        <a:lumMod val="0"/>
                        <a:lumOff val="100000"/>
                      </a:schemeClr>
                    </a:gs>
                    <a:gs pos="100000">
                      <a:schemeClr val="bg1">
                        <a:lumMod val="65000"/>
                      </a:schemeClr>
                    </a:gs>
                  </a:gsLst>
                  <a:path path="circle">
                    <a:fillToRect l="50000" t="-80000" r="50000" b="180000"/>
                  </a:path>
                  <a:tileRect/>
                </a:gradFill>
                <a:ln>
                  <a:no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Oval 31">
                  <a:extLst>
                    <a:ext uri="{FF2B5EF4-FFF2-40B4-BE49-F238E27FC236}">
                      <a16:creationId xmlns:a16="http://schemas.microsoft.com/office/drawing/2014/main" id="{CFD1AB2B-661C-162A-E1B9-F2E4639B869B}"/>
                    </a:ext>
                  </a:extLst>
                </p:cNvPr>
                <p:cNvSpPr>
                  <a:spLocks noChangeAspect="1"/>
                </p:cNvSpPr>
                <p:nvPr/>
              </p:nvSpPr>
              <p:spPr>
                <a:xfrm rot="16200000" flipH="1">
                  <a:off x="1904378" y="3352502"/>
                  <a:ext cx="33732" cy="3373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33" name="TextBox 32">
            <a:extLst>
              <a:ext uri="{FF2B5EF4-FFF2-40B4-BE49-F238E27FC236}">
                <a16:creationId xmlns:a16="http://schemas.microsoft.com/office/drawing/2014/main" id="{A9DBBDA7-8EDA-80F2-0391-9C4D308804F1}"/>
              </a:ext>
            </a:extLst>
          </p:cNvPr>
          <p:cNvSpPr txBox="1"/>
          <p:nvPr/>
        </p:nvSpPr>
        <p:spPr>
          <a:xfrm>
            <a:off x="5451149" y="1463181"/>
            <a:ext cx="5212080" cy="492443"/>
          </a:xfrm>
          <a:prstGeom prst="rect">
            <a:avLst/>
          </a:prstGeom>
          <a:noFill/>
        </p:spPr>
        <p:txBody>
          <a:bodyPr wrap="square" rtlCol="0" anchor="ctr">
            <a:spAutoFit/>
          </a:bodyPr>
          <a:lstStyle/>
          <a:p>
            <a:pPr algn="ctr"/>
            <a:r>
              <a:rPr lang="en-US" sz="2600" b="1" i="0" dirty="0" err="1">
                <a:solidFill>
                  <a:srgbClr val="202122"/>
                </a:solidFill>
                <a:effectLst/>
                <a:latin typeface="Arial" panose="020B0604020202020204" pitchFamily="34" charset="0"/>
              </a:rPr>
              <a:t>Amenințarea</a:t>
            </a:r>
            <a:r>
              <a:rPr lang="en-US" sz="2600" b="1" i="0" dirty="0">
                <a:solidFill>
                  <a:srgbClr val="202122"/>
                </a:solidFill>
                <a:effectLst/>
                <a:latin typeface="Arial" panose="020B0604020202020204" pitchFamily="34" charset="0"/>
              </a:rPr>
              <a:t> cu </a:t>
            </a:r>
            <a:r>
              <a:rPr lang="en-US" sz="2600" b="1" i="0" dirty="0" err="1">
                <a:solidFill>
                  <a:srgbClr val="202122"/>
                </a:solidFill>
                <a:effectLst/>
                <a:latin typeface="Arial" panose="020B0604020202020204" pitchFamily="34" charset="0"/>
              </a:rPr>
              <a:t>boala</a:t>
            </a:r>
            <a:r>
              <a:rPr lang="en-US" sz="2600" b="1" i="0" dirty="0">
                <a:solidFill>
                  <a:srgbClr val="202122"/>
                </a:solidFill>
                <a:effectLst/>
                <a:latin typeface="Arial" panose="020B0604020202020204" pitchFamily="34" charset="0"/>
              </a:rPr>
              <a:t>:</a:t>
            </a:r>
            <a:endParaRPr lang="ko-KR" altLang="en-US" sz="2600" b="1" dirty="0">
              <a:cs typeface="Arial" pitchFamily="34" charset="0"/>
            </a:endParaRPr>
          </a:p>
        </p:txBody>
      </p:sp>
      <p:sp>
        <p:nvSpPr>
          <p:cNvPr id="34" name="Text Placeholder 12">
            <a:extLst>
              <a:ext uri="{FF2B5EF4-FFF2-40B4-BE49-F238E27FC236}">
                <a16:creationId xmlns:a16="http://schemas.microsoft.com/office/drawing/2014/main" id="{4914DDFE-9F39-1428-5F3D-6B3C61C49FD7}"/>
              </a:ext>
            </a:extLst>
          </p:cNvPr>
          <p:cNvSpPr txBox="1">
            <a:spLocks/>
          </p:cNvSpPr>
          <p:nvPr/>
        </p:nvSpPr>
        <p:spPr>
          <a:xfrm>
            <a:off x="4889866" y="1964907"/>
            <a:ext cx="6217076" cy="457200"/>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t-IT" altLang="ko-KR" sz="1800" dirty="0">
                <a:cs typeface="Arial" pitchFamily="34" charset="0"/>
              </a:rPr>
              <a:t>- percepția că bolile prevenibile prin vaccinare sunt inofensive.</a:t>
            </a:r>
            <a:endParaRPr lang="ko-KR" altLang="en-US" sz="1800" dirty="0">
              <a:cs typeface="Arial" pitchFamily="34" charset="0"/>
            </a:endParaRPr>
          </a:p>
        </p:txBody>
      </p:sp>
      <p:sp>
        <p:nvSpPr>
          <p:cNvPr id="35" name="TextBox 34">
            <a:extLst>
              <a:ext uri="{FF2B5EF4-FFF2-40B4-BE49-F238E27FC236}">
                <a16:creationId xmlns:a16="http://schemas.microsoft.com/office/drawing/2014/main" id="{0B76DBCB-4120-11B3-C39E-9A74EE3F09B7}"/>
              </a:ext>
            </a:extLst>
          </p:cNvPr>
          <p:cNvSpPr txBox="1"/>
          <p:nvPr/>
        </p:nvSpPr>
        <p:spPr>
          <a:xfrm>
            <a:off x="4578484" y="224363"/>
            <a:ext cx="6957410" cy="707886"/>
          </a:xfrm>
          <a:prstGeom prst="rect">
            <a:avLst/>
          </a:prstGeom>
          <a:noFill/>
        </p:spPr>
        <p:txBody>
          <a:bodyPr wrap="square" rtlCol="0" anchor="ctr">
            <a:spAutoFit/>
          </a:bodyPr>
          <a:lstStyle/>
          <a:p>
            <a:r>
              <a:rPr lang="en-US" altLang="ko-KR" sz="4000" b="1" dirty="0" err="1">
                <a:solidFill>
                  <a:schemeClr val="accent2"/>
                </a:solidFill>
                <a:latin typeface="+mj-lt"/>
                <a:cs typeface="Arial" pitchFamily="34" charset="0"/>
              </a:rPr>
              <a:t>Listă</a:t>
            </a:r>
            <a:r>
              <a:rPr lang="en-US" altLang="ko-KR" sz="4000" b="1" dirty="0">
                <a:solidFill>
                  <a:schemeClr val="accent2"/>
                </a:solidFill>
                <a:latin typeface="+mj-lt"/>
                <a:cs typeface="Arial" pitchFamily="34" charset="0"/>
              </a:rPr>
              <a:t> de </a:t>
            </a:r>
            <a:r>
              <a:rPr lang="en-US" altLang="ko-KR" sz="4000" b="1" dirty="0" err="1">
                <a:solidFill>
                  <a:schemeClr val="accent2"/>
                </a:solidFill>
                <a:latin typeface="+mj-lt"/>
                <a:cs typeface="Arial" pitchFamily="34" charset="0"/>
              </a:rPr>
              <a:t>dezinformări</a:t>
            </a:r>
            <a:r>
              <a:rPr lang="en-US" altLang="ko-KR" sz="4000" b="1" dirty="0">
                <a:solidFill>
                  <a:schemeClr val="accent2"/>
                </a:solidFill>
                <a:latin typeface="+mj-lt"/>
                <a:cs typeface="Arial" pitchFamily="34" charset="0"/>
              </a:rPr>
              <a:t> </a:t>
            </a:r>
            <a:r>
              <a:rPr lang="en-US" altLang="ko-KR" sz="4000" b="1" dirty="0" err="1">
                <a:solidFill>
                  <a:schemeClr val="accent2"/>
                </a:solidFill>
                <a:latin typeface="+mj-lt"/>
                <a:cs typeface="Arial" pitchFamily="34" charset="0"/>
              </a:rPr>
              <a:t>populare</a:t>
            </a:r>
            <a:endParaRPr lang="ko-KR" altLang="en-US" sz="4000" b="1" dirty="0">
              <a:solidFill>
                <a:schemeClr val="accent2"/>
              </a:solidFill>
              <a:latin typeface="+mj-lt"/>
              <a:cs typeface="Arial" pitchFamily="34" charset="0"/>
            </a:endParaRPr>
          </a:p>
        </p:txBody>
      </p:sp>
      <p:sp>
        <p:nvSpPr>
          <p:cNvPr id="36" name="TextBox 35">
            <a:extLst>
              <a:ext uri="{FF2B5EF4-FFF2-40B4-BE49-F238E27FC236}">
                <a16:creationId xmlns:a16="http://schemas.microsoft.com/office/drawing/2014/main" id="{3752CBF4-ACC7-7D85-7FD5-10BD4B0FDCEF}"/>
              </a:ext>
            </a:extLst>
          </p:cNvPr>
          <p:cNvSpPr txBox="1"/>
          <p:nvPr/>
        </p:nvSpPr>
        <p:spPr>
          <a:xfrm>
            <a:off x="4884342" y="832064"/>
            <a:ext cx="6345693" cy="646331"/>
          </a:xfrm>
          <a:prstGeom prst="rect">
            <a:avLst/>
          </a:prstGeom>
          <a:noFill/>
        </p:spPr>
        <p:txBody>
          <a:bodyPr wrap="square" rtlCol="0" anchor="ctr">
            <a:spAutoFit/>
          </a:bodyPr>
          <a:lstStyle/>
          <a:p>
            <a:pPr algn="ctr"/>
            <a:r>
              <a:rPr lang="en-GB" altLang="ko-KR" i="1" dirty="0" err="1">
                <a:cs typeface="Arial" pitchFamily="34" charset="0"/>
              </a:rPr>
              <a:t>Organizația</a:t>
            </a:r>
            <a:r>
              <a:rPr lang="en-GB" altLang="ko-KR" i="1" dirty="0">
                <a:cs typeface="Arial" pitchFamily="34" charset="0"/>
              </a:rPr>
              <a:t> </a:t>
            </a:r>
            <a:r>
              <a:rPr lang="en-GB" altLang="ko-KR" i="1" dirty="0" err="1">
                <a:cs typeface="Arial" pitchFamily="34" charset="0"/>
              </a:rPr>
              <a:t>Mondială</a:t>
            </a:r>
            <a:r>
              <a:rPr lang="en-GB" altLang="ko-KR" i="1" dirty="0">
                <a:cs typeface="Arial" pitchFamily="34" charset="0"/>
              </a:rPr>
              <a:t> a </a:t>
            </a:r>
            <a:r>
              <a:rPr lang="en-GB" altLang="ko-KR" i="1" dirty="0" err="1">
                <a:cs typeface="Arial" pitchFamily="34" charset="0"/>
              </a:rPr>
              <a:t>Sănătății</a:t>
            </a:r>
            <a:r>
              <a:rPr lang="en-GB" altLang="ko-KR" dirty="0">
                <a:cs typeface="Arial" pitchFamily="34" charset="0"/>
              </a:rPr>
              <a:t> (OMS) a </a:t>
            </a:r>
            <a:r>
              <a:rPr lang="en-GB" altLang="ko-KR" dirty="0" err="1">
                <a:cs typeface="Arial" pitchFamily="34" charset="0"/>
              </a:rPr>
              <a:t>clasificat</a:t>
            </a:r>
            <a:r>
              <a:rPr lang="en-GB" altLang="ko-KR" dirty="0">
                <a:cs typeface="Arial" pitchFamily="34" charset="0"/>
              </a:rPr>
              <a:t> </a:t>
            </a:r>
            <a:r>
              <a:rPr lang="en-GB" altLang="ko-KR" dirty="0" err="1">
                <a:cs typeface="Arial" pitchFamily="34" charset="0"/>
              </a:rPr>
              <a:t>dezinformarea</a:t>
            </a:r>
            <a:r>
              <a:rPr lang="en-GB" altLang="ko-KR" dirty="0">
                <a:cs typeface="Arial" pitchFamily="34" charset="0"/>
              </a:rPr>
              <a:t> </a:t>
            </a:r>
            <a:r>
              <a:rPr lang="en-GB" altLang="ko-KR" dirty="0" err="1">
                <a:cs typeface="Arial" pitchFamily="34" charset="0"/>
              </a:rPr>
              <a:t>legată</a:t>
            </a:r>
            <a:r>
              <a:rPr lang="en-GB" altLang="ko-KR" dirty="0">
                <a:cs typeface="Arial" pitchFamily="34" charset="0"/>
              </a:rPr>
              <a:t> de </a:t>
            </a:r>
            <a:r>
              <a:rPr lang="en-GB" altLang="ko-KR" dirty="0" err="1">
                <a:cs typeface="Arial" pitchFamily="34" charset="0"/>
              </a:rPr>
              <a:t>vaccinuri</a:t>
            </a:r>
            <a:r>
              <a:rPr lang="en-GB" altLang="ko-KR" dirty="0">
                <a:cs typeface="Arial" pitchFamily="34" charset="0"/>
              </a:rPr>
              <a:t> </a:t>
            </a:r>
            <a:r>
              <a:rPr lang="en-GB" altLang="ko-KR" dirty="0" err="1">
                <a:cs typeface="Arial" pitchFamily="34" charset="0"/>
              </a:rPr>
              <a:t>în</a:t>
            </a:r>
            <a:r>
              <a:rPr lang="en-GB" altLang="ko-KR" dirty="0">
                <a:cs typeface="Arial" pitchFamily="34" charset="0"/>
              </a:rPr>
              <a:t> </a:t>
            </a:r>
            <a:r>
              <a:rPr lang="en-GB" altLang="ko-KR" dirty="0" err="1">
                <a:cs typeface="Arial" pitchFamily="34" charset="0"/>
              </a:rPr>
              <a:t>cinci</a:t>
            </a:r>
            <a:r>
              <a:rPr lang="en-GB" altLang="ko-KR" dirty="0">
                <a:cs typeface="Arial" pitchFamily="34" charset="0"/>
              </a:rPr>
              <a:t> </a:t>
            </a:r>
            <a:r>
              <a:rPr lang="en-GB" altLang="ko-KR" dirty="0" err="1">
                <a:cs typeface="Arial" pitchFamily="34" charset="0"/>
              </a:rPr>
              <a:t>domenii</a:t>
            </a:r>
            <a:r>
              <a:rPr lang="en-GB" altLang="ko-KR" dirty="0">
                <a:cs typeface="Arial" pitchFamily="34" charset="0"/>
              </a:rPr>
              <a:t> </a:t>
            </a:r>
            <a:r>
              <a:rPr lang="en-GB" altLang="ko-KR" dirty="0" err="1">
                <a:cs typeface="Arial" pitchFamily="34" charset="0"/>
              </a:rPr>
              <a:t>tematice</a:t>
            </a:r>
            <a:r>
              <a:rPr lang="en-GB" altLang="ko-KR" dirty="0">
                <a:cs typeface="Arial" pitchFamily="34" charset="0"/>
              </a:rPr>
              <a:t>:</a:t>
            </a:r>
            <a:endParaRPr lang="ko-KR" altLang="en-US" dirty="0">
              <a:cs typeface="Arial" pitchFamily="34" charset="0"/>
            </a:endParaRPr>
          </a:p>
        </p:txBody>
      </p:sp>
      <p:sp>
        <p:nvSpPr>
          <p:cNvPr id="37" name="TextBox 36">
            <a:extLst>
              <a:ext uri="{FF2B5EF4-FFF2-40B4-BE49-F238E27FC236}">
                <a16:creationId xmlns:a16="http://schemas.microsoft.com/office/drawing/2014/main" id="{3F22DAC2-5B1C-1660-A600-D50B04DA4D95}"/>
              </a:ext>
            </a:extLst>
          </p:cNvPr>
          <p:cNvSpPr txBox="1"/>
          <p:nvPr/>
        </p:nvSpPr>
        <p:spPr>
          <a:xfrm>
            <a:off x="5451149" y="2365581"/>
            <a:ext cx="5212080" cy="492443"/>
          </a:xfrm>
          <a:prstGeom prst="rect">
            <a:avLst/>
          </a:prstGeom>
          <a:noFill/>
        </p:spPr>
        <p:txBody>
          <a:bodyPr wrap="square" rtlCol="0" anchor="ctr">
            <a:spAutoFit/>
          </a:bodyPr>
          <a:lstStyle/>
          <a:p>
            <a:pPr algn="ctr"/>
            <a:r>
              <a:rPr lang="en-US" sz="2600" b="1" i="0" dirty="0" err="1">
                <a:solidFill>
                  <a:srgbClr val="202122"/>
                </a:solidFill>
                <a:effectLst/>
                <a:latin typeface="Arial" panose="020B0604020202020204" pitchFamily="34" charset="0"/>
              </a:rPr>
              <a:t>Încrederea</a:t>
            </a:r>
            <a:r>
              <a:rPr lang="en-US" sz="2600" b="1" dirty="0">
                <a:solidFill>
                  <a:srgbClr val="202122"/>
                </a:solidFill>
                <a:latin typeface="Arial" panose="020B0604020202020204" pitchFamily="34" charset="0"/>
              </a:rPr>
              <a:t>:</a:t>
            </a:r>
            <a:endParaRPr lang="ko-KR" altLang="en-US" sz="2600" b="1" dirty="0">
              <a:cs typeface="Arial" pitchFamily="34" charset="0"/>
            </a:endParaRPr>
          </a:p>
        </p:txBody>
      </p:sp>
      <p:sp>
        <p:nvSpPr>
          <p:cNvPr id="38" name="Text Placeholder 12">
            <a:extLst>
              <a:ext uri="{FF2B5EF4-FFF2-40B4-BE49-F238E27FC236}">
                <a16:creationId xmlns:a16="http://schemas.microsoft.com/office/drawing/2014/main" id="{7A38402F-CDF8-2F67-9E6A-40540DDDB6D9}"/>
              </a:ext>
            </a:extLst>
          </p:cNvPr>
          <p:cNvSpPr txBox="1">
            <a:spLocks/>
          </p:cNvSpPr>
          <p:nvPr/>
        </p:nvSpPr>
        <p:spPr>
          <a:xfrm>
            <a:off x="4889866" y="2873355"/>
            <a:ext cx="6217076" cy="457200"/>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t-IT" altLang="ko-KR" sz="1800" dirty="0">
                <a:cs typeface="Arial" pitchFamily="34" charset="0"/>
              </a:rPr>
              <a:t>- îndoiala față de fiabilitatea autorităților medicale care administrează vaccinurile.</a:t>
            </a:r>
            <a:endParaRPr lang="ko-KR" altLang="en-US" sz="1800" dirty="0">
              <a:cs typeface="Arial" pitchFamily="34" charset="0"/>
            </a:endParaRPr>
          </a:p>
        </p:txBody>
      </p:sp>
      <p:sp>
        <p:nvSpPr>
          <p:cNvPr id="39" name="TextBox 38">
            <a:extLst>
              <a:ext uri="{FF2B5EF4-FFF2-40B4-BE49-F238E27FC236}">
                <a16:creationId xmlns:a16="http://schemas.microsoft.com/office/drawing/2014/main" id="{F930D10E-FAE6-8092-1DC1-B4F32B8A3FBD}"/>
              </a:ext>
            </a:extLst>
          </p:cNvPr>
          <p:cNvSpPr txBox="1"/>
          <p:nvPr/>
        </p:nvSpPr>
        <p:spPr>
          <a:xfrm>
            <a:off x="5451149" y="3563571"/>
            <a:ext cx="5212080" cy="492443"/>
          </a:xfrm>
          <a:prstGeom prst="rect">
            <a:avLst/>
          </a:prstGeom>
          <a:noFill/>
        </p:spPr>
        <p:txBody>
          <a:bodyPr wrap="square" rtlCol="0" anchor="ctr">
            <a:spAutoFit/>
          </a:bodyPr>
          <a:lstStyle/>
          <a:p>
            <a:pPr algn="ctr"/>
            <a:r>
              <a:rPr lang="en-US" sz="2600" b="1" i="0" dirty="0" err="1">
                <a:solidFill>
                  <a:srgbClr val="202122"/>
                </a:solidFill>
                <a:effectLst/>
                <a:latin typeface="Arial" panose="020B0604020202020204" pitchFamily="34" charset="0"/>
              </a:rPr>
              <a:t>Metodele</a:t>
            </a:r>
            <a:r>
              <a:rPr lang="en-US" sz="2600" b="1" i="0" dirty="0">
                <a:solidFill>
                  <a:srgbClr val="202122"/>
                </a:solidFill>
                <a:effectLst/>
                <a:latin typeface="Arial" panose="020B0604020202020204" pitchFamily="34" charset="0"/>
              </a:rPr>
              <a:t> alternative:</a:t>
            </a:r>
            <a:endParaRPr lang="ko-KR" altLang="en-US" sz="2600" b="1" dirty="0">
              <a:cs typeface="Arial" pitchFamily="34" charset="0"/>
            </a:endParaRPr>
          </a:p>
        </p:txBody>
      </p:sp>
      <p:sp>
        <p:nvSpPr>
          <p:cNvPr id="40" name="Text Placeholder 12">
            <a:extLst>
              <a:ext uri="{FF2B5EF4-FFF2-40B4-BE49-F238E27FC236}">
                <a16:creationId xmlns:a16="http://schemas.microsoft.com/office/drawing/2014/main" id="{CCEF9B2B-D2B5-5B3B-D972-9AAB42A84758}"/>
              </a:ext>
            </a:extLst>
          </p:cNvPr>
          <p:cNvSpPr txBox="1">
            <a:spLocks/>
          </p:cNvSpPr>
          <p:nvPr/>
        </p:nvSpPr>
        <p:spPr>
          <a:xfrm>
            <a:off x="4889866" y="4060162"/>
            <a:ext cx="6217076" cy="457200"/>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t-IT" altLang="ko-KR" sz="1800" dirty="0">
                <a:cs typeface="Arial" pitchFamily="34" charset="0"/>
              </a:rPr>
              <a:t>- preferința pentru medicina alternativă în locul vaccinării.</a:t>
            </a:r>
            <a:endParaRPr lang="ko-KR" altLang="en-US" sz="1800" dirty="0">
              <a:cs typeface="Arial" pitchFamily="34" charset="0"/>
            </a:endParaRPr>
          </a:p>
        </p:txBody>
      </p:sp>
      <p:sp>
        <p:nvSpPr>
          <p:cNvPr id="41" name="TextBox 40">
            <a:extLst>
              <a:ext uri="{FF2B5EF4-FFF2-40B4-BE49-F238E27FC236}">
                <a16:creationId xmlns:a16="http://schemas.microsoft.com/office/drawing/2014/main" id="{AA4095F7-A72B-77D4-D224-681DE4DB52BF}"/>
              </a:ext>
            </a:extLst>
          </p:cNvPr>
          <p:cNvSpPr txBox="1"/>
          <p:nvPr/>
        </p:nvSpPr>
        <p:spPr>
          <a:xfrm>
            <a:off x="5451149" y="4546598"/>
            <a:ext cx="5212080" cy="492443"/>
          </a:xfrm>
          <a:prstGeom prst="rect">
            <a:avLst/>
          </a:prstGeom>
          <a:noFill/>
        </p:spPr>
        <p:txBody>
          <a:bodyPr wrap="square" rtlCol="0" anchor="ctr">
            <a:spAutoFit/>
          </a:bodyPr>
          <a:lstStyle/>
          <a:p>
            <a:pPr algn="ctr"/>
            <a:r>
              <a:rPr lang="en-US" sz="2600" b="1" i="0" dirty="0" err="1">
                <a:solidFill>
                  <a:srgbClr val="202122"/>
                </a:solidFill>
                <a:effectLst/>
                <a:latin typeface="Arial" panose="020B0604020202020204" pitchFamily="34" charset="0"/>
              </a:rPr>
              <a:t>Eficacitatea</a:t>
            </a:r>
            <a:r>
              <a:rPr lang="en-US" sz="2600" b="1" i="0" dirty="0">
                <a:solidFill>
                  <a:srgbClr val="202122"/>
                </a:solidFill>
                <a:effectLst/>
                <a:latin typeface="Arial" panose="020B0604020202020204" pitchFamily="34" charset="0"/>
              </a:rPr>
              <a:t>:</a:t>
            </a:r>
            <a:endParaRPr lang="ko-KR" altLang="en-US" sz="2600" b="1" dirty="0">
              <a:cs typeface="Arial" pitchFamily="34" charset="0"/>
            </a:endParaRPr>
          </a:p>
        </p:txBody>
      </p:sp>
      <p:sp>
        <p:nvSpPr>
          <p:cNvPr id="42" name="Text Placeholder 12">
            <a:extLst>
              <a:ext uri="{FF2B5EF4-FFF2-40B4-BE49-F238E27FC236}">
                <a16:creationId xmlns:a16="http://schemas.microsoft.com/office/drawing/2014/main" id="{2430BA56-B7AE-448D-DA47-2D23B129E92A}"/>
              </a:ext>
            </a:extLst>
          </p:cNvPr>
          <p:cNvSpPr txBox="1">
            <a:spLocks/>
          </p:cNvSpPr>
          <p:nvPr/>
        </p:nvSpPr>
        <p:spPr>
          <a:xfrm>
            <a:off x="4889866" y="5054372"/>
            <a:ext cx="6217076" cy="457200"/>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t-IT" altLang="ko-KR" sz="1800" dirty="0">
                <a:cs typeface="Arial" pitchFamily="34" charset="0"/>
              </a:rPr>
              <a:t>- afirmația că vaccinurile nu funcționează.</a:t>
            </a:r>
            <a:endParaRPr lang="ko-KR" altLang="en-US" sz="1800" dirty="0">
              <a:cs typeface="Arial" pitchFamily="34" charset="0"/>
            </a:endParaRPr>
          </a:p>
        </p:txBody>
      </p:sp>
      <p:sp>
        <p:nvSpPr>
          <p:cNvPr id="43" name="TextBox 42">
            <a:extLst>
              <a:ext uri="{FF2B5EF4-FFF2-40B4-BE49-F238E27FC236}">
                <a16:creationId xmlns:a16="http://schemas.microsoft.com/office/drawing/2014/main" id="{5E6CA976-C0A2-2F69-9704-307A2681AFE1}"/>
              </a:ext>
            </a:extLst>
          </p:cNvPr>
          <p:cNvSpPr txBox="1"/>
          <p:nvPr/>
        </p:nvSpPr>
        <p:spPr>
          <a:xfrm>
            <a:off x="5451149" y="5455046"/>
            <a:ext cx="5212080" cy="492443"/>
          </a:xfrm>
          <a:prstGeom prst="rect">
            <a:avLst/>
          </a:prstGeom>
          <a:noFill/>
        </p:spPr>
        <p:txBody>
          <a:bodyPr wrap="square" rtlCol="0" anchor="ctr">
            <a:spAutoFit/>
          </a:bodyPr>
          <a:lstStyle/>
          <a:p>
            <a:pPr algn="ctr"/>
            <a:r>
              <a:rPr lang="en-US" sz="2600" b="1" i="0" dirty="0" err="1">
                <a:solidFill>
                  <a:srgbClr val="202122"/>
                </a:solidFill>
                <a:effectLst/>
                <a:latin typeface="Arial" panose="020B0604020202020204" pitchFamily="34" charset="0"/>
              </a:rPr>
              <a:t>Siguranța</a:t>
            </a:r>
            <a:r>
              <a:rPr lang="en-US" sz="2600" b="1" dirty="0">
                <a:solidFill>
                  <a:srgbClr val="202122"/>
                </a:solidFill>
                <a:latin typeface="Arial" panose="020B0604020202020204" pitchFamily="34" charset="0"/>
              </a:rPr>
              <a:t>:</a:t>
            </a:r>
            <a:endParaRPr lang="ko-KR" altLang="en-US" sz="2600" b="1" dirty="0">
              <a:cs typeface="Arial" pitchFamily="34" charset="0"/>
            </a:endParaRPr>
          </a:p>
        </p:txBody>
      </p:sp>
      <p:sp>
        <p:nvSpPr>
          <p:cNvPr id="44" name="Text Placeholder 12">
            <a:extLst>
              <a:ext uri="{FF2B5EF4-FFF2-40B4-BE49-F238E27FC236}">
                <a16:creationId xmlns:a16="http://schemas.microsoft.com/office/drawing/2014/main" id="{B44FD494-2C3D-2833-F3CE-EF0FBE694E8F}"/>
              </a:ext>
            </a:extLst>
          </p:cNvPr>
          <p:cNvSpPr txBox="1">
            <a:spLocks/>
          </p:cNvSpPr>
          <p:nvPr/>
        </p:nvSpPr>
        <p:spPr>
          <a:xfrm>
            <a:off x="4889866" y="5962820"/>
            <a:ext cx="6217076" cy="457200"/>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t-IT" altLang="ko-KR" sz="1800" dirty="0">
                <a:cs typeface="Arial" pitchFamily="34" charset="0"/>
              </a:rPr>
              <a:t>- convingerea că vaccinurile prezintă mai multe riscuri decât beneficii.</a:t>
            </a:r>
            <a:endParaRPr lang="ko-KR" altLang="en-US" sz="1800" dirty="0">
              <a:cs typeface="Arial" pitchFamily="34" charset="0"/>
            </a:endParaRPr>
          </a:p>
        </p:txBody>
      </p:sp>
    </p:spTree>
    <p:extLst>
      <p:ext uri="{BB962C8B-B14F-4D97-AF65-F5344CB8AC3E}">
        <p14:creationId xmlns:p14="http://schemas.microsoft.com/office/powerpoint/2010/main" val="3784861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fade">
                                      <p:cBhvr>
                                        <p:cTn id="40" dur="500"/>
                                        <p:tgtEl>
                                          <p:spTgt spid="4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500"/>
                                        <p:tgtEl>
                                          <p:spTgt spid="4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P spid="38" grpId="0"/>
      <p:bldP spid="39" grpId="0"/>
      <p:bldP spid="40" grpId="0"/>
      <p:bldP spid="41" grpId="0"/>
      <p:bldP spid="42" grpId="0"/>
      <p:bldP spid="43" grpId="0"/>
      <p:bldP spid="4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413AA-FB3E-B78B-CF3F-9AFDAE4B54F9}"/>
              </a:ext>
            </a:extLst>
          </p:cNvPr>
          <p:cNvSpPr>
            <a:spLocks noGrp="1"/>
          </p:cNvSpPr>
          <p:nvPr>
            <p:ph type="title"/>
          </p:nvPr>
        </p:nvSpPr>
        <p:spPr>
          <a:xfrm>
            <a:off x="1219199" y="164942"/>
            <a:ext cx="9799320" cy="934065"/>
          </a:xfrm>
        </p:spPr>
        <p:txBody>
          <a:bodyPr/>
          <a:lstStyle/>
          <a:p>
            <a:r>
              <a:rPr lang="it-IT" dirty="0"/>
              <a:t>Teorii ale conspirației legate de vaccinare</a:t>
            </a:r>
            <a:endParaRPr lang="en-GB" dirty="0"/>
          </a:p>
        </p:txBody>
      </p:sp>
      <p:sp>
        <p:nvSpPr>
          <p:cNvPr id="4" name="TextBox 3">
            <a:extLst>
              <a:ext uri="{FF2B5EF4-FFF2-40B4-BE49-F238E27FC236}">
                <a16:creationId xmlns:a16="http://schemas.microsoft.com/office/drawing/2014/main" id="{A61A7841-EADE-2ED1-2C4D-F9C375CADC9A}"/>
              </a:ext>
            </a:extLst>
          </p:cNvPr>
          <p:cNvSpPr txBox="1"/>
          <p:nvPr/>
        </p:nvSpPr>
        <p:spPr>
          <a:xfrm>
            <a:off x="4459717" y="1007505"/>
            <a:ext cx="7121228" cy="2800767"/>
          </a:xfrm>
          <a:prstGeom prst="rect">
            <a:avLst/>
          </a:prstGeom>
          <a:noFill/>
        </p:spPr>
        <p:txBody>
          <a:bodyPr wrap="square" rtlCol="0">
            <a:spAutoFit/>
          </a:bodyPr>
          <a:lstStyle/>
          <a:p>
            <a:pPr marL="171450" indent="-171450">
              <a:buFont typeface="Arial" panose="020B0604020202020204" pitchFamily="34" charset="0"/>
              <a:buChar char="•"/>
            </a:pPr>
            <a:r>
              <a:rPr lang="en-US" altLang="ko-KR" sz="1600" dirty="0">
                <a:solidFill>
                  <a:schemeClr val="tx1">
                    <a:lumMod val="75000"/>
                    <a:lumOff val="25000"/>
                  </a:schemeClr>
                </a:solidFill>
                <a:cs typeface="Arial" pitchFamily="34" charset="0"/>
              </a:rPr>
              <a:t>Fake news </a:t>
            </a:r>
            <a:r>
              <a:rPr lang="en-US" altLang="ko-KR" sz="1600" dirty="0" err="1">
                <a:solidFill>
                  <a:schemeClr val="tx1">
                    <a:lumMod val="75000"/>
                    <a:lumOff val="25000"/>
                  </a:schemeClr>
                </a:solidFill>
                <a:cs typeface="Arial" pitchFamily="34" charset="0"/>
              </a:rPr>
              <a:t>despre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vaccinuri</a:t>
            </a:r>
            <a:r>
              <a:rPr lang="en-US" altLang="ko-KR" sz="1600" dirty="0">
                <a:solidFill>
                  <a:schemeClr val="tx1">
                    <a:lumMod val="75000"/>
                    <a:lumOff val="25000"/>
                  </a:schemeClr>
                </a:solidFill>
                <a:cs typeface="Arial" pitchFamily="34" charset="0"/>
              </a:rPr>
              <a:t> s-au </a:t>
            </a:r>
            <a:r>
              <a:rPr lang="en-US" altLang="ko-KR" sz="1600" dirty="0" err="1">
                <a:solidFill>
                  <a:schemeClr val="tx1">
                    <a:lumMod val="75000"/>
                    <a:lumOff val="25000"/>
                  </a:schemeClr>
                </a:solidFill>
                <a:cs typeface="Arial" pitchFamily="34" charset="0"/>
              </a:rPr>
              <a:t>răspândit</a:t>
            </a:r>
            <a:r>
              <a:rPr lang="en-US" altLang="ko-KR" sz="1600" dirty="0">
                <a:solidFill>
                  <a:schemeClr val="tx1">
                    <a:lumMod val="75000"/>
                    <a:lumOff val="25000"/>
                  </a:schemeClr>
                </a:solidFill>
                <a:cs typeface="Arial" pitchFamily="34" charset="0"/>
              </a:rPr>
              <a:t> rapid, </a:t>
            </a:r>
            <a:r>
              <a:rPr lang="en-US" altLang="ko-KR" sz="1600" dirty="0" err="1">
                <a:solidFill>
                  <a:schemeClr val="tx1">
                    <a:lumMod val="75000"/>
                    <a:lumOff val="25000"/>
                  </a:schemeClr>
                </a:solidFill>
                <a:cs typeface="Arial" pitchFamily="34" charset="0"/>
              </a:rPr>
              <a:t>punând</a:t>
            </a:r>
            <a:r>
              <a:rPr lang="en-US" altLang="ko-KR" sz="1600" dirty="0">
                <a:solidFill>
                  <a:schemeClr val="tx1">
                    <a:lumMod val="75000"/>
                    <a:lumOff val="25000"/>
                  </a:schemeClr>
                </a:solidFill>
                <a:cs typeface="Arial" pitchFamily="34" charset="0"/>
              </a:rPr>
              <a:t> la </a:t>
            </a:r>
            <a:r>
              <a:rPr lang="en-US" altLang="ko-KR" sz="1600" dirty="0" err="1">
                <a:solidFill>
                  <a:schemeClr val="tx1">
                    <a:lumMod val="75000"/>
                    <a:lumOff val="25000"/>
                  </a:schemeClr>
                </a:solidFill>
                <a:cs typeface="Arial" pitchFamily="34" charset="0"/>
              </a:rPr>
              <a:t>îndoială</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siguranța</a:t>
            </a:r>
            <a:r>
              <a:rPr lang="en-US" altLang="ko-KR" sz="1600" dirty="0">
                <a:solidFill>
                  <a:schemeClr val="tx1">
                    <a:lumMod val="75000"/>
                    <a:lumOff val="25000"/>
                  </a:schemeClr>
                </a:solidFill>
                <a:cs typeface="Arial" pitchFamily="34" charset="0"/>
              </a:rPr>
              <a:t> lor, </a:t>
            </a:r>
            <a:r>
              <a:rPr lang="en-US" altLang="ko-KR" sz="1600" dirty="0" err="1">
                <a:solidFill>
                  <a:schemeClr val="tx1">
                    <a:lumMod val="75000"/>
                    <a:lumOff val="25000"/>
                  </a:schemeClr>
                </a:solidFill>
                <a:cs typeface="Arial" pitchFamily="34" charset="0"/>
              </a:rPr>
              <a:t>deși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știința</a:t>
            </a:r>
            <a:r>
              <a:rPr lang="en-US" altLang="ko-KR" sz="1600" dirty="0">
                <a:solidFill>
                  <a:schemeClr val="tx1">
                    <a:lumMod val="75000"/>
                    <a:lumOff val="25000"/>
                  </a:schemeClr>
                </a:solidFill>
                <a:cs typeface="Arial" pitchFamily="34" charset="0"/>
              </a:rPr>
              <a:t> le </a:t>
            </a:r>
            <a:r>
              <a:rPr lang="en-US" altLang="ko-KR" sz="1600" dirty="0" err="1">
                <a:solidFill>
                  <a:schemeClr val="tx1">
                    <a:lumMod val="75000"/>
                    <a:lumOff val="25000"/>
                  </a:schemeClr>
                </a:solidFill>
                <a:cs typeface="Arial" pitchFamily="34" charset="0"/>
              </a:rPr>
              <a:t>susține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beneficiile</a:t>
            </a:r>
            <a:r>
              <a:rPr lang="en-US" altLang="ko-KR" sz="1600" dirty="0">
                <a:solidFill>
                  <a:schemeClr val="tx1">
                    <a:lumMod val="75000"/>
                    <a:lumOff val="25000"/>
                  </a:schemeClr>
                </a:solidFill>
                <a:cs typeface="Arial" pitchFamily="34" charset="0"/>
              </a:rPr>
              <a:t>.</a:t>
            </a:r>
          </a:p>
          <a:p>
            <a:pPr marL="171450" indent="-171450">
              <a:buFont typeface="Arial" panose="020B0604020202020204" pitchFamily="34" charset="0"/>
              <a:buChar char="•"/>
            </a:pPr>
            <a:endParaRPr lang="en-US" altLang="ko-KR" sz="1600" dirty="0">
              <a:solidFill>
                <a:schemeClr val="tx1">
                  <a:lumMod val="75000"/>
                  <a:lumOff val="25000"/>
                </a:schemeClr>
              </a:solidFill>
              <a:cs typeface="Arial" pitchFamily="34" charset="0"/>
            </a:endParaRPr>
          </a:p>
          <a:p>
            <a:pPr marL="171450" indent="-171450">
              <a:buFont typeface="Arial" panose="020B0604020202020204" pitchFamily="34" charset="0"/>
              <a:buChar char="•"/>
            </a:pPr>
            <a:r>
              <a:rPr lang="en-US" altLang="ko-KR" sz="1600" dirty="0" err="1">
                <a:solidFill>
                  <a:schemeClr val="tx1">
                    <a:lumMod val="75000"/>
                    <a:lumOff val="25000"/>
                  </a:schemeClr>
                </a:solidFill>
                <a:cs typeface="Arial" pitchFamily="34" charset="0"/>
              </a:rPr>
              <a:t>Teoriile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conspirației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promovate</a:t>
            </a:r>
            <a:r>
              <a:rPr lang="en-US" altLang="ko-KR" sz="1600" dirty="0">
                <a:solidFill>
                  <a:schemeClr val="tx1">
                    <a:lumMod val="75000"/>
                    <a:lumOff val="25000"/>
                  </a:schemeClr>
                </a:solidFill>
                <a:cs typeface="Arial" pitchFamily="34" charset="0"/>
              </a:rPr>
              <a:t> de public </a:t>
            </a:r>
            <a:r>
              <a:rPr lang="en-US" altLang="ko-KR" sz="1600" dirty="0" err="1">
                <a:solidFill>
                  <a:schemeClr val="tx1">
                    <a:lumMod val="75000"/>
                    <a:lumOff val="25000"/>
                  </a:schemeClr>
                </a:solidFill>
                <a:cs typeface="Arial" pitchFamily="34" charset="0"/>
              </a:rPr>
              <a:t>și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celebrități</a:t>
            </a:r>
            <a:r>
              <a:rPr lang="en-US" altLang="ko-KR" sz="1600" dirty="0">
                <a:solidFill>
                  <a:schemeClr val="tx1">
                    <a:lumMod val="75000"/>
                    <a:lumOff val="25000"/>
                  </a:schemeClr>
                </a:solidFill>
                <a:cs typeface="Arial" pitchFamily="34" charset="0"/>
              </a:rPr>
              <a:t>, au </a:t>
            </a:r>
            <a:r>
              <a:rPr lang="en-US" altLang="ko-KR" sz="1600" dirty="0" err="1">
                <a:solidFill>
                  <a:schemeClr val="tx1">
                    <a:lumMod val="75000"/>
                    <a:lumOff val="25000"/>
                  </a:schemeClr>
                </a:solidFill>
                <a:cs typeface="Arial" pitchFamily="34" charset="0"/>
              </a:rPr>
              <a:t>alimentat</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neîncrederea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în</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imunizare</a:t>
            </a:r>
            <a:r>
              <a:rPr lang="en-US" altLang="ko-KR" sz="1600" dirty="0">
                <a:solidFill>
                  <a:schemeClr val="tx1">
                    <a:lumMod val="75000"/>
                    <a:lumOff val="25000"/>
                  </a:schemeClr>
                </a:solidFill>
                <a:cs typeface="Arial" pitchFamily="34" charset="0"/>
              </a:rPr>
              <a:t>.</a:t>
            </a:r>
          </a:p>
          <a:p>
            <a:pPr marL="171450" indent="-171450">
              <a:buFont typeface="Arial" panose="020B0604020202020204" pitchFamily="34" charset="0"/>
              <a:buChar char="•"/>
            </a:pPr>
            <a:endParaRPr lang="en-US" altLang="ko-KR" sz="1600" dirty="0">
              <a:solidFill>
                <a:schemeClr val="tx1">
                  <a:lumMod val="75000"/>
                  <a:lumOff val="25000"/>
                </a:schemeClr>
              </a:solidFill>
              <a:cs typeface="Arial" pitchFamily="34" charset="0"/>
            </a:endParaRPr>
          </a:p>
          <a:p>
            <a:pPr marL="171450" indent="-171450">
              <a:buFont typeface="Arial" panose="020B0604020202020204" pitchFamily="34" charset="0"/>
              <a:buChar char="•"/>
            </a:pPr>
            <a:r>
              <a:rPr lang="en-US" altLang="ko-KR" sz="1600" dirty="0" err="1">
                <a:solidFill>
                  <a:schemeClr val="tx1">
                    <a:lumMod val="75000"/>
                    <a:lumOff val="25000"/>
                  </a:schemeClr>
                </a:solidFill>
                <a:cs typeface="Arial" pitchFamily="34" charset="0"/>
              </a:rPr>
              <a:t>Internetul</a:t>
            </a:r>
            <a:r>
              <a:rPr lang="en-US" altLang="ko-KR" sz="1600" dirty="0">
                <a:solidFill>
                  <a:schemeClr val="tx1">
                    <a:lumMod val="75000"/>
                    <a:lumOff val="25000"/>
                  </a:schemeClr>
                </a:solidFill>
                <a:cs typeface="Arial" pitchFamily="34" charset="0"/>
              </a:rPr>
              <a:t> a </a:t>
            </a:r>
            <a:r>
              <a:rPr lang="en-US" altLang="ko-KR" sz="1600" dirty="0" err="1">
                <a:solidFill>
                  <a:schemeClr val="tx1">
                    <a:lumMod val="75000"/>
                    <a:lumOff val="25000"/>
                  </a:schemeClr>
                </a:solidFill>
                <a:cs typeface="Arial" pitchFamily="34" charset="0"/>
              </a:rPr>
              <a:t>amplificat</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dezinformarea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despre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vaccinuri</a:t>
            </a:r>
            <a:r>
              <a:rPr lang="en-US" altLang="ko-KR" sz="1600" dirty="0">
                <a:solidFill>
                  <a:schemeClr val="tx1">
                    <a:lumMod val="75000"/>
                    <a:lumOff val="25000"/>
                  </a:schemeClr>
                </a:solidFill>
                <a:cs typeface="Arial" pitchFamily="34" charset="0"/>
              </a:rPr>
              <a:t>.</a:t>
            </a:r>
          </a:p>
          <a:p>
            <a:pPr marL="171450" indent="-171450">
              <a:buFont typeface="Arial" panose="020B0604020202020204" pitchFamily="34" charset="0"/>
              <a:buChar char="•"/>
            </a:pPr>
            <a:endParaRPr lang="en-US" altLang="ko-KR" sz="1600" dirty="0">
              <a:solidFill>
                <a:schemeClr val="tx1">
                  <a:lumMod val="75000"/>
                  <a:lumOff val="25000"/>
                </a:schemeClr>
              </a:solidFill>
              <a:cs typeface="Arial" pitchFamily="34" charset="0"/>
            </a:endParaRPr>
          </a:p>
          <a:p>
            <a:pPr marL="171450" indent="-171450">
              <a:buFont typeface="Arial" panose="020B0604020202020204" pitchFamily="34" charset="0"/>
              <a:buChar char="•"/>
            </a:pPr>
            <a:r>
              <a:rPr lang="en-US" altLang="ko-KR" sz="1600" dirty="0" err="1">
                <a:solidFill>
                  <a:schemeClr val="tx1">
                    <a:lumMod val="75000"/>
                    <a:lumOff val="25000"/>
                  </a:schemeClr>
                </a:solidFill>
                <a:cs typeface="Arial" pitchFamily="34" charset="0"/>
              </a:rPr>
              <a:t>Organizația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Mondială</a:t>
            </a:r>
            <a:r>
              <a:rPr lang="en-US" altLang="ko-KR" sz="1600" dirty="0">
                <a:solidFill>
                  <a:schemeClr val="tx1">
                    <a:lumMod val="75000"/>
                    <a:lumOff val="25000"/>
                  </a:schemeClr>
                </a:solidFill>
                <a:cs typeface="Arial" pitchFamily="34" charset="0"/>
              </a:rPr>
              <a:t> a </a:t>
            </a:r>
            <a:r>
              <a:rPr lang="en-US" altLang="ko-KR" sz="1600" dirty="0" err="1">
                <a:solidFill>
                  <a:schemeClr val="tx1">
                    <a:lumMod val="75000"/>
                    <a:lumOff val="25000"/>
                  </a:schemeClr>
                </a:solidFill>
                <a:cs typeface="Arial" pitchFamily="34" charset="0"/>
              </a:rPr>
              <a:t>Sănătății</a:t>
            </a:r>
            <a:r>
              <a:rPr lang="en-US" altLang="ko-KR" sz="1600" dirty="0">
                <a:solidFill>
                  <a:schemeClr val="tx1">
                    <a:lumMod val="75000"/>
                    <a:lumOff val="25000"/>
                  </a:schemeClr>
                </a:solidFill>
                <a:cs typeface="Arial" pitchFamily="34" charset="0"/>
              </a:rPr>
              <a:t> a </a:t>
            </a:r>
            <a:r>
              <a:rPr lang="en-US" altLang="ko-KR" sz="1600" dirty="0" err="1">
                <a:solidFill>
                  <a:schemeClr val="tx1">
                    <a:lumMod val="75000"/>
                    <a:lumOff val="25000"/>
                  </a:schemeClr>
                </a:solidFill>
                <a:cs typeface="Arial" pitchFamily="34" charset="0"/>
              </a:rPr>
              <a:t>clasificat</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ezitarea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față</a:t>
            </a:r>
            <a:r>
              <a:rPr lang="en-US" altLang="ko-KR" sz="1600" dirty="0">
                <a:solidFill>
                  <a:schemeClr val="tx1">
                    <a:lumMod val="75000"/>
                    <a:lumOff val="25000"/>
                  </a:schemeClr>
                </a:solidFill>
                <a:cs typeface="Arial" pitchFamily="34" charset="0"/>
              </a:rPr>
              <a:t> de </a:t>
            </a:r>
            <a:r>
              <a:rPr lang="en-US" altLang="ko-KR" sz="1600" dirty="0" err="1">
                <a:solidFill>
                  <a:schemeClr val="tx1">
                    <a:lumMod val="75000"/>
                    <a:lumOff val="25000"/>
                  </a:schemeClr>
                </a:solidFill>
                <a:cs typeface="Arial" pitchFamily="34" charset="0"/>
              </a:rPr>
              <a:t>vaccinare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drept</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una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dintre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cele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mai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mari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amenințări</a:t>
            </a:r>
            <a:r>
              <a:rPr lang="en-US" altLang="ko-KR" sz="1600" dirty="0">
                <a:solidFill>
                  <a:schemeClr val="tx1">
                    <a:lumMod val="75000"/>
                    <a:lumOff val="25000"/>
                  </a:schemeClr>
                </a:solidFill>
                <a:cs typeface="Arial" pitchFamily="34" charset="0"/>
              </a:rPr>
              <a:t> la </a:t>
            </a:r>
            <a:r>
              <a:rPr lang="en-US" altLang="ko-KR" sz="1600" dirty="0" err="1">
                <a:solidFill>
                  <a:schemeClr val="tx1">
                    <a:lumMod val="75000"/>
                    <a:lumOff val="25000"/>
                  </a:schemeClr>
                </a:solidFill>
                <a:cs typeface="Arial" pitchFamily="34" charset="0"/>
              </a:rPr>
              <a:t>adresa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sănătății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globale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încă</a:t>
            </a:r>
            <a:r>
              <a:rPr lang="en-US" altLang="ko-KR" sz="1600" dirty="0">
                <a:solidFill>
                  <a:schemeClr val="tx1">
                    <a:lumMod val="75000"/>
                    <a:lumOff val="25000"/>
                  </a:schemeClr>
                </a:solidFill>
                <a:cs typeface="Arial" pitchFamily="34" charset="0"/>
              </a:rPr>
              <a:t> din 2019.</a:t>
            </a:r>
          </a:p>
          <a:p>
            <a:pPr marL="171450" indent="-171450">
              <a:buFont typeface="Arial" panose="020B0604020202020204" pitchFamily="34" charset="0"/>
              <a:buChar char="•"/>
            </a:pPr>
            <a:endParaRPr lang="en-US" altLang="ko-KR" sz="1600" dirty="0">
              <a:solidFill>
                <a:schemeClr val="tx1">
                  <a:lumMod val="75000"/>
                  <a:lumOff val="25000"/>
                </a:schemeClr>
              </a:solidFill>
              <a:cs typeface="Arial" pitchFamily="34" charset="0"/>
            </a:endParaRPr>
          </a:p>
        </p:txBody>
      </p:sp>
      <p:sp>
        <p:nvSpPr>
          <p:cNvPr id="3" name="TextBox 2">
            <a:extLst>
              <a:ext uri="{FF2B5EF4-FFF2-40B4-BE49-F238E27FC236}">
                <a16:creationId xmlns:a16="http://schemas.microsoft.com/office/drawing/2014/main" id="{F968233B-F007-37F3-7959-F55D4D5601D7}"/>
              </a:ext>
            </a:extLst>
          </p:cNvPr>
          <p:cNvSpPr txBox="1"/>
          <p:nvPr/>
        </p:nvSpPr>
        <p:spPr>
          <a:xfrm>
            <a:off x="546760" y="3926567"/>
            <a:ext cx="3051829" cy="584775"/>
          </a:xfrm>
          <a:prstGeom prst="rect">
            <a:avLst/>
          </a:prstGeom>
          <a:solidFill>
            <a:schemeClr val="accent4"/>
          </a:solidFill>
        </p:spPr>
        <p:txBody>
          <a:bodyPr wrap="square" rtlCol="0">
            <a:spAutoFit/>
          </a:bodyPr>
          <a:lstStyle/>
          <a:p>
            <a:pPr algn="ctr"/>
            <a:r>
              <a:rPr lang="en-US" altLang="ko-KR" sz="1600" b="1" dirty="0" err="1">
                <a:solidFill>
                  <a:schemeClr val="bg1"/>
                </a:solidFill>
                <a:cs typeface="Arial" pitchFamily="34" charset="0"/>
              </a:rPr>
              <a:t>Componentele</a:t>
            </a:r>
            <a:r>
              <a:rPr lang="en-US" altLang="ko-KR" sz="1600" b="1" dirty="0">
                <a:solidFill>
                  <a:schemeClr val="bg1"/>
                </a:solidFill>
                <a:cs typeface="Arial" pitchFamily="34" charset="0"/>
              </a:rPr>
              <a:t> </a:t>
            </a:r>
            <a:r>
              <a:rPr lang="en-US" altLang="ko-KR" sz="1600" b="1" dirty="0" err="1">
                <a:solidFill>
                  <a:schemeClr val="bg1"/>
                </a:solidFill>
                <a:cs typeface="Arial" pitchFamily="34" charset="0"/>
              </a:rPr>
              <a:t>vaccinului</a:t>
            </a:r>
            <a:r>
              <a:rPr lang="en-US" altLang="ko-KR" sz="1600" b="1" dirty="0">
                <a:solidFill>
                  <a:schemeClr val="bg1"/>
                </a:solidFill>
                <a:cs typeface="Arial" pitchFamily="34" charset="0"/>
              </a:rPr>
              <a:t> sunt </a:t>
            </a:r>
            <a:r>
              <a:rPr lang="en-US" altLang="ko-KR" sz="1600" b="1" dirty="0" err="1">
                <a:solidFill>
                  <a:schemeClr val="bg1"/>
                </a:solidFill>
                <a:cs typeface="Arial" pitchFamily="34" charset="0"/>
              </a:rPr>
              <a:t>periculoase</a:t>
            </a:r>
            <a:endParaRPr lang="ko-KR" altLang="en-US" sz="1600" b="1" dirty="0">
              <a:solidFill>
                <a:schemeClr val="bg1"/>
              </a:solidFill>
              <a:cs typeface="Arial" pitchFamily="34" charset="0"/>
            </a:endParaRPr>
          </a:p>
        </p:txBody>
      </p:sp>
      <p:sp>
        <p:nvSpPr>
          <p:cNvPr id="5" name="TextBox 4">
            <a:extLst>
              <a:ext uri="{FF2B5EF4-FFF2-40B4-BE49-F238E27FC236}">
                <a16:creationId xmlns:a16="http://schemas.microsoft.com/office/drawing/2014/main" id="{570DA148-4E5D-FB97-775C-CE2996948845}"/>
              </a:ext>
            </a:extLst>
          </p:cNvPr>
          <p:cNvSpPr txBox="1"/>
          <p:nvPr/>
        </p:nvSpPr>
        <p:spPr>
          <a:xfrm>
            <a:off x="4591422" y="3926346"/>
            <a:ext cx="3054096" cy="585216"/>
          </a:xfrm>
          <a:prstGeom prst="rect">
            <a:avLst/>
          </a:prstGeom>
          <a:solidFill>
            <a:schemeClr val="accent3"/>
          </a:solidFill>
        </p:spPr>
        <p:txBody>
          <a:bodyPr wrap="square" rtlCol="0">
            <a:spAutoFit/>
          </a:bodyPr>
          <a:lstStyle/>
          <a:p>
            <a:pPr algn="ctr"/>
            <a:r>
              <a:rPr lang="en-US" altLang="ko-KR" sz="1600" b="1" dirty="0" err="1">
                <a:solidFill>
                  <a:schemeClr val="bg1"/>
                </a:solidFill>
                <a:cs typeface="Arial" pitchFamily="34" charset="0"/>
              </a:rPr>
              <a:t>Vaccinarea</a:t>
            </a:r>
            <a:r>
              <a:rPr lang="en-US" altLang="ko-KR" sz="1600" b="1" dirty="0">
                <a:solidFill>
                  <a:schemeClr val="bg1"/>
                </a:solidFill>
                <a:cs typeface="Arial" pitchFamily="34" charset="0"/>
              </a:rPr>
              <a:t> ca </a:t>
            </a:r>
            <a:r>
              <a:rPr lang="en-US" altLang="ko-KR" sz="1600" b="1" dirty="0" err="1">
                <a:solidFill>
                  <a:schemeClr val="bg1"/>
                </a:solidFill>
                <a:cs typeface="Arial" pitchFamily="34" charset="0"/>
              </a:rPr>
              <a:t>genocid</a:t>
            </a:r>
            <a:endParaRPr lang="en-US" altLang="ko-KR" sz="1600" b="1" dirty="0">
              <a:solidFill>
                <a:schemeClr val="bg1"/>
              </a:solidFill>
              <a:cs typeface="Arial" pitchFamily="34" charset="0"/>
            </a:endParaRPr>
          </a:p>
        </p:txBody>
      </p:sp>
      <p:sp>
        <p:nvSpPr>
          <p:cNvPr id="7" name="TextBox 6">
            <a:extLst>
              <a:ext uri="{FF2B5EF4-FFF2-40B4-BE49-F238E27FC236}">
                <a16:creationId xmlns:a16="http://schemas.microsoft.com/office/drawing/2014/main" id="{E35BFE20-90B2-DDE1-BBC3-B01BC3FF8ADD}"/>
              </a:ext>
            </a:extLst>
          </p:cNvPr>
          <p:cNvSpPr txBox="1"/>
          <p:nvPr/>
        </p:nvSpPr>
        <p:spPr>
          <a:xfrm>
            <a:off x="8636084" y="3768602"/>
            <a:ext cx="3054096" cy="830997"/>
          </a:xfrm>
          <a:prstGeom prst="rect">
            <a:avLst/>
          </a:prstGeom>
          <a:solidFill>
            <a:schemeClr val="accent2"/>
          </a:solidFill>
        </p:spPr>
        <p:txBody>
          <a:bodyPr wrap="square" rtlCol="0">
            <a:spAutoFit/>
          </a:bodyPr>
          <a:lstStyle/>
          <a:p>
            <a:pPr algn="ctr"/>
            <a:r>
              <a:rPr lang="en-US" altLang="ko-KR" sz="1600" b="1" dirty="0" err="1">
                <a:solidFill>
                  <a:schemeClr val="bg1"/>
                </a:solidFill>
                <a:cs typeface="Arial" pitchFamily="34" charset="0"/>
              </a:rPr>
              <a:t>Vaccinurile</a:t>
            </a:r>
            <a:r>
              <a:rPr lang="en-US" altLang="ko-KR" sz="1600" b="1" dirty="0">
                <a:solidFill>
                  <a:schemeClr val="bg1"/>
                </a:solidFill>
                <a:cs typeface="Arial" pitchFamily="34" charset="0"/>
              </a:rPr>
              <a:t> fac </a:t>
            </a:r>
            <a:r>
              <a:rPr lang="en-US" altLang="ko-KR" sz="1600" b="1" dirty="0" err="1">
                <a:solidFill>
                  <a:schemeClr val="bg1"/>
                </a:solidFill>
                <a:cs typeface="Arial" pitchFamily="34" charset="0"/>
              </a:rPr>
              <a:t>parte</a:t>
            </a:r>
            <a:r>
              <a:rPr lang="en-US" altLang="ko-KR" sz="1600" b="1" dirty="0">
                <a:solidFill>
                  <a:schemeClr val="bg1"/>
                </a:solidFill>
                <a:cs typeface="Arial" pitchFamily="34" charset="0"/>
              </a:rPr>
              <a:t> </a:t>
            </a:r>
            <a:r>
              <a:rPr lang="en-US" altLang="ko-KR" sz="1600" b="1" dirty="0" err="1">
                <a:solidFill>
                  <a:schemeClr val="bg1"/>
                </a:solidFill>
                <a:cs typeface="Arial" pitchFamily="34" charset="0"/>
              </a:rPr>
              <a:t>dintr</a:t>
            </a:r>
            <a:r>
              <a:rPr lang="en-US" altLang="ko-KR" sz="1600" b="1" dirty="0">
                <a:solidFill>
                  <a:schemeClr val="bg1"/>
                </a:solidFill>
                <a:cs typeface="Arial" pitchFamily="34" charset="0"/>
              </a:rPr>
              <a:t>-o </a:t>
            </a:r>
            <a:r>
              <a:rPr lang="en-US" altLang="ko-KR" sz="1600" b="1" dirty="0" err="1">
                <a:solidFill>
                  <a:schemeClr val="bg1"/>
                </a:solidFill>
                <a:cs typeface="Arial" pitchFamily="34" charset="0"/>
              </a:rPr>
              <a:t>conspirație</a:t>
            </a:r>
            <a:r>
              <a:rPr lang="en-US" altLang="ko-KR" sz="1600" b="1" dirty="0">
                <a:solidFill>
                  <a:schemeClr val="bg1"/>
                </a:solidFill>
                <a:cs typeface="Arial" pitchFamily="34" charset="0"/>
              </a:rPr>
              <a:t> </a:t>
            </a:r>
            <a:r>
              <a:rPr lang="en-US" altLang="ko-KR" sz="1600" b="1" dirty="0" err="1">
                <a:solidFill>
                  <a:schemeClr val="bg1"/>
                </a:solidFill>
                <a:cs typeface="Arial" pitchFamily="34" charset="0"/>
              </a:rPr>
              <a:t>guvernamentală</a:t>
            </a:r>
            <a:r>
              <a:rPr lang="en-US" altLang="ko-KR" sz="1600" b="1" dirty="0">
                <a:solidFill>
                  <a:schemeClr val="bg1"/>
                </a:solidFill>
                <a:cs typeface="Arial" pitchFamily="34" charset="0"/>
              </a:rPr>
              <a:t>/</a:t>
            </a:r>
            <a:r>
              <a:rPr lang="en-US" altLang="ko-KR" sz="1600" b="1" dirty="0" err="1">
                <a:solidFill>
                  <a:schemeClr val="bg1"/>
                </a:solidFill>
                <a:cs typeface="Arial" pitchFamily="34" charset="0"/>
              </a:rPr>
              <a:t>farmaceutică</a:t>
            </a:r>
            <a:r>
              <a:rPr lang="en-US" altLang="ko-KR" sz="1600" b="1" dirty="0">
                <a:solidFill>
                  <a:schemeClr val="bg1"/>
                </a:solidFill>
                <a:cs typeface="Arial" pitchFamily="34" charset="0"/>
              </a:rPr>
              <a:t>:</a:t>
            </a:r>
            <a:endParaRPr lang="ko-KR" altLang="en-US" sz="1600" b="1" dirty="0">
              <a:solidFill>
                <a:schemeClr val="bg1"/>
              </a:solidFill>
              <a:cs typeface="Arial" pitchFamily="34" charset="0"/>
            </a:endParaRPr>
          </a:p>
        </p:txBody>
      </p:sp>
      <p:sp>
        <p:nvSpPr>
          <p:cNvPr id="8" name="TextBox 7">
            <a:extLst>
              <a:ext uri="{FF2B5EF4-FFF2-40B4-BE49-F238E27FC236}">
                <a16:creationId xmlns:a16="http://schemas.microsoft.com/office/drawing/2014/main" id="{A14FE5AD-0824-5B36-3429-D9D41794E10A}"/>
              </a:ext>
            </a:extLst>
          </p:cNvPr>
          <p:cNvSpPr txBox="1"/>
          <p:nvPr/>
        </p:nvSpPr>
        <p:spPr>
          <a:xfrm>
            <a:off x="514087" y="4820201"/>
            <a:ext cx="3054096" cy="1384995"/>
          </a:xfrm>
          <a:prstGeom prst="rect">
            <a:avLst/>
          </a:prstGeom>
          <a:noFill/>
        </p:spPr>
        <p:txBody>
          <a:bodyPr wrap="square" rtlCol="0" anchor="ctr">
            <a:spAutoFit/>
          </a:bodyPr>
          <a:lstStyle/>
          <a:p>
            <a:pPr algn="ct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Tiomersalul</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aluminiul</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și</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formaldehida</a:t>
            </a:r>
            <a:r>
              <a:rPr lang="en-US" altLang="ko-KR" sz="1400" b="1" dirty="0">
                <a:solidFill>
                  <a:schemeClr val="accent4"/>
                </a:solidFill>
                <a:cs typeface="Arial" pitchFamily="34" charset="0"/>
              </a:rPr>
              <a:t> sunt </a:t>
            </a:r>
            <a:r>
              <a:rPr lang="en-US" altLang="ko-KR" sz="1400" b="1" dirty="0" err="1">
                <a:solidFill>
                  <a:schemeClr val="accent4"/>
                </a:solidFill>
                <a:cs typeface="Arial" pitchFamily="34" charset="0"/>
              </a:rPr>
              <a:t>aditivi</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utilizați</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în</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vaccinuri</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dar</a:t>
            </a:r>
            <a:r>
              <a:rPr lang="en-US" altLang="ko-KR" sz="1400" b="1" dirty="0">
                <a:solidFill>
                  <a:schemeClr val="accent4"/>
                </a:solidFill>
                <a:cs typeface="Arial" pitchFamily="34" charset="0"/>
              </a:rPr>
              <a:t> nu </a:t>
            </a:r>
            <a:r>
              <a:rPr lang="en-US" altLang="ko-KR" sz="1400" b="1" dirty="0" err="1">
                <a:solidFill>
                  <a:schemeClr val="accent4"/>
                </a:solidFill>
                <a:cs typeface="Arial" pitchFamily="34" charset="0"/>
              </a:rPr>
              <a:t>prezintă</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riscuri</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pentru</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sănătate</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în</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cantitățile</a:t>
            </a:r>
            <a:r>
              <a:rPr lang="en-US" altLang="ko-KR" sz="1400" b="1" dirty="0">
                <a:solidFill>
                  <a:schemeClr val="accent4"/>
                </a:solidFill>
                <a:cs typeface="Arial" pitchFamily="34" charset="0"/>
              </a:rPr>
              <a:t> </a:t>
            </a:r>
            <a:r>
              <a:rPr lang="en-US" altLang="ko-KR" sz="1400" b="1" dirty="0" err="1">
                <a:solidFill>
                  <a:schemeClr val="accent4"/>
                </a:solidFill>
                <a:cs typeface="Arial" pitchFamily="34" charset="0"/>
              </a:rPr>
              <a:t>utilizate</a:t>
            </a:r>
            <a:r>
              <a:rPr lang="en-US" altLang="ko-KR" sz="1400" b="1" dirty="0">
                <a:solidFill>
                  <a:schemeClr val="accent4"/>
                </a:solidFill>
                <a:cs typeface="Arial" pitchFamily="34" charset="0"/>
              </a:rPr>
              <a:t>.</a:t>
            </a:r>
          </a:p>
          <a:p>
            <a:endParaRPr lang="ko-KR" altLang="en-US" sz="1400" b="1" dirty="0">
              <a:solidFill>
                <a:schemeClr val="accent4"/>
              </a:solidFill>
              <a:cs typeface="Arial" pitchFamily="34" charset="0"/>
            </a:endParaRPr>
          </a:p>
        </p:txBody>
      </p:sp>
      <p:sp>
        <p:nvSpPr>
          <p:cNvPr id="10" name="TextBox 9">
            <a:extLst>
              <a:ext uri="{FF2B5EF4-FFF2-40B4-BE49-F238E27FC236}">
                <a16:creationId xmlns:a16="http://schemas.microsoft.com/office/drawing/2014/main" id="{879A13EF-887A-7D46-B22F-C2106657A502}"/>
              </a:ext>
            </a:extLst>
          </p:cNvPr>
          <p:cNvSpPr txBox="1"/>
          <p:nvPr/>
        </p:nvSpPr>
        <p:spPr>
          <a:xfrm>
            <a:off x="4591422" y="4799228"/>
            <a:ext cx="3054096" cy="1384995"/>
          </a:xfrm>
          <a:prstGeom prst="rect">
            <a:avLst/>
          </a:prstGeom>
          <a:noFill/>
        </p:spPr>
        <p:txBody>
          <a:bodyPr wrap="square" rtlCol="0" anchor="ctr">
            <a:spAutoFit/>
          </a:bodyPr>
          <a:lstStyle/>
          <a:p>
            <a:pPr algn="ctr"/>
            <a:r>
              <a:rPr lang="en-US" altLang="ko-KR" sz="1400" b="1" dirty="0">
                <a:solidFill>
                  <a:schemeClr val="accent3"/>
                </a:solidFill>
                <a:cs typeface="Arial" pitchFamily="34" charset="0"/>
              </a:rPr>
              <a:t>O </a:t>
            </a:r>
            <a:r>
              <a:rPr lang="en-US" altLang="ko-KR" sz="1400" b="1" dirty="0" err="1">
                <a:solidFill>
                  <a:schemeClr val="accent3"/>
                </a:solidFill>
                <a:cs typeface="Arial" pitchFamily="34" charset="0"/>
              </a:rPr>
              <a:t>teorie</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falsă</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sugerează</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că</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vaccinarea</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forțată</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ar</a:t>
            </a:r>
            <a:r>
              <a:rPr lang="en-US" altLang="ko-KR" sz="1400" b="1" dirty="0">
                <a:solidFill>
                  <a:schemeClr val="accent3"/>
                </a:solidFill>
                <a:cs typeface="Arial" pitchFamily="34" charset="0"/>
              </a:rPr>
              <a:t> fi o </a:t>
            </a:r>
            <a:r>
              <a:rPr lang="en-US" altLang="ko-KR" sz="1400" b="1" dirty="0" err="1">
                <a:solidFill>
                  <a:schemeClr val="accent3"/>
                </a:solidFill>
                <a:cs typeface="Arial" pitchFamily="34" charset="0"/>
              </a:rPr>
              <a:t>metodă</a:t>
            </a:r>
            <a:r>
              <a:rPr lang="en-US" altLang="ko-KR" sz="1400" b="1" dirty="0">
                <a:solidFill>
                  <a:schemeClr val="accent3"/>
                </a:solidFill>
                <a:cs typeface="Arial" pitchFamily="34" charset="0"/>
              </a:rPr>
              <a:t> de "</a:t>
            </a:r>
            <a:r>
              <a:rPr lang="en-US" altLang="ko-KR" sz="1400" b="1" dirty="0" err="1">
                <a:solidFill>
                  <a:schemeClr val="accent3"/>
                </a:solidFill>
                <a:cs typeface="Arial" pitchFamily="34" charset="0"/>
              </a:rPr>
              <a:t>depopulare</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Aceasta</a:t>
            </a:r>
            <a:r>
              <a:rPr lang="en-US" altLang="ko-KR" sz="1400" b="1" dirty="0">
                <a:solidFill>
                  <a:schemeClr val="accent3"/>
                </a:solidFill>
                <a:cs typeface="Arial" pitchFamily="34" charset="0"/>
              </a:rPr>
              <a:t> se </a:t>
            </a:r>
            <a:r>
              <a:rPr lang="en-US" altLang="ko-KR" sz="1400" b="1" dirty="0" err="1">
                <a:solidFill>
                  <a:schemeClr val="accent3"/>
                </a:solidFill>
                <a:cs typeface="Arial" pitchFamily="34" charset="0"/>
              </a:rPr>
              <a:t>bazează</a:t>
            </a:r>
            <a:r>
              <a:rPr lang="en-US" altLang="ko-KR" sz="1400" b="1" dirty="0">
                <a:solidFill>
                  <a:schemeClr val="accent3"/>
                </a:solidFill>
                <a:cs typeface="Arial" pitchFamily="34" charset="0"/>
              </a:rPr>
              <a:t> pe citate </a:t>
            </a:r>
            <a:r>
              <a:rPr lang="en-US" altLang="ko-KR" sz="1400" b="1" dirty="0" err="1">
                <a:solidFill>
                  <a:schemeClr val="accent3"/>
                </a:solidFill>
                <a:cs typeface="Arial" pitchFamily="34" charset="0"/>
              </a:rPr>
              <a:t>eronate</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și</a:t>
            </a:r>
            <a:r>
              <a:rPr lang="en-US" altLang="ko-KR" sz="1400" b="1" dirty="0">
                <a:solidFill>
                  <a:schemeClr val="accent3"/>
                </a:solidFill>
                <a:cs typeface="Arial" pitchFamily="34" charset="0"/>
              </a:rPr>
              <a:t> pe </a:t>
            </a:r>
            <a:r>
              <a:rPr lang="en-US" altLang="ko-KR" sz="1400" b="1" dirty="0" err="1">
                <a:solidFill>
                  <a:schemeClr val="accent3"/>
                </a:solidFill>
                <a:cs typeface="Arial" pitchFamily="34" charset="0"/>
              </a:rPr>
              <a:t>confuzia</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dintre</a:t>
            </a:r>
            <a:r>
              <a:rPr lang="en-US" altLang="ko-KR" sz="1400" b="1" dirty="0">
                <a:solidFill>
                  <a:schemeClr val="accent3"/>
                </a:solidFill>
                <a:cs typeface="Arial" pitchFamily="34" charset="0"/>
              </a:rPr>
              <a:t> ARN </a:t>
            </a:r>
            <a:r>
              <a:rPr lang="en-US" altLang="ko-KR" sz="1400" b="1" dirty="0" err="1">
                <a:solidFill>
                  <a:schemeClr val="accent3"/>
                </a:solidFill>
                <a:cs typeface="Arial" pitchFamily="34" charset="0"/>
              </a:rPr>
              <a:t>și</a:t>
            </a:r>
            <a:r>
              <a:rPr lang="en-US" altLang="ko-KR" sz="1400" b="1" dirty="0">
                <a:solidFill>
                  <a:schemeClr val="accent3"/>
                </a:solidFill>
                <a:cs typeface="Arial" pitchFamily="34" charset="0"/>
              </a:rPr>
              <a:t> ADN. </a:t>
            </a:r>
            <a:r>
              <a:rPr lang="en-US" altLang="ko-KR" sz="1400" b="1" dirty="0" err="1">
                <a:solidFill>
                  <a:schemeClr val="accent3"/>
                </a:solidFill>
                <a:cs typeface="Arial" pitchFamily="34" charset="0"/>
              </a:rPr>
              <a:t>Vaccinurile</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ARNm</a:t>
            </a:r>
            <a:r>
              <a:rPr lang="en-US" altLang="ko-KR" sz="1400" b="1" dirty="0">
                <a:solidFill>
                  <a:schemeClr val="accent3"/>
                </a:solidFill>
                <a:cs typeface="Arial" pitchFamily="34" charset="0"/>
              </a:rPr>
              <a:t> nu pot </a:t>
            </a:r>
            <a:r>
              <a:rPr lang="en-US" altLang="ko-KR" sz="1400" b="1" dirty="0" err="1">
                <a:solidFill>
                  <a:schemeClr val="accent3"/>
                </a:solidFill>
                <a:cs typeface="Arial" pitchFamily="34" charset="0"/>
              </a:rPr>
              <a:t>modifica</a:t>
            </a:r>
            <a:r>
              <a:rPr lang="en-US" altLang="ko-KR" sz="1400" b="1" dirty="0">
                <a:solidFill>
                  <a:schemeClr val="accent3"/>
                </a:solidFill>
                <a:cs typeface="Arial" pitchFamily="34" charset="0"/>
              </a:rPr>
              <a:t> ADN-</a:t>
            </a:r>
            <a:r>
              <a:rPr lang="en-US" altLang="ko-KR" sz="1400" b="1" dirty="0" err="1">
                <a:solidFill>
                  <a:schemeClr val="accent3"/>
                </a:solidFill>
                <a:cs typeface="Arial" pitchFamily="34" charset="0"/>
              </a:rPr>
              <a:t>ul</a:t>
            </a:r>
            <a:r>
              <a:rPr lang="en-US" altLang="ko-KR" sz="1400" b="1" dirty="0">
                <a:solidFill>
                  <a:schemeClr val="accent3"/>
                </a:solidFill>
                <a:cs typeface="Arial" pitchFamily="34" charset="0"/>
              </a:rPr>
              <a:t> </a:t>
            </a:r>
            <a:r>
              <a:rPr lang="en-US" altLang="ko-KR" sz="1400" b="1" dirty="0" err="1">
                <a:solidFill>
                  <a:schemeClr val="accent3"/>
                </a:solidFill>
                <a:cs typeface="Arial" pitchFamily="34" charset="0"/>
              </a:rPr>
              <a:t>celular</a:t>
            </a:r>
            <a:endParaRPr lang="ko-KR" altLang="en-US" sz="1400" b="1" dirty="0">
              <a:solidFill>
                <a:schemeClr val="accent3"/>
              </a:solidFill>
              <a:cs typeface="Arial" pitchFamily="34" charset="0"/>
            </a:endParaRPr>
          </a:p>
        </p:txBody>
      </p:sp>
      <p:sp>
        <p:nvSpPr>
          <p:cNvPr id="11" name="TextBox 10">
            <a:extLst>
              <a:ext uri="{FF2B5EF4-FFF2-40B4-BE49-F238E27FC236}">
                <a16:creationId xmlns:a16="http://schemas.microsoft.com/office/drawing/2014/main" id="{64A90A93-BC73-CC36-79F7-5F85E90759F6}"/>
              </a:ext>
            </a:extLst>
          </p:cNvPr>
          <p:cNvSpPr txBox="1"/>
          <p:nvPr/>
        </p:nvSpPr>
        <p:spPr>
          <a:xfrm>
            <a:off x="8636084" y="4787304"/>
            <a:ext cx="3054096" cy="1384995"/>
          </a:xfrm>
          <a:prstGeom prst="rect">
            <a:avLst/>
          </a:prstGeom>
          <a:noFill/>
        </p:spPr>
        <p:txBody>
          <a:bodyPr wrap="square" rtlCol="0" anchor="ctr">
            <a:spAutoFit/>
          </a:bodyPr>
          <a:lstStyle/>
          <a:p>
            <a:pPr algn="ctr"/>
            <a:r>
              <a:rPr lang="en-US" altLang="ko-KR" sz="1400" b="1" dirty="0" err="1">
                <a:solidFill>
                  <a:schemeClr val="accent2"/>
                </a:solidFill>
                <a:cs typeface="Arial" pitchFamily="34" charset="0"/>
              </a:rPr>
              <a:t>Teoriile</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conspirației</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sugerează</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că</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companiile</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farmaceutice</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acționează</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în</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interesul</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profitului</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în</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detrimentul</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sănătății</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publice</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Aceste</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teorii</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ignoră</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dovezile</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științifice</a:t>
            </a:r>
            <a:r>
              <a:rPr lang="en-US" altLang="ko-KR" sz="1400" b="1" dirty="0">
                <a:solidFill>
                  <a:schemeClr val="accent2"/>
                </a:solidFill>
                <a:cs typeface="Arial" pitchFamily="34" charset="0"/>
              </a:rPr>
              <a:t> care </a:t>
            </a:r>
            <a:r>
              <a:rPr lang="en-US" altLang="ko-KR" sz="1400" b="1" dirty="0" err="1">
                <a:solidFill>
                  <a:schemeClr val="accent2"/>
                </a:solidFill>
                <a:cs typeface="Arial" pitchFamily="34" charset="0"/>
              </a:rPr>
              <a:t>susțin</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eficiența</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și</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siguranța</a:t>
            </a:r>
            <a:r>
              <a:rPr lang="en-US" altLang="ko-KR" sz="1400" b="1" dirty="0">
                <a:solidFill>
                  <a:schemeClr val="accent2"/>
                </a:solidFill>
                <a:cs typeface="Arial" pitchFamily="34" charset="0"/>
              </a:rPr>
              <a:t> </a:t>
            </a:r>
            <a:r>
              <a:rPr lang="en-US" altLang="ko-KR" sz="1400" b="1" dirty="0" err="1">
                <a:solidFill>
                  <a:schemeClr val="accent2"/>
                </a:solidFill>
                <a:cs typeface="Arial" pitchFamily="34" charset="0"/>
              </a:rPr>
              <a:t>vaccinurilor</a:t>
            </a:r>
            <a:r>
              <a:rPr lang="en-US" altLang="ko-KR" sz="1400" b="1" dirty="0">
                <a:solidFill>
                  <a:schemeClr val="accent2"/>
                </a:solidFill>
                <a:cs typeface="Arial" pitchFamily="34" charset="0"/>
              </a:rPr>
              <a:t>.</a:t>
            </a:r>
            <a:endParaRPr lang="ko-KR" altLang="en-US" sz="1400" b="1" dirty="0">
              <a:solidFill>
                <a:schemeClr val="accent2"/>
              </a:solidFill>
              <a:cs typeface="Arial" pitchFamily="34" charset="0"/>
            </a:endParaRPr>
          </a:p>
        </p:txBody>
      </p:sp>
      <p:grpSp>
        <p:nvGrpSpPr>
          <p:cNvPr id="12" name="Group 11">
            <a:extLst>
              <a:ext uri="{FF2B5EF4-FFF2-40B4-BE49-F238E27FC236}">
                <a16:creationId xmlns:a16="http://schemas.microsoft.com/office/drawing/2014/main" id="{A7561B04-E6EC-9677-3BEB-C42D164A5FD5}"/>
              </a:ext>
            </a:extLst>
          </p:cNvPr>
          <p:cNvGrpSpPr/>
          <p:nvPr/>
        </p:nvGrpSpPr>
        <p:grpSpPr>
          <a:xfrm>
            <a:off x="691551" y="1446320"/>
            <a:ext cx="2338257" cy="2202879"/>
            <a:chOff x="981612" y="3171578"/>
            <a:chExt cx="2746181" cy="2670085"/>
          </a:xfrm>
        </p:grpSpPr>
        <p:grpSp>
          <p:nvGrpSpPr>
            <p:cNvPr id="13" name="Group 12">
              <a:extLst>
                <a:ext uri="{FF2B5EF4-FFF2-40B4-BE49-F238E27FC236}">
                  <a16:creationId xmlns:a16="http://schemas.microsoft.com/office/drawing/2014/main" id="{1ACAE7E7-D489-E648-5CC5-51223C26554D}"/>
                </a:ext>
              </a:extLst>
            </p:cNvPr>
            <p:cNvGrpSpPr/>
            <p:nvPr/>
          </p:nvGrpSpPr>
          <p:grpSpPr>
            <a:xfrm>
              <a:off x="981612" y="3171578"/>
              <a:ext cx="2670772" cy="2670085"/>
              <a:chOff x="1842930" y="2845428"/>
              <a:chExt cx="2670772" cy="2670085"/>
            </a:xfrm>
          </p:grpSpPr>
          <p:sp>
            <p:nvSpPr>
              <p:cNvPr id="25" name="Freeform: Shape 24">
                <a:extLst>
                  <a:ext uri="{FF2B5EF4-FFF2-40B4-BE49-F238E27FC236}">
                    <a16:creationId xmlns:a16="http://schemas.microsoft.com/office/drawing/2014/main" id="{D1D34B6E-330F-26CE-5D55-839728CDFA81}"/>
                  </a:ext>
                </a:extLst>
              </p:cNvPr>
              <p:cNvSpPr/>
              <p:nvPr/>
            </p:nvSpPr>
            <p:spPr>
              <a:xfrm>
                <a:off x="1842930" y="2845428"/>
                <a:ext cx="2670086" cy="2670085"/>
              </a:xfrm>
              <a:custGeom>
                <a:avLst/>
                <a:gdLst>
                  <a:gd name="connsiteX0" fmla="*/ 3057049 w 3057525"/>
                  <a:gd name="connsiteY0" fmla="*/ 1532096 h 3057525"/>
                  <a:gd name="connsiteX1" fmla="*/ 1532096 w 3057525"/>
                  <a:gd name="connsiteY1" fmla="*/ 3057049 h 3057525"/>
                  <a:gd name="connsiteX2" fmla="*/ 7144 w 3057525"/>
                  <a:gd name="connsiteY2" fmla="*/ 1532096 h 3057525"/>
                  <a:gd name="connsiteX3" fmla="*/ 1532096 w 3057525"/>
                  <a:gd name="connsiteY3" fmla="*/ 7144 h 3057525"/>
                  <a:gd name="connsiteX4" fmla="*/ 3057049 w 3057525"/>
                  <a:gd name="connsiteY4" fmla="*/ 1532096 h 305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525" h="3057525">
                    <a:moveTo>
                      <a:pt x="3057049" y="1532096"/>
                    </a:moveTo>
                    <a:cubicBezTo>
                      <a:pt x="3057049" y="2374304"/>
                      <a:pt x="2374304" y="3057049"/>
                      <a:pt x="1532096" y="3057049"/>
                    </a:cubicBezTo>
                    <a:cubicBezTo>
                      <a:pt x="689888" y="3057049"/>
                      <a:pt x="7144" y="2374304"/>
                      <a:pt x="7144" y="1532096"/>
                    </a:cubicBezTo>
                    <a:cubicBezTo>
                      <a:pt x="7144" y="689888"/>
                      <a:pt x="689888" y="7144"/>
                      <a:pt x="1532096" y="7144"/>
                    </a:cubicBezTo>
                    <a:cubicBezTo>
                      <a:pt x="2374304" y="7144"/>
                      <a:pt x="3057049" y="689888"/>
                      <a:pt x="3057049" y="1532096"/>
                    </a:cubicBezTo>
                    <a:close/>
                  </a:path>
                </a:pathLst>
              </a:custGeom>
              <a:solidFill>
                <a:schemeClr val="accent2">
                  <a:lumMod val="20000"/>
                  <a:lumOff val="80000"/>
                </a:schemeClr>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dirty="0"/>
              </a:p>
            </p:txBody>
          </p:sp>
          <p:sp>
            <p:nvSpPr>
              <p:cNvPr id="26" name="Freeform: Shape 25">
                <a:extLst>
                  <a:ext uri="{FF2B5EF4-FFF2-40B4-BE49-F238E27FC236}">
                    <a16:creationId xmlns:a16="http://schemas.microsoft.com/office/drawing/2014/main" id="{49540C13-0620-D4CB-2567-939EEF592607}"/>
                  </a:ext>
                </a:extLst>
              </p:cNvPr>
              <p:cNvSpPr/>
              <p:nvPr/>
            </p:nvSpPr>
            <p:spPr>
              <a:xfrm>
                <a:off x="1852255" y="2873806"/>
                <a:ext cx="2661447" cy="2603538"/>
              </a:xfrm>
              <a:custGeom>
                <a:avLst/>
                <a:gdLst>
                  <a:gd name="connsiteX0" fmla="*/ 2863236 w 3028217"/>
                  <a:gd name="connsiteY0" fmla="*/ 2049564 h 2962327"/>
                  <a:gd name="connsiteX1" fmla="*/ 2844662 w 3028217"/>
                  <a:gd name="connsiteY1" fmla="*/ 2065518 h 2962327"/>
                  <a:gd name="connsiteX2" fmla="*/ 2847519 w 3028217"/>
                  <a:gd name="connsiteY2" fmla="*/ 2116953 h 2962327"/>
                  <a:gd name="connsiteX3" fmla="*/ 2887525 w 3028217"/>
                  <a:gd name="connsiteY3" fmla="*/ 2084568 h 2962327"/>
                  <a:gd name="connsiteX4" fmla="*/ 2890382 w 3028217"/>
                  <a:gd name="connsiteY4" fmla="*/ 2078853 h 2962327"/>
                  <a:gd name="connsiteX5" fmla="*/ 2890382 w 3028217"/>
                  <a:gd name="connsiteY5" fmla="*/ 2057898 h 2962327"/>
                  <a:gd name="connsiteX6" fmla="*/ 2863236 w 3028217"/>
                  <a:gd name="connsiteY6" fmla="*/ 2049564 h 2962327"/>
                  <a:gd name="connsiteX7" fmla="*/ 2453184 w 3028217"/>
                  <a:gd name="connsiteY7" fmla="*/ 1703568 h 2962327"/>
                  <a:gd name="connsiteX8" fmla="*/ 2444611 w 3028217"/>
                  <a:gd name="connsiteY8" fmla="*/ 1714046 h 2962327"/>
                  <a:gd name="connsiteX9" fmla="*/ 2467471 w 3028217"/>
                  <a:gd name="connsiteY9" fmla="*/ 1740716 h 2962327"/>
                  <a:gd name="connsiteX10" fmla="*/ 2482711 w 3028217"/>
                  <a:gd name="connsiteY10" fmla="*/ 1728333 h 2962327"/>
                  <a:gd name="connsiteX11" fmla="*/ 2453184 w 3028217"/>
                  <a:gd name="connsiteY11" fmla="*/ 1703568 h 2962327"/>
                  <a:gd name="connsiteX12" fmla="*/ 802501 w 3028217"/>
                  <a:gd name="connsiteY12" fmla="*/ 1583553 h 2962327"/>
                  <a:gd name="connsiteX13" fmla="*/ 812026 w 3028217"/>
                  <a:gd name="connsiteY13" fmla="*/ 1589268 h 2962327"/>
                  <a:gd name="connsiteX14" fmla="*/ 802501 w 3028217"/>
                  <a:gd name="connsiteY14" fmla="*/ 1599745 h 2962327"/>
                  <a:gd name="connsiteX15" fmla="*/ 792024 w 3028217"/>
                  <a:gd name="connsiteY15" fmla="*/ 1594030 h 2962327"/>
                  <a:gd name="connsiteX16" fmla="*/ 802501 w 3028217"/>
                  <a:gd name="connsiteY16" fmla="*/ 1583553 h 2962327"/>
                  <a:gd name="connsiteX17" fmla="*/ 573901 w 3028217"/>
                  <a:gd name="connsiteY17" fmla="*/ 1577838 h 2962327"/>
                  <a:gd name="connsiteX18" fmla="*/ 592951 w 3028217"/>
                  <a:gd name="connsiteY18" fmla="*/ 1589268 h 2962327"/>
                  <a:gd name="connsiteX19" fmla="*/ 584379 w 3028217"/>
                  <a:gd name="connsiteY19" fmla="*/ 1596888 h 2962327"/>
                  <a:gd name="connsiteX20" fmla="*/ 565329 w 3028217"/>
                  <a:gd name="connsiteY20" fmla="*/ 1587363 h 2962327"/>
                  <a:gd name="connsiteX21" fmla="*/ 573901 w 3028217"/>
                  <a:gd name="connsiteY21" fmla="*/ 1577838 h 2962327"/>
                  <a:gd name="connsiteX22" fmla="*/ 698678 w 3028217"/>
                  <a:gd name="connsiteY22" fmla="*/ 1550216 h 2962327"/>
                  <a:gd name="connsiteX23" fmla="*/ 763448 w 3028217"/>
                  <a:gd name="connsiteY23" fmla="*/ 1592126 h 2962327"/>
                  <a:gd name="connsiteX24" fmla="*/ 678676 w 3028217"/>
                  <a:gd name="connsiteY24" fmla="*/ 1592126 h 2962327"/>
                  <a:gd name="connsiteX25" fmla="*/ 698678 w 3028217"/>
                  <a:gd name="connsiteY25" fmla="*/ 1550216 h 2962327"/>
                  <a:gd name="connsiteX26" fmla="*/ 492939 w 3028217"/>
                  <a:gd name="connsiteY26" fmla="*/ 1460681 h 2962327"/>
                  <a:gd name="connsiteX27" fmla="*/ 562471 w 3028217"/>
                  <a:gd name="connsiteY27" fmla="*/ 1479731 h 2962327"/>
                  <a:gd name="connsiteX28" fmla="*/ 646291 w 3028217"/>
                  <a:gd name="connsiteY28" fmla="*/ 1537833 h 2962327"/>
                  <a:gd name="connsiteX29" fmla="*/ 577711 w 3028217"/>
                  <a:gd name="connsiteY29" fmla="*/ 1525451 h 2962327"/>
                  <a:gd name="connsiteX30" fmla="*/ 527229 w 3028217"/>
                  <a:gd name="connsiteY30" fmla="*/ 1487351 h 2962327"/>
                  <a:gd name="connsiteX31" fmla="*/ 525032 w 3028217"/>
                  <a:gd name="connsiteY31" fmla="*/ 1486533 h 2962327"/>
                  <a:gd name="connsiteX32" fmla="*/ 527229 w 3028217"/>
                  <a:gd name="connsiteY32" fmla="*/ 1488303 h 2962327"/>
                  <a:gd name="connsiteX33" fmla="*/ 451029 w 3028217"/>
                  <a:gd name="connsiteY33" fmla="*/ 1494971 h 2962327"/>
                  <a:gd name="connsiteX34" fmla="*/ 492939 w 3028217"/>
                  <a:gd name="connsiteY34" fmla="*/ 1460681 h 2962327"/>
                  <a:gd name="connsiteX35" fmla="*/ 592475 w 3028217"/>
                  <a:gd name="connsiteY35" fmla="*/ 1413889 h 2962327"/>
                  <a:gd name="connsiteX36" fmla="*/ 596761 w 3028217"/>
                  <a:gd name="connsiteY36" fmla="*/ 1414961 h 2962327"/>
                  <a:gd name="connsiteX37" fmla="*/ 595809 w 3028217"/>
                  <a:gd name="connsiteY37" fmla="*/ 1447346 h 2962327"/>
                  <a:gd name="connsiteX38" fmla="*/ 588189 w 3028217"/>
                  <a:gd name="connsiteY38" fmla="*/ 1414961 h 2962327"/>
                  <a:gd name="connsiteX39" fmla="*/ 592475 w 3028217"/>
                  <a:gd name="connsiteY39" fmla="*/ 1413889 h 2962327"/>
                  <a:gd name="connsiteX40" fmla="*/ 2633206 w 3028217"/>
                  <a:gd name="connsiteY40" fmla="*/ 1174931 h 2962327"/>
                  <a:gd name="connsiteX41" fmla="*/ 2673211 w 3028217"/>
                  <a:gd name="connsiteY41" fmla="*/ 1180646 h 2962327"/>
                  <a:gd name="connsiteX42" fmla="*/ 2633206 w 3028217"/>
                  <a:gd name="connsiteY42" fmla="*/ 1174931 h 2962327"/>
                  <a:gd name="connsiteX43" fmla="*/ 2477948 w 3028217"/>
                  <a:gd name="connsiteY43" fmla="*/ 1095873 h 2962327"/>
                  <a:gd name="connsiteX44" fmla="*/ 2484616 w 3028217"/>
                  <a:gd name="connsiteY44" fmla="*/ 1110160 h 2962327"/>
                  <a:gd name="connsiteX45" fmla="*/ 2464613 w 3028217"/>
                  <a:gd name="connsiteY45" fmla="*/ 1135878 h 2962327"/>
                  <a:gd name="connsiteX46" fmla="*/ 2444611 w 3028217"/>
                  <a:gd name="connsiteY46" fmla="*/ 1144450 h 2962327"/>
                  <a:gd name="connsiteX47" fmla="*/ 2415083 w 3028217"/>
                  <a:gd name="connsiteY47" fmla="*/ 1119685 h 2962327"/>
                  <a:gd name="connsiteX48" fmla="*/ 2446516 w 3028217"/>
                  <a:gd name="connsiteY48" fmla="*/ 1114923 h 2962327"/>
                  <a:gd name="connsiteX49" fmla="*/ 2477948 w 3028217"/>
                  <a:gd name="connsiteY49" fmla="*/ 1095873 h 2962327"/>
                  <a:gd name="connsiteX50" fmla="*/ 2344599 w 3028217"/>
                  <a:gd name="connsiteY50" fmla="*/ 1039676 h 2962327"/>
                  <a:gd name="connsiteX51" fmla="*/ 2355076 w 3028217"/>
                  <a:gd name="connsiteY51" fmla="*/ 1066346 h 2962327"/>
                  <a:gd name="connsiteX52" fmla="*/ 2341741 w 3028217"/>
                  <a:gd name="connsiteY52" fmla="*/ 1092063 h 2962327"/>
                  <a:gd name="connsiteX53" fmla="*/ 2328406 w 3028217"/>
                  <a:gd name="connsiteY53" fmla="*/ 1065393 h 2962327"/>
                  <a:gd name="connsiteX54" fmla="*/ 2344599 w 3028217"/>
                  <a:gd name="connsiteY54" fmla="*/ 1039676 h 2962327"/>
                  <a:gd name="connsiteX55" fmla="*/ 699631 w 3028217"/>
                  <a:gd name="connsiteY55" fmla="*/ 966334 h 2962327"/>
                  <a:gd name="connsiteX56" fmla="*/ 616764 w 3028217"/>
                  <a:gd name="connsiteY56" fmla="*/ 992051 h 2962327"/>
                  <a:gd name="connsiteX57" fmla="*/ 699631 w 3028217"/>
                  <a:gd name="connsiteY57" fmla="*/ 966334 h 2962327"/>
                  <a:gd name="connsiteX58" fmla="*/ 2786559 w 3028217"/>
                  <a:gd name="connsiteY58" fmla="*/ 938711 h 2962327"/>
                  <a:gd name="connsiteX59" fmla="*/ 2814181 w 3028217"/>
                  <a:gd name="connsiteY59" fmla="*/ 938711 h 2962327"/>
                  <a:gd name="connsiteX60" fmla="*/ 2814181 w 3028217"/>
                  <a:gd name="connsiteY60" fmla="*/ 945378 h 2962327"/>
                  <a:gd name="connsiteX61" fmla="*/ 2786559 w 3028217"/>
                  <a:gd name="connsiteY61" fmla="*/ 938711 h 2962327"/>
                  <a:gd name="connsiteX62" fmla="*/ 737731 w 3028217"/>
                  <a:gd name="connsiteY62" fmla="*/ 935019 h 2962327"/>
                  <a:gd name="connsiteX63" fmla="*/ 702489 w 3028217"/>
                  <a:gd name="connsiteY63" fmla="*/ 951093 h 2962327"/>
                  <a:gd name="connsiteX64" fmla="*/ 770116 w 3028217"/>
                  <a:gd name="connsiteY64" fmla="*/ 936805 h 2962327"/>
                  <a:gd name="connsiteX65" fmla="*/ 737731 w 3028217"/>
                  <a:gd name="connsiteY65" fmla="*/ 935019 h 2962327"/>
                  <a:gd name="connsiteX66" fmla="*/ 619383 w 3028217"/>
                  <a:gd name="connsiteY66" fmla="*/ 880251 h 2962327"/>
                  <a:gd name="connsiteX67" fmla="*/ 608191 w 3028217"/>
                  <a:gd name="connsiteY67" fmla="*/ 882513 h 2962327"/>
                  <a:gd name="connsiteX68" fmla="*/ 541516 w 3028217"/>
                  <a:gd name="connsiteY68" fmla="*/ 968238 h 2962327"/>
                  <a:gd name="connsiteX69" fmla="*/ 558661 w 3028217"/>
                  <a:gd name="connsiteY69" fmla="*/ 975858 h 2962327"/>
                  <a:gd name="connsiteX70" fmla="*/ 578664 w 3028217"/>
                  <a:gd name="connsiteY70" fmla="*/ 949188 h 2962327"/>
                  <a:gd name="connsiteX71" fmla="*/ 623431 w 3028217"/>
                  <a:gd name="connsiteY71" fmla="*/ 890133 h 2962327"/>
                  <a:gd name="connsiteX72" fmla="*/ 619383 w 3028217"/>
                  <a:gd name="connsiteY72" fmla="*/ 880251 h 2962327"/>
                  <a:gd name="connsiteX73" fmla="*/ 659626 w 3028217"/>
                  <a:gd name="connsiteY73" fmla="*/ 872036 h 2962327"/>
                  <a:gd name="connsiteX74" fmla="*/ 647244 w 3028217"/>
                  <a:gd name="connsiteY74" fmla="*/ 879656 h 2962327"/>
                  <a:gd name="connsiteX75" fmla="*/ 657721 w 3028217"/>
                  <a:gd name="connsiteY75" fmla="*/ 950141 h 2962327"/>
                  <a:gd name="connsiteX76" fmla="*/ 683439 w 3028217"/>
                  <a:gd name="connsiteY76" fmla="*/ 913946 h 2962327"/>
                  <a:gd name="connsiteX77" fmla="*/ 711061 w 3028217"/>
                  <a:gd name="connsiteY77" fmla="*/ 910136 h 2962327"/>
                  <a:gd name="connsiteX78" fmla="*/ 709156 w 3028217"/>
                  <a:gd name="connsiteY78" fmla="*/ 891086 h 2962327"/>
                  <a:gd name="connsiteX79" fmla="*/ 659626 w 3028217"/>
                  <a:gd name="connsiteY79" fmla="*/ 872036 h 2962327"/>
                  <a:gd name="connsiteX80" fmla="*/ 620410 w 3028217"/>
                  <a:gd name="connsiteY80" fmla="*/ 803828 h 2962327"/>
                  <a:gd name="connsiteX81" fmla="*/ 603429 w 3028217"/>
                  <a:gd name="connsiteY81" fmla="*/ 807266 h 2962327"/>
                  <a:gd name="connsiteX82" fmla="*/ 532944 w 3028217"/>
                  <a:gd name="connsiteY82" fmla="*/ 841556 h 2962327"/>
                  <a:gd name="connsiteX83" fmla="*/ 541516 w 3028217"/>
                  <a:gd name="connsiteY83" fmla="*/ 855843 h 2962327"/>
                  <a:gd name="connsiteX84" fmla="*/ 602476 w 3028217"/>
                  <a:gd name="connsiteY84" fmla="*/ 859653 h 2962327"/>
                  <a:gd name="connsiteX85" fmla="*/ 652959 w 3028217"/>
                  <a:gd name="connsiteY85" fmla="*/ 835841 h 2962327"/>
                  <a:gd name="connsiteX86" fmla="*/ 620410 w 3028217"/>
                  <a:gd name="connsiteY86" fmla="*/ 803828 h 2962327"/>
                  <a:gd name="connsiteX87" fmla="*/ 2051228 w 3028217"/>
                  <a:gd name="connsiteY87" fmla="*/ 690108 h 2962327"/>
                  <a:gd name="connsiteX88" fmla="*/ 2074088 w 3028217"/>
                  <a:gd name="connsiteY88" fmla="*/ 722493 h 2962327"/>
                  <a:gd name="connsiteX89" fmla="*/ 2021701 w 3028217"/>
                  <a:gd name="connsiteY89" fmla="*/ 782500 h 2962327"/>
                  <a:gd name="connsiteX90" fmla="*/ 2000746 w 3028217"/>
                  <a:gd name="connsiteY90" fmla="*/ 772023 h 2962327"/>
                  <a:gd name="connsiteX91" fmla="*/ 2036941 w 3028217"/>
                  <a:gd name="connsiteY91" fmla="*/ 698680 h 2962327"/>
                  <a:gd name="connsiteX92" fmla="*/ 2051228 w 3028217"/>
                  <a:gd name="connsiteY92" fmla="*/ 690108 h 2962327"/>
                  <a:gd name="connsiteX93" fmla="*/ 2111236 w 3028217"/>
                  <a:gd name="connsiteY93" fmla="*/ 608669 h 2962327"/>
                  <a:gd name="connsiteX94" fmla="*/ 2113141 w 3028217"/>
                  <a:gd name="connsiteY94" fmla="*/ 623433 h 2962327"/>
                  <a:gd name="connsiteX95" fmla="*/ 2111236 w 3028217"/>
                  <a:gd name="connsiteY95" fmla="*/ 626290 h 2962327"/>
                  <a:gd name="connsiteX96" fmla="*/ 2159814 w 3028217"/>
                  <a:gd name="connsiteY96" fmla="*/ 711063 h 2962327"/>
                  <a:gd name="connsiteX97" fmla="*/ 2199819 w 3028217"/>
                  <a:gd name="connsiteY97" fmla="*/ 758688 h 2962327"/>
                  <a:gd name="connsiteX98" fmla="*/ 2176959 w 3028217"/>
                  <a:gd name="connsiteY98" fmla="*/ 800598 h 2962327"/>
                  <a:gd name="connsiteX99" fmla="*/ 2092186 w 3028217"/>
                  <a:gd name="connsiteY99" fmla="*/ 814885 h 2962327"/>
                  <a:gd name="connsiteX100" fmla="*/ 2092186 w 3028217"/>
                  <a:gd name="connsiteY100" fmla="*/ 777738 h 2962327"/>
                  <a:gd name="connsiteX101" fmla="*/ 2111236 w 3028217"/>
                  <a:gd name="connsiteY101" fmla="*/ 740590 h 2962327"/>
                  <a:gd name="connsiteX102" fmla="*/ 2110284 w 3028217"/>
                  <a:gd name="connsiteY102" fmla="*/ 710110 h 2962327"/>
                  <a:gd name="connsiteX103" fmla="*/ 2076946 w 3028217"/>
                  <a:gd name="connsiteY103" fmla="*/ 669153 h 2962327"/>
                  <a:gd name="connsiteX104" fmla="*/ 2097901 w 3028217"/>
                  <a:gd name="connsiteY104" fmla="*/ 611050 h 2962327"/>
                  <a:gd name="connsiteX105" fmla="*/ 2111236 w 3028217"/>
                  <a:gd name="connsiteY105" fmla="*/ 608669 h 2962327"/>
                  <a:gd name="connsiteX106" fmla="*/ 927279 w 3028217"/>
                  <a:gd name="connsiteY106" fmla="*/ 479605 h 2962327"/>
                  <a:gd name="connsiteX107" fmla="*/ 933946 w 3028217"/>
                  <a:gd name="connsiteY107" fmla="*/ 486273 h 2962327"/>
                  <a:gd name="connsiteX108" fmla="*/ 929184 w 3028217"/>
                  <a:gd name="connsiteY108" fmla="*/ 493893 h 2962327"/>
                  <a:gd name="connsiteX109" fmla="*/ 919659 w 3028217"/>
                  <a:gd name="connsiteY109" fmla="*/ 488178 h 2962327"/>
                  <a:gd name="connsiteX110" fmla="*/ 927279 w 3028217"/>
                  <a:gd name="connsiteY110" fmla="*/ 479605 h 2962327"/>
                  <a:gd name="connsiteX111" fmla="*/ 1938089 w 3028217"/>
                  <a:gd name="connsiteY111" fmla="*/ 417931 h 2962327"/>
                  <a:gd name="connsiteX112" fmla="*/ 1959789 w 3028217"/>
                  <a:gd name="connsiteY112" fmla="*/ 441505 h 2962327"/>
                  <a:gd name="connsiteX113" fmla="*/ 1940739 w 3028217"/>
                  <a:gd name="connsiteY113" fmla="*/ 466270 h 2962327"/>
                  <a:gd name="connsiteX114" fmla="*/ 1842631 w 3028217"/>
                  <a:gd name="connsiteY114" fmla="*/ 480558 h 2962327"/>
                  <a:gd name="connsiteX115" fmla="*/ 1832154 w 3028217"/>
                  <a:gd name="connsiteY115" fmla="*/ 458650 h 2962327"/>
                  <a:gd name="connsiteX116" fmla="*/ 1833106 w 3028217"/>
                  <a:gd name="connsiteY116" fmla="*/ 431980 h 2962327"/>
                  <a:gd name="connsiteX117" fmla="*/ 1845489 w 3028217"/>
                  <a:gd name="connsiteY117" fmla="*/ 423408 h 2962327"/>
                  <a:gd name="connsiteX118" fmla="*/ 1857871 w 3028217"/>
                  <a:gd name="connsiteY118" fmla="*/ 432933 h 2962327"/>
                  <a:gd name="connsiteX119" fmla="*/ 1926451 w 3028217"/>
                  <a:gd name="connsiteY119" fmla="*/ 418645 h 2962327"/>
                  <a:gd name="connsiteX120" fmla="*/ 1938089 w 3028217"/>
                  <a:gd name="connsiteY120" fmla="*/ 417931 h 2962327"/>
                  <a:gd name="connsiteX121" fmla="*/ 904419 w 3028217"/>
                  <a:gd name="connsiteY121" fmla="*/ 389118 h 2962327"/>
                  <a:gd name="connsiteX122" fmla="*/ 938709 w 3028217"/>
                  <a:gd name="connsiteY122" fmla="*/ 433886 h 2962327"/>
                  <a:gd name="connsiteX123" fmla="*/ 942519 w 3028217"/>
                  <a:gd name="connsiteY123" fmla="*/ 446268 h 2962327"/>
                  <a:gd name="connsiteX124" fmla="*/ 931089 w 3028217"/>
                  <a:gd name="connsiteY124" fmla="*/ 449125 h 2962327"/>
                  <a:gd name="connsiteX125" fmla="*/ 878701 w 3028217"/>
                  <a:gd name="connsiteY125" fmla="*/ 449125 h 2962327"/>
                  <a:gd name="connsiteX126" fmla="*/ 856794 w 3028217"/>
                  <a:gd name="connsiteY126" fmla="*/ 443411 h 2962327"/>
                  <a:gd name="connsiteX127" fmla="*/ 867271 w 3028217"/>
                  <a:gd name="connsiteY127" fmla="*/ 412930 h 2962327"/>
                  <a:gd name="connsiteX128" fmla="*/ 904419 w 3028217"/>
                  <a:gd name="connsiteY128" fmla="*/ 389118 h 2962327"/>
                  <a:gd name="connsiteX129" fmla="*/ 1062534 w 3028217"/>
                  <a:gd name="connsiteY129" fmla="*/ 340541 h 2962327"/>
                  <a:gd name="connsiteX130" fmla="*/ 1083489 w 3028217"/>
                  <a:gd name="connsiteY130" fmla="*/ 353876 h 2962327"/>
                  <a:gd name="connsiteX131" fmla="*/ 1053961 w 3028217"/>
                  <a:gd name="connsiteY131" fmla="*/ 360543 h 2962327"/>
                  <a:gd name="connsiteX132" fmla="*/ 1062534 w 3028217"/>
                  <a:gd name="connsiteY132" fmla="*/ 340541 h 2962327"/>
                  <a:gd name="connsiteX133" fmla="*/ 2471113 w 3028217"/>
                  <a:gd name="connsiteY133" fmla="*/ 336025 h 2962327"/>
                  <a:gd name="connsiteX134" fmla="*/ 2521763 w 3028217"/>
                  <a:gd name="connsiteY134" fmla="*/ 370068 h 2962327"/>
                  <a:gd name="connsiteX135" fmla="*/ 2848471 w 3028217"/>
                  <a:gd name="connsiteY135" fmla="*/ 785358 h 2962327"/>
                  <a:gd name="connsiteX136" fmla="*/ 2920861 w 3028217"/>
                  <a:gd name="connsiteY136" fmla="*/ 940616 h 2962327"/>
                  <a:gd name="connsiteX137" fmla="*/ 2926576 w 3028217"/>
                  <a:gd name="connsiteY137" fmla="*/ 977763 h 2962327"/>
                  <a:gd name="connsiteX138" fmla="*/ 2847518 w 3028217"/>
                  <a:gd name="connsiteY138" fmla="*/ 938711 h 2962327"/>
                  <a:gd name="connsiteX139" fmla="*/ 2864663 w 3028217"/>
                  <a:gd name="connsiteY139" fmla="*/ 890133 h 2962327"/>
                  <a:gd name="connsiteX140" fmla="*/ 2810371 w 3028217"/>
                  <a:gd name="connsiteY140" fmla="*/ 908231 h 2962327"/>
                  <a:gd name="connsiteX141" fmla="*/ 2757031 w 3028217"/>
                  <a:gd name="connsiteY141" fmla="*/ 904421 h 2962327"/>
                  <a:gd name="connsiteX142" fmla="*/ 2728456 w 3028217"/>
                  <a:gd name="connsiteY142" fmla="*/ 916803 h 2962327"/>
                  <a:gd name="connsiteX143" fmla="*/ 2707501 w 3028217"/>
                  <a:gd name="connsiteY143" fmla="*/ 971096 h 2962327"/>
                  <a:gd name="connsiteX144" fmla="*/ 2706548 w 3028217"/>
                  <a:gd name="connsiteY144" fmla="*/ 1011101 h 2962327"/>
                  <a:gd name="connsiteX145" fmla="*/ 2712263 w 3028217"/>
                  <a:gd name="connsiteY145" fmla="*/ 1044438 h 2962327"/>
                  <a:gd name="connsiteX146" fmla="*/ 2750438 w 3028217"/>
                  <a:gd name="connsiteY146" fmla="*/ 1026892 h 2962327"/>
                  <a:gd name="connsiteX147" fmla="*/ 2757317 w 3028217"/>
                  <a:gd name="connsiteY147" fmla="*/ 1029909 h 2962327"/>
                  <a:gd name="connsiteX148" fmla="*/ 2760842 w 3028217"/>
                  <a:gd name="connsiteY148" fmla="*/ 1028246 h 2962327"/>
                  <a:gd name="connsiteX149" fmla="*/ 2785607 w 3028217"/>
                  <a:gd name="connsiteY149" fmla="*/ 1010148 h 2962327"/>
                  <a:gd name="connsiteX150" fmla="*/ 2804538 w 3028217"/>
                  <a:gd name="connsiteY150" fmla="*/ 1006457 h 2962327"/>
                  <a:gd name="connsiteX151" fmla="*/ 2822755 w 3028217"/>
                  <a:gd name="connsiteY151" fmla="*/ 1009196 h 2962327"/>
                  <a:gd name="connsiteX152" fmla="*/ 2938959 w 3028217"/>
                  <a:gd name="connsiteY152" fmla="*/ 1031103 h 2962327"/>
                  <a:gd name="connsiteX153" fmla="*/ 2959915 w 3028217"/>
                  <a:gd name="connsiteY153" fmla="*/ 1058726 h 2962327"/>
                  <a:gd name="connsiteX154" fmla="*/ 3021827 w 3028217"/>
                  <a:gd name="connsiteY154" fmla="*/ 1368288 h 2962327"/>
                  <a:gd name="connsiteX155" fmla="*/ 3027542 w 3028217"/>
                  <a:gd name="connsiteY155" fmla="*/ 1562598 h 2962327"/>
                  <a:gd name="connsiteX156" fmla="*/ 3020874 w 3028217"/>
                  <a:gd name="connsiteY156" fmla="*/ 1594983 h 2962327"/>
                  <a:gd name="connsiteX157" fmla="*/ 2958009 w 3028217"/>
                  <a:gd name="connsiteY157" fmla="*/ 1512116 h 2962327"/>
                  <a:gd name="connsiteX158" fmla="*/ 2918005 w 3028217"/>
                  <a:gd name="connsiteY158" fmla="*/ 1446393 h 2962327"/>
                  <a:gd name="connsiteX159" fmla="*/ 2860855 w 3028217"/>
                  <a:gd name="connsiteY159" fmla="*/ 1371146 h 2962327"/>
                  <a:gd name="connsiteX160" fmla="*/ 2831327 w 3028217"/>
                  <a:gd name="connsiteY160" fmla="*/ 1343523 h 2962327"/>
                  <a:gd name="connsiteX161" fmla="*/ 2856092 w 3028217"/>
                  <a:gd name="connsiteY161" fmla="*/ 1380671 h 2962327"/>
                  <a:gd name="connsiteX162" fmla="*/ 2930387 w 3028217"/>
                  <a:gd name="connsiteY162" fmla="*/ 1514021 h 2962327"/>
                  <a:gd name="connsiteX163" fmla="*/ 2939912 w 3028217"/>
                  <a:gd name="connsiteY163" fmla="*/ 1546406 h 2962327"/>
                  <a:gd name="connsiteX164" fmla="*/ 2962772 w 3028217"/>
                  <a:gd name="connsiteY164" fmla="*/ 1597841 h 2962327"/>
                  <a:gd name="connsiteX165" fmla="*/ 2999919 w 3028217"/>
                  <a:gd name="connsiteY165" fmla="*/ 1683566 h 2962327"/>
                  <a:gd name="connsiteX166" fmla="*/ 3012302 w 3028217"/>
                  <a:gd name="connsiteY166" fmla="*/ 1740716 h 2962327"/>
                  <a:gd name="connsiteX167" fmla="*/ 2886572 w 3028217"/>
                  <a:gd name="connsiteY167" fmla="*/ 2158864 h 2962327"/>
                  <a:gd name="connsiteX168" fmla="*/ 2841805 w 3028217"/>
                  <a:gd name="connsiteY168" fmla="*/ 2246493 h 2962327"/>
                  <a:gd name="connsiteX169" fmla="*/ 2821802 w 3028217"/>
                  <a:gd name="connsiteY169" fmla="*/ 2266496 h 2962327"/>
                  <a:gd name="connsiteX170" fmla="*/ 2808467 w 3028217"/>
                  <a:gd name="connsiteY170" fmla="*/ 2240778 h 2962327"/>
                  <a:gd name="connsiteX171" fmla="*/ 2785607 w 3028217"/>
                  <a:gd name="connsiteY171" fmla="*/ 2172198 h 2962327"/>
                  <a:gd name="connsiteX172" fmla="*/ 2805609 w 3028217"/>
                  <a:gd name="connsiteY172" fmla="*/ 2234111 h 2962327"/>
                  <a:gd name="connsiteX173" fmla="*/ 2821802 w 3028217"/>
                  <a:gd name="connsiteY173" fmla="*/ 2273164 h 2962327"/>
                  <a:gd name="connsiteX174" fmla="*/ 2708455 w 3028217"/>
                  <a:gd name="connsiteY174" fmla="*/ 2451281 h 2962327"/>
                  <a:gd name="connsiteX175" fmla="*/ 2551292 w 3028217"/>
                  <a:gd name="connsiteY175" fmla="*/ 2622731 h 2962327"/>
                  <a:gd name="connsiteX176" fmla="*/ 2476997 w 3028217"/>
                  <a:gd name="connsiteY176" fmla="*/ 2687501 h 2962327"/>
                  <a:gd name="connsiteX177" fmla="*/ 2463662 w 3028217"/>
                  <a:gd name="connsiteY177" fmla="*/ 2655116 h 2962327"/>
                  <a:gd name="connsiteX178" fmla="*/ 2425562 w 3028217"/>
                  <a:gd name="connsiteY178" fmla="*/ 2533196 h 2962327"/>
                  <a:gd name="connsiteX179" fmla="*/ 2439849 w 3028217"/>
                  <a:gd name="connsiteY179" fmla="*/ 2375081 h 2962327"/>
                  <a:gd name="connsiteX180" fmla="*/ 2449374 w 3028217"/>
                  <a:gd name="connsiteY180" fmla="*/ 2301739 h 2962327"/>
                  <a:gd name="connsiteX181" fmla="*/ 2430324 w 3028217"/>
                  <a:gd name="connsiteY181" fmla="*/ 2210298 h 2962327"/>
                  <a:gd name="connsiteX182" fmla="*/ 2396987 w 3028217"/>
                  <a:gd name="connsiteY182" fmla="*/ 2144576 h 2962327"/>
                  <a:gd name="connsiteX183" fmla="*/ 2370317 w 3028217"/>
                  <a:gd name="connsiteY183" fmla="*/ 2012178 h 2962327"/>
                  <a:gd name="connsiteX184" fmla="*/ 2374127 w 3028217"/>
                  <a:gd name="connsiteY184" fmla="*/ 1992176 h 2962327"/>
                  <a:gd name="connsiteX185" fmla="*/ 2319834 w 3028217"/>
                  <a:gd name="connsiteY185" fmla="*/ 1944551 h 2962327"/>
                  <a:gd name="connsiteX186" fmla="*/ 2282687 w 3028217"/>
                  <a:gd name="connsiteY186" fmla="*/ 1931216 h 2962327"/>
                  <a:gd name="connsiteX187" fmla="*/ 2200772 w 3028217"/>
                  <a:gd name="connsiteY187" fmla="*/ 1905498 h 2962327"/>
                  <a:gd name="connsiteX188" fmla="*/ 2157909 w 3028217"/>
                  <a:gd name="connsiteY188" fmla="*/ 1926453 h 2962327"/>
                  <a:gd name="connsiteX189" fmla="*/ 2106474 w 3028217"/>
                  <a:gd name="connsiteY189" fmla="*/ 1931216 h 2962327"/>
                  <a:gd name="connsiteX190" fmla="*/ 2040752 w 3028217"/>
                  <a:gd name="connsiteY190" fmla="*/ 1937883 h 2962327"/>
                  <a:gd name="connsiteX191" fmla="*/ 1974077 w 3028217"/>
                  <a:gd name="connsiteY191" fmla="*/ 1924548 h 2962327"/>
                  <a:gd name="connsiteX192" fmla="*/ 1919784 w 3028217"/>
                  <a:gd name="connsiteY192" fmla="*/ 1877876 h 2962327"/>
                  <a:gd name="connsiteX193" fmla="*/ 1896924 w 3028217"/>
                  <a:gd name="connsiteY193" fmla="*/ 1849301 h 2962327"/>
                  <a:gd name="connsiteX194" fmla="*/ 1839774 w 3028217"/>
                  <a:gd name="connsiteY194" fmla="*/ 1762623 h 2962327"/>
                  <a:gd name="connsiteX195" fmla="*/ 1822629 w 3028217"/>
                  <a:gd name="connsiteY195" fmla="*/ 1676898 h 2962327"/>
                  <a:gd name="connsiteX196" fmla="*/ 1829297 w 3028217"/>
                  <a:gd name="connsiteY196" fmla="*/ 1537833 h 2962327"/>
                  <a:gd name="connsiteX197" fmla="*/ 1828344 w 3028217"/>
                  <a:gd name="connsiteY197" fmla="*/ 1514973 h 2962327"/>
                  <a:gd name="connsiteX198" fmla="*/ 1909307 w 3028217"/>
                  <a:gd name="connsiteY198" fmla="*/ 1373051 h 2962327"/>
                  <a:gd name="connsiteX199" fmla="*/ 1929309 w 3028217"/>
                  <a:gd name="connsiteY199" fmla="*/ 1361621 h 2962327"/>
                  <a:gd name="connsiteX200" fmla="*/ 1977887 w 3028217"/>
                  <a:gd name="connsiteY200" fmla="*/ 1293041 h 2962327"/>
                  <a:gd name="connsiteX201" fmla="*/ 2019797 w 3028217"/>
                  <a:gd name="connsiteY201" fmla="*/ 1227318 h 2962327"/>
                  <a:gd name="connsiteX202" fmla="*/ 2051229 w 3028217"/>
                  <a:gd name="connsiteY202" fmla="*/ 1178741 h 2962327"/>
                  <a:gd name="connsiteX203" fmla="*/ 2083614 w 3028217"/>
                  <a:gd name="connsiteY203" fmla="*/ 1172073 h 2962327"/>
                  <a:gd name="connsiteX204" fmla="*/ 2161719 w 3028217"/>
                  <a:gd name="connsiteY204" fmla="*/ 1162548 h 2962327"/>
                  <a:gd name="connsiteX205" fmla="*/ 2266494 w 3028217"/>
                  <a:gd name="connsiteY205" fmla="*/ 1136831 h 2962327"/>
                  <a:gd name="connsiteX206" fmla="*/ 2331264 w 3028217"/>
                  <a:gd name="connsiteY206" fmla="*/ 1133021 h 2962327"/>
                  <a:gd name="connsiteX207" fmla="*/ 2387462 w 3028217"/>
                  <a:gd name="connsiteY207" fmla="*/ 1197791 h 2962327"/>
                  <a:gd name="connsiteX208" fmla="*/ 2400797 w 3028217"/>
                  <a:gd name="connsiteY208" fmla="*/ 1229223 h 2962327"/>
                  <a:gd name="connsiteX209" fmla="*/ 2517002 w 3028217"/>
                  <a:gd name="connsiteY209" fmla="*/ 1283516 h 2962327"/>
                  <a:gd name="connsiteX210" fmla="*/ 2556055 w 3028217"/>
                  <a:gd name="connsiteY210" fmla="*/ 1266371 h 2962327"/>
                  <a:gd name="connsiteX211" fmla="*/ 2617967 w 3028217"/>
                  <a:gd name="connsiteY211" fmla="*/ 1241606 h 2962327"/>
                  <a:gd name="connsiteX212" fmla="*/ 2701787 w 3028217"/>
                  <a:gd name="connsiteY212" fmla="*/ 1271133 h 2962327"/>
                  <a:gd name="connsiteX213" fmla="*/ 2823707 w 3028217"/>
                  <a:gd name="connsiteY213" fmla="*/ 1270181 h 2962327"/>
                  <a:gd name="connsiteX214" fmla="*/ 2842757 w 3028217"/>
                  <a:gd name="connsiteY214" fmla="*/ 1253988 h 2962327"/>
                  <a:gd name="connsiteX215" fmla="*/ 2857997 w 3028217"/>
                  <a:gd name="connsiteY215" fmla="*/ 1191123 h 2962327"/>
                  <a:gd name="connsiteX216" fmla="*/ 2824659 w 3028217"/>
                  <a:gd name="connsiteY216" fmla="*/ 1163501 h 2962327"/>
                  <a:gd name="connsiteX217" fmla="*/ 2781797 w 3028217"/>
                  <a:gd name="connsiteY217" fmla="*/ 1153023 h 2962327"/>
                  <a:gd name="connsiteX218" fmla="*/ 2778142 w 3028217"/>
                  <a:gd name="connsiteY218" fmla="*/ 1149005 h 2962327"/>
                  <a:gd name="connsiteX219" fmla="*/ 2758579 w 3028217"/>
                  <a:gd name="connsiteY219" fmla="*/ 1157637 h 2962327"/>
                  <a:gd name="connsiteX220" fmla="*/ 2684641 w 3028217"/>
                  <a:gd name="connsiteY220" fmla="*/ 1122543 h 2962327"/>
                  <a:gd name="connsiteX221" fmla="*/ 2664638 w 3028217"/>
                  <a:gd name="connsiteY221" fmla="*/ 1083491 h 2962327"/>
                  <a:gd name="connsiteX222" fmla="*/ 2646541 w 3028217"/>
                  <a:gd name="connsiteY222" fmla="*/ 1054916 h 2962327"/>
                  <a:gd name="connsiteX223" fmla="*/ 2610346 w 3028217"/>
                  <a:gd name="connsiteY223" fmla="*/ 1080633 h 2962327"/>
                  <a:gd name="connsiteX224" fmla="*/ 2609202 w 3028217"/>
                  <a:gd name="connsiteY224" fmla="*/ 1082346 h 2962327"/>
                  <a:gd name="connsiteX225" fmla="*/ 2613204 w 3028217"/>
                  <a:gd name="connsiteY225" fmla="*/ 1086348 h 2962327"/>
                  <a:gd name="connsiteX226" fmla="*/ 2632254 w 3028217"/>
                  <a:gd name="connsiteY226" fmla="*/ 1108255 h 2962327"/>
                  <a:gd name="connsiteX227" fmla="*/ 2609394 w 3028217"/>
                  <a:gd name="connsiteY227" fmla="*/ 1145403 h 2962327"/>
                  <a:gd name="connsiteX228" fmla="*/ 2584629 w 3028217"/>
                  <a:gd name="connsiteY228" fmla="*/ 1132068 h 2962327"/>
                  <a:gd name="connsiteX229" fmla="*/ 2566055 w 3028217"/>
                  <a:gd name="connsiteY229" fmla="*/ 1095397 h 2962327"/>
                  <a:gd name="connsiteX230" fmla="*/ 2558490 w 3028217"/>
                  <a:gd name="connsiteY230" fmla="*/ 1083461 h 2962327"/>
                  <a:gd name="connsiteX231" fmla="*/ 2545576 w 3028217"/>
                  <a:gd name="connsiteY231" fmla="*/ 1071108 h 2962327"/>
                  <a:gd name="connsiteX232" fmla="*/ 2536051 w 3028217"/>
                  <a:gd name="connsiteY232" fmla="*/ 1061583 h 2962327"/>
                  <a:gd name="connsiteX233" fmla="*/ 2429371 w 3028217"/>
                  <a:gd name="connsiteY233" fmla="*/ 952046 h 2962327"/>
                  <a:gd name="connsiteX234" fmla="*/ 2417941 w 3028217"/>
                  <a:gd name="connsiteY234" fmla="*/ 944426 h 2962327"/>
                  <a:gd name="connsiteX235" fmla="*/ 2407463 w 3028217"/>
                  <a:gd name="connsiteY235" fmla="*/ 947283 h 2962327"/>
                  <a:gd name="connsiteX236" fmla="*/ 2469376 w 3028217"/>
                  <a:gd name="connsiteY236" fmla="*/ 1014911 h 2962327"/>
                  <a:gd name="connsiteX237" fmla="*/ 2509381 w 3028217"/>
                  <a:gd name="connsiteY237" fmla="*/ 1044438 h 2962327"/>
                  <a:gd name="connsiteX238" fmla="*/ 2504618 w 3028217"/>
                  <a:gd name="connsiteY238" fmla="*/ 1057773 h 2962327"/>
                  <a:gd name="connsiteX239" fmla="*/ 2488426 w 3028217"/>
                  <a:gd name="connsiteY239" fmla="*/ 1077776 h 2962327"/>
                  <a:gd name="connsiteX240" fmla="*/ 2476996 w 3028217"/>
                  <a:gd name="connsiteY240" fmla="*/ 1084443 h 2962327"/>
                  <a:gd name="connsiteX241" fmla="*/ 2356028 w 3028217"/>
                  <a:gd name="connsiteY241" fmla="*/ 985383 h 2962327"/>
                  <a:gd name="connsiteX242" fmla="*/ 2317928 w 3028217"/>
                  <a:gd name="connsiteY242" fmla="*/ 978716 h 2962327"/>
                  <a:gd name="connsiteX243" fmla="*/ 2295068 w 3028217"/>
                  <a:gd name="connsiteY243" fmla="*/ 993003 h 2962327"/>
                  <a:gd name="connsiteX244" fmla="*/ 2196008 w 3028217"/>
                  <a:gd name="connsiteY244" fmla="*/ 1057773 h 2962327"/>
                  <a:gd name="connsiteX245" fmla="*/ 2181721 w 3028217"/>
                  <a:gd name="connsiteY245" fmla="*/ 1087301 h 2962327"/>
                  <a:gd name="connsiteX246" fmla="*/ 2105521 w 3028217"/>
                  <a:gd name="connsiteY246" fmla="*/ 1157786 h 2962327"/>
                  <a:gd name="connsiteX247" fmla="*/ 2053133 w 3028217"/>
                  <a:gd name="connsiteY247" fmla="*/ 1155881 h 2962327"/>
                  <a:gd name="connsiteX248" fmla="*/ 2036941 w 3028217"/>
                  <a:gd name="connsiteY248" fmla="*/ 1136831 h 2962327"/>
                  <a:gd name="connsiteX249" fmla="*/ 2008366 w 3028217"/>
                  <a:gd name="connsiteY249" fmla="*/ 1131116 h 2962327"/>
                  <a:gd name="connsiteX250" fmla="*/ 2001698 w 3028217"/>
                  <a:gd name="connsiteY250" fmla="*/ 1074918 h 2962327"/>
                  <a:gd name="connsiteX251" fmla="*/ 2008366 w 3028217"/>
                  <a:gd name="connsiteY251" fmla="*/ 1001576 h 2962327"/>
                  <a:gd name="connsiteX252" fmla="*/ 2035988 w 3028217"/>
                  <a:gd name="connsiteY252" fmla="*/ 977763 h 2962327"/>
                  <a:gd name="connsiteX253" fmla="*/ 2107426 w 3028217"/>
                  <a:gd name="connsiteY253" fmla="*/ 983478 h 2962327"/>
                  <a:gd name="connsiteX254" fmla="*/ 2148383 w 3028217"/>
                  <a:gd name="connsiteY254" fmla="*/ 975858 h 2962327"/>
                  <a:gd name="connsiteX255" fmla="*/ 2150288 w 3028217"/>
                  <a:gd name="connsiteY255" fmla="*/ 913946 h 2962327"/>
                  <a:gd name="connsiteX256" fmla="*/ 2112188 w 3028217"/>
                  <a:gd name="connsiteY256" fmla="*/ 876798 h 2962327"/>
                  <a:gd name="connsiteX257" fmla="*/ 2096948 w 3028217"/>
                  <a:gd name="connsiteY257" fmla="*/ 862511 h 2962327"/>
                  <a:gd name="connsiteX258" fmla="*/ 2118856 w 3028217"/>
                  <a:gd name="connsiteY258" fmla="*/ 849176 h 2962327"/>
                  <a:gd name="connsiteX259" fmla="*/ 2206486 w 3028217"/>
                  <a:gd name="connsiteY259" fmla="*/ 810123 h 2962327"/>
                  <a:gd name="connsiteX260" fmla="*/ 2308403 w 3028217"/>
                  <a:gd name="connsiteY260" fmla="*/ 731066 h 2962327"/>
                  <a:gd name="connsiteX261" fmla="*/ 2321738 w 3028217"/>
                  <a:gd name="connsiteY261" fmla="*/ 708206 h 2962327"/>
                  <a:gd name="connsiteX262" fmla="*/ 2311261 w 3028217"/>
                  <a:gd name="connsiteY262" fmla="*/ 679631 h 2962327"/>
                  <a:gd name="connsiteX263" fmla="*/ 2320786 w 3028217"/>
                  <a:gd name="connsiteY263" fmla="*/ 643436 h 2962327"/>
                  <a:gd name="connsiteX264" fmla="*/ 2338883 w 3028217"/>
                  <a:gd name="connsiteY264" fmla="*/ 638673 h 2962327"/>
                  <a:gd name="connsiteX265" fmla="*/ 2343646 w 3028217"/>
                  <a:gd name="connsiteY265" fmla="*/ 675821 h 2962327"/>
                  <a:gd name="connsiteX266" fmla="*/ 2348408 w 3028217"/>
                  <a:gd name="connsiteY266" fmla="*/ 699633 h 2962327"/>
                  <a:gd name="connsiteX267" fmla="*/ 2376031 w 3028217"/>
                  <a:gd name="connsiteY267" fmla="*/ 706301 h 2962327"/>
                  <a:gd name="connsiteX268" fmla="*/ 2385556 w 3028217"/>
                  <a:gd name="connsiteY268" fmla="*/ 704396 h 2962327"/>
                  <a:gd name="connsiteX269" fmla="*/ 2454136 w 3028217"/>
                  <a:gd name="connsiteY269" fmla="*/ 698681 h 2962327"/>
                  <a:gd name="connsiteX270" fmla="*/ 2476996 w 3028217"/>
                  <a:gd name="connsiteY270" fmla="*/ 692013 h 2962327"/>
                  <a:gd name="connsiteX271" fmla="*/ 2517953 w 3028217"/>
                  <a:gd name="connsiteY271" fmla="*/ 648198 h 2962327"/>
                  <a:gd name="connsiteX272" fmla="*/ 2563673 w 3028217"/>
                  <a:gd name="connsiteY272" fmla="*/ 626291 h 2962327"/>
                  <a:gd name="connsiteX273" fmla="*/ 2554148 w 3028217"/>
                  <a:gd name="connsiteY273" fmla="*/ 585333 h 2962327"/>
                  <a:gd name="connsiteX274" fmla="*/ 2572928 w 3028217"/>
                  <a:gd name="connsiteY274" fmla="*/ 573708 h 2962327"/>
                  <a:gd name="connsiteX275" fmla="*/ 2586098 w 3028217"/>
                  <a:gd name="connsiteY275" fmla="*/ 571735 h 2962327"/>
                  <a:gd name="connsiteX276" fmla="*/ 2586726 w 3028217"/>
                  <a:gd name="connsiteY276" fmla="*/ 571671 h 2962327"/>
                  <a:gd name="connsiteX277" fmla="*/ 2624633 w 3028217"/>
                  <a:gd name="connsiteY277" fmla="*/ 568188 h 2962327"/>
                  <a:gd name="connsiteX278" fmla="*/ 2630348 w 3028217"/>
                  <a:gd name="connsiteY278" fmla="*/ 563426 h 2962327"/>
                  <a:gd name="connsiteX279" fmla="*/ 2633206 w 3028217"/>
                  <a:gd name="connsiteY279" fmla="*/ 563426 h 2962327"/>
                  <a:gd name="connsiteX280" fmla="*/ 2626538 w 3028217"/>
                  <a:gd name="connsiteY280" fmla="*/ 563426 h 2962327"/>
                  <a:gd name="connsiteX281" fmla="*/ 2593082 w 3028217"/>
                  <a:gd name="connsiteY281" fmla="*/ 570689 h 2962327"/>
                  <a:gd name="connsiteX282" fmla="*/ 2586098 w 3028217"/>
                  <a:gd name="connsiteY282" fmla="*/ 571735 h 2962327"/>
                  <a:gd name="connsiteX283" fmla="*/ 2574151 w 3028217"/>
                  <a:gd name="connsiteY283" fmla="*/ 572951 h 2962327"/>
                  <a:gd name="connsiteX284" fmla="*/ 2572928 w 3028217"/>
                  <a:gd name="connsiteY284" fmla="*/ 573708 h 2962327"/>
                  <a:gd name="connsiteX285" fmla="*/ 2558911 w 3028217"/>
                  <a:gd name="connsiteY285" fmla="*/ 575808 h 2962327"/>
                  <a:gd name="connsiteX286" fmla="*/ 2506523 w 3028217"/>
                  <a:gd name="connsiteY286" fmla="*/ 541518 h 2962327"/>
                  <a:gd name="connsiteX287" fmla="*/ 2512238 w 3028217"/>
                  <a:gd name="connsiteY287" fmla="*/ 480558 h 2962327"/>
                  <a:gd name="connsiteX288" fmla="*/ 2533193 w 3028217"/>
                  <a:gd name="connsiteY288" fmla="*/ 458651 h 2962327"/>
                  <a:gd name="connsiteX289" fmla="*/ 2534146 w 3028217"/>
                  <a:gd name="connsiteY289" fmla="*/ 440553 h 2962327"/>
                  <a:gd name="connsiteX290" fmla="*/ 2513191 w 3028217"/>
                  <a:gd name="connsiteY290" fmla="*/ 445316 h 2962327"/>
                  <a:gd name="connsiteX291" fmla="*/ 2464613 w 3028217"/>
                  <a:gd name="connsiteY291" fmla="*/ 509133 h 2962327"/>
                  <a:gd name="connsiteX292" fmla="*/ 2467471 w 3028217"/>
                  <a:gd name="connsiteY292" fmla="*/ 551996 h 2962327"/>
                  <a:gd name="connsiteX293" fmla="*/ 2468423 w 3028217"/>
                  <a:gd name="connsiteY293" fmla="*/ 597716 h 2962327"/>
                  <a:gd name="connsiteX294" fmla="*/ 2453183 w 3028217"/>
                  <a:gd name="connsiteY294" fmla="*/ 638673 h 2962327"/>
                  <a:gd name="connsiteX295" fmla="*/ 2423656 w 3028217"/>
                  <a:gd name="connsiteY295" fmla="*/ 676773 h 2962327"/>
                  <a:gd name="connsiteX296" fmla="*/ 2389366 w 3028217"/>
                  <a:gd name="connsiteY296" fmla="*/ 683441 h 2962327"/>
                  <a:gd name="connsiteX297" fmla="*/ 2383651 w 3028217"/>
                  <a:gd name="connsiteY297" fmla="*/ 659628 h 2962327"/>
                  <a:gd name="connsiteX298" fmla="*/ 2367458 w 3028217"/>
                  <a:gd name="connsiteY298" fmla="*/ 627243 h 2962327"/>
                  <a:gd name="connsiteX299" fmla="*/ 2308403 w 3028217"/>
                  <a:gd name="connsiteY299" fmla="*/ 612003 h 2962327"/>
                  <a:gd name="connsiteX300" fmla="*/ 2270303 w 3028217"/>
                  <a:gd name="connsiteY300" fmla="*/ 571046 h 2962327"/>
                  <a:gd name="connsiteX301" fmla="*/ 2260778 w 3028217"/>
                  <a:gd name="connsiteY301" fmla="*/ 543423 h 2962327"/>
                  <a:gd name="connsiteX302" fmla="*/ 2259826 w 3028217"/>
                  <a:gd name="connsiteY302" fmla="*/ 522468 h 2962327"/>
                  <a:gd name="connsiteX303" fmla="*/ 2390318 w 3028217"/>
                  <a:gd name="connsiteY303" fmla="*/ 385308 h 2962327"/>
                  <a:gd name="connsiteX304" fmla="*/ 2416988 w 3028217"/>
                  <a:gd name="connsiteY304" fmla="*/ 357686 h 2962327"/>
                  <a:gd name="connsiteX305" fmla="*/ 2417941 w 3028217"/>
                  <a:gd name="connsiteY305" fmla="*/ 351971 h 2962327"/>
                  <a:gd name="connsiteX306" fmla="*/ 2424608 w 3028217"/>
                  <a:gd name="connsiteY306" fmla="*/ 353876 h 2962327"/>
                  <a:gd name="connsiteX307" fmla="*/ 2452245 w 3028217"/>
                  <a:gd name="connsiteY307" fmla="*/ 336582 h 2962327"/>
                  <a:gd name="connsiteX308" fmla="*/ 2471113 w 3028217"/>
                  <a:gd name="connsiteY308" fmla="*/ 336025 h 2962327"/>
                  <a:gd name="connsiteX309" fmla="*/ 761544 w 3028217"/>
                  <a:gd name="connsiteY309" fmla="*/ 194808 h 2962327"/>
                  <a:gd name="connsiteX310" fmla="*/ 773926 w 3028217"/>
                  <a:gd name="connsiteY310" fmla="*/ 216716 h 2962327"/>
                  <a:gd name="connsiteX311" fmla="*/ 773926 w 3028217"/>
                  <a:gd name="connsiteY311" fmla="*/ 278628 h 2962327"/>
                  <a:gd name="connsiteX312" fmla="*/ 687249 w 3028217"/>
                  <a:gd name="connsiteY312" fmla="*/ 293868 h 2962327"/>
                  <a:gd name="connsiteX313" fmla="*/ 671056 w 3028217"/>
                  <a:gd name="connsiteY313" fmla="*/ 292916 h 2962327"/>
                  <a:gd name="connsiteX314" fmla="*/ 640576 w 3028217"/>
                  <a:gd name="connsiteY314" fmla="*/ 298631 h 2962327"/>
                  <a:gd name="connsiteX315" fmla="*/ 603429 w 3028217"/>
                  <a:gd name="connsiteY315" fmla="*/ 291011 h 2962327"/>
                  <a:gd name="connsiteX316" fmla="*/ 715824 w 3028217"/>
                  <a:gd name="connsiteY316" fmla="*/ 211953 h 2962327"/>
                  <a:gd name="connsiteX317" fmla="*/ 727254 w 3028217"/>
                  <a:gd name="connsiteY317" fmla="*/ 215763 h 2962327"/>
                  <a:gd name="connsiteX318" fmla="*/ 761544 w 3028217"/>
                  <a:gd name="connsiteY318" fmla="*/ 194808 h 2962327"/>
                  <a:gd name="connsiteX319" fmla="*/ 873343 w 3028217"/>
                  <a:gd name="connsiteY319" fmla="*/ 184331 h 2962327"/>
                  <a:gd name="connsiteX320" fmla="*/ 891083 w 3028217"/>
                  <a:gd name="connsiteY320" fmla="*/ 191951 h 2962327"/>
                  <a:gd name="connsiteX321" fmla="*/ 888226 w 3028217"/>
                  <a:gd name="connsiteY321" fmla="*/ 217668 h 2962327"/>
                  <a:gd name="connsiteX322" fmla="*/ 879241 w 3028217"/>
                  <a:gd name="connsiteY322" fmla="*/ 234820 h 2962327"/>
                  <a:gd name="connsiteX323" fmla="*/ 895370 w 3028217"/>
                  <a:gd name="connsiteY323" fmla="*/ 235036 h 2962327"/>
                  <a:gd name="connsiteX324" fmla="*/ 899656 w 3028217"/>
                  <a:gd name="connsiteY324" fmla="*/ 266246 h 2962327"/>
                  <a:gd name="connsiteX325" fmla="*/ 892988 w 3028217"/>
                  <a:gd name="connsiteY325" fmla="*/ 303393 h 2962327"/>
                  <a:gd name="connsiteX326" fmla="*/ 905371 w 3028217"/>
                  <a:gd name="connsiteY326" fmla="*/ 303393 h 2962327"/>
                  <a:gd name="connsiteX327" fmla="*/ 915848 w 3028217"/>
                  <a:gd name="connsiteY327" fmla="*/ 337683 h 2962327"/>
                  <a:gd name="connsiteX328" fmla="*/ 946328 w 3028217"/>
                  <a:gd name="connsiteY328" fmla="*/ 324348 h 2962327"/>
                  <a:gd name="connsiteX329" fmla="*/ 973409 w 3028217"/>
                  <a:gd name="connsiteY329" fmla="*/ 303804 h 2962327"/>
                  <a:gd name="connsiteX330" fmla="*/ 975260 w 3028217"/>
                  <a:gd name="connsiteY330" fmla="*/ 292796 h 2962327"/>
                  <a:gd name="connsiteX331" fmla="*/ 965378 w 3028217"/>
                  <a:gd name="connsiteY331" fmla="*/ 281485 h 2962327"/>
                  <a:gd name="connsiteX332" fmla="*/ 962521 w 3028217"/>
                  <a:gd name="connsiteY332" fmla="*/ 233860 h 2962327"/>
                  <a:gd name="connsiteX333" fmla="*/ 1013956 w 3028217"/>
                  <a:gd name="connsiteY333" fmla="*/ 203380 h 2962327"/>
                  <a:gd name="connsiteX334" fmla="*/ 1028243 w 3028217"/>
                  <a:gd name="connsiteY334" fmla="*/ 200165 h 2962327"/>
                  <a:gd name="connsiteX335" fmla="*/ 1042531 w 3028217"/>
                  <a:gd name="connsiteY335" fmla="*/ 206238 h 2962327"/>
                  <a:gd name="connsiteX336" fmla="*/ 1016813 w 3028217"/>
                  <a:gd name="connsiteY336" fmla="*/ 234813 h 2962327"/>
                  <a:gd name="connsiteX337" fmla="*/ 1075868 w 3028217"/>
                  <a:gd name="connsiteY337" fmla="*/ 204333 h 2962327"/>
                  <a:gd name="connsiteX338" fmla="*/ 1095871 w 3028217"/>
                  <a:gd name="connsiteY338" fmla="*/ 204333 h 2962327"/>
                  <a:gd name="connsiteX339" fmla="*/ 1099681 w 3028217"/>
                  <a:gd name="connsiteY339" fmla="*/ 232908 h 2962327"/>
                  <a:gd name="connsiteX340" fmla="*/ 1133971 w 3028217"/>
                  <a:gd name="connsiteY340" fmla="*/ 231003 h 2962327"/>
                  <a:gd name="connsiteX341" fmla="*/ 1151116 w 3028217"/>
                  <a:gd name="connsiteY341" fmla="*/ 238623 h 2962327"/>
                  <a:gd name="connsiteX342" fmla="*/ 1205408 w 3028217"/>
                  <a:gd name="connsiteY342" fmla="*/ 287200 h 2962327"/>
                  <a:gd name="connsiteX343" fmla="*/ 1198741 w 3028217"/>
                  <a:gd name="connsiteY343" fmla="*/ 334825 h 2962327"/>
                  <a:gd name="connsiteX344" fmla="*/ 1248271 w 3028217"/>
                  <a:gd name="connsiteY344" fmla="*/ 377688 h 2962327"/>
                  <a:gd name="connsiteX345" fmla="*/ 1246366 w 3028217"/>
                  <a:gd name="connsiteY345" fmla="*/ 402453 h 2962327"/>
                  <a:gd name="connsiteX346" fmla="*/ 1187311 w 3028217"/>
                  <a:gd name="connsiteY346" fmla="*/ 402453 h 2962327"/>
                  <a:gd name="connsiteX347" fmla="*/ 1171118 w 3028217"/>
                  <a:gd name="connsiteY347" fmla="*/ 396738 h 2962327"/>
                  <a:gd name="connsiteX348" fmla="*/ 1171118 w 3028217"/>
                  <a:gd name="connsiteY348" fmla="*/ 431028 h 2962327"/>
                  <a:gd name="connsiteX349" fmla="*/ 1151116 w 3028217"/>
                  <a:gd name="connsiteY349" fmla="*/ 479605 h 2962327"/>
                  <a:gd name="connsiteX350" fmla="*/ 1136828 w 3028217"/>
                  <a:gd name="connsiteY350" fmla="*/ 476748 h 2962327"/>
                  <a:gd name="connsiteX351" fmla="*/ 1136828 w 3028217"/>
                  <a:gd name="connsiteY351" fmla="*/ 487225 h 2962327"/>
                  <a:gd name="connsiteX352" fmla="*/ 1118731 w 3028217"/>
                  <a:gd name="connsiteY352" fmla="*/ 497703 h 2962327"/>
                  <a:gd name="connsiteX353" fmla="*/ 1066343 w 3028217"/>
                  <a:gd name="connsiteY353" fmla="*/ 455793 h 2962327"/>
                  <a:gd name="connsiteX354" fmla="*/ 1016813 w 3028217"/>
                  <a:gd name="connsiteY354" fmla="*/ 433885 h 2962327"/>
                  <a:gd name="connsiteX355" fmla="*/ 996811 w 3028217"/>
                  <a:gd name="connsiteY355" fmla="*/ 428170 h 2962327"/>
                  <a:gd name="connsiteX356" fmla="*/ 1013003 w 3028217"/>
                  <a:gd name="connsiteY356" fmla="*/ 411978 h 2962327"/>
                  <a:gd name="connsiteX357" fmla="*/ 1109206 w 3028217"/>
                  <a:gd name="connsiteY357" fmla="*/ 369115 h 2962327"/>
                  <a:gd name="connsiteX358" fmla="*/ 1089203 w 3028217"/>
                  <a:gd name="connsiteY358" fmla="*/ 307203 h 2962327"/>
                  <a:gd name="connsiteX359" fmla="*/ 1077773 w 3028217"/>
                  <a:gd name="connsiteY359" fmla="*/ 291010 h 2962327"/>
                  <a:gd name="connsiteX360" fmla="*/ 1016813 w 3028217"/>
                  <a:gd name="connsiteY360" fmla="*/ 292915 h 2962327"/>
                  <a:gd name="connsiteX361" fmla="*/ 1007169 w 3028217"/>
                  <a:gd name="connsiteY361" fmla="*/ 296011 h 2962327"/>
                  <a:gd name="connsiteX362" fmla="*/ 1007866 w 3028217"/>
                  <a:gd name="connsiteY362" fmla="*/ 302667 h 2962327"/>
                  <a:gd name="connsiteX363" fmla="*/ 1009193 w 3028217"/>
                  <a:gd name="connsiteY363" fmla="*/ 303393 h 2962327"/>
                  <a:gd name="connsiteX364" fmla="*/ 962521 w 3028217"/>
                  <a:gd name="connsiteY364" fmla="*/ 370068 h 2962327"/>
                  <a:gd name="connsiteX365" fmla="*/ 905371 w 3028217"/>
                  <a:gd name="connsiteY365" fmla="*/ 371973 h 2962327"/>
                  <a:gd name="connsiteX366" fmla="*/ 868223 w 3028217"/>
                  <a:gd name="connsiteY366" fmla="*/ 410073 h 2962327"/>
                  <a:gd name="connsiteX367" fmla="*/ 836791 w 3028217"/>
                  <a:gd name="connsiteY367" fmla="*/ 426266 h 2962327"/>
                  <a:gd name="connsiteX368" fmla="*/ 816788 w 3028217"/>
                  <a:gd name="connsiteY368" fmla="*/ 424361 h 2962327"/>
                  <a:gd name="connsiteX369" fmla="*/ 677723 w 3028217"/>
                  <a:gd name="connsiteY369" fmla="*/ 507228 h 2962327"/>
                  <a:gd name="connsiteX370" fmla="*/ 668198 w 3028217"/>
                  <a:gd name="connsiteY370" fmla="*/ 553901 h 2962327"/>
                  <a:gd name="connsiteX371" fmla="*/ 662483 w 3028217"/>
                  <a:gd name="connsiteY371" fmla="*/ 586286 h 2962327"/>
                  <a:gd name="connsiteX372" fmla="*/ 716776 w 3028217"/>
                  <a:gd name="connsiteY372" fmla="*/ 612956 h 2962327"/>
                  <a:gd name="connsiteX373" fmla="*/ 771068 w 3028217"/>
                  <a:gd name="connsiteY373" fmla="*/ 645341 h 2962327"/>
                  <a:gd name="connsiteX374" fmla="*/ 782498 w 3028217"/>
                  <a:gd name="connsiteY374" fmla="*/ 667248 h 2962327"/>
                  <a:gd name="connsiteX375" fmla="*/ 772973 w 3028217"/>
                  <a:gd name="connsiteY375" fmla="*/ 726303 h 2962327"/>
                  <a:gd name="connsiteX376" fmla="*/ 805358 w 3028217"/>
                  <a:gd name="connsiteY376" fmla="*/ 736781 h 2962327"/>
                  <a:gd name="connsiteX377" fmla="*/ 828218 w 3028217"/>
                  <a:gd name="connsiteY377" fmla="*/ 689156 h 2962327"/>
                  <a:gd name="connsiteX378" fmla="*/ 858698 w 3028217"/>
                  <a:gd name="connsiteY378" fmla="*/ 652961 h 2962327"/>
                  <a:gd name="connsiteX379" fmla="*/ 901561 w 3028217"/>
                  <a:gd name="connsiteY379" fmla="*/ 573903 h 2962327"/>
                  <a:gd name="connsiteX380" fmla="*/ 904418 w 3028217"/>
                  <a:gd name="connsiteY380" fmla="*/ 561521 h 2962327"/>
                  <a:gd name="connsiteX381" fmla="*/ 953948 w 3028217"/>
                  <a:gd name="connsiteY381" fmla="*/ 491988 h 2962327"/>
                  <a:gd name="connsiteX382" fmla="*/ 968236 w 3028217"/>
                  <a:gd name="connsiteY382" fmla="*/ 478653 h 2962327"/>
                  <a:gd name="connsiteX383" fmla="*/ 1049198 w 3028217"/>
                  <a:gd name="connsiteY383" fmla="*/ 512943 h 2962327"/>
                  <a:gd name="connsiteX384" fmla="*/ 1063486 w 3028217"/>
                  <a:gd name="connsiteY384" fmla="*/ 539613 h 2962327"/>
                  <a:gd name="connsiteX385" fmla="*/ 1067296 w 3028217"/>
                  <a:gd name="connsiteY385" fmla="*/ 583428 h 2962327"/>
                  <a:gd name="connsiteX386" fmla="*/ 1112063 w 3028217"/>
                  <a:gd name="connsiteY386" fmla="*/ 568188 h 2962327"/>
                  <a:gd name="connsiteX387" fmla="*/ 1146353 w 3028217"/>
                  <a:gd name="connsiteY387" fmla="*/ 580571 h 2962327"/>
                  <a:gd name="connsiteX388" fmla="*/ 1151116 w 3028217"/>
                  <a:gd name="connsiteY388" fmla="*/ 616766 h 2962327"/>
                  <a:gd name="connsiteX389" fmla="*/ 1193026 w 3028217"/>
                  <a:gd name="connsiteY389" fmla="*/ 684393 h 2962327"/>
                  <a:gd name="connsiteX390" fmla="*/ 1182905 w 3028217"/>
                  <a:gd name="connsiteY390" fmla="*/ 697847 h 2962327"/>
                  <a:gd name="connsiteX391" fmla="*/ 1179024 w 3028217"/>
                  <a:gd name="connsiteY391" fmla="*/ 699159 h 2962327"/>
                  <a:gd name="connsiteX392" fmla="*/ 1177845 w 3028217"/>
                  <a:gd name="connsiteY392" fmla="*/ 699023 h 2962327"/>
                  <a:gd name="connsiteX393" fmla="*/ 1166356 w 3028217"/>
                  <a:gd name="connsiteY393" fmla="*/ 703443 h 2962327"/>
                  <a:gd name="connsiteX394" fmla="*/ 1179024 w 3028217"/>
                  <a:gd name="connsiteY394" fmla="*/ 699159 h 2962327"/>
                  <a:gd name="connsiteX395" fmla="*/ 1188263 w 3028217"/>
                  <a:gd name="connsiteY395" fmla="*/ 700229 h 2962327"/>
                  <a:gd name="connsiteX396" fmla="*/ 1207313 w 3028217"/>
                  <a:gd name="connsiteY396" fmla="*/ 712016 h 2962327"/>
                  <a:gd name="connsiteX397" fmla="*/ 1205051 w 3028217"/>
                  <a:gd name="connsiteY397" fmla="*/ 754402 h 2962327"/>
                  <a:gd name="connsiteX398" fmla="*/ 1180854 w 3028217"/>
                  <a:gd name="connsiteY398" fmla="*/ 787924 h 2962327"/>
                  <a:gd name="connsiteX399" fmla="*/ 1187073 w 3028217"/>
                  <a:gd name="connsiteY399" fmla="*/ 807504 h 2962327"/>
                  <a:gd name="connsiteX400" fmla="*/ 1206361 w 3028217"/>
                  <a:gd name="connsiteY400" fmla="*/ 814886 h 2962327"/>
                  <a:gd name="connsiteX401" fmla="*/ 1213981 w 3028217"/>
                  <a:gd name="connsiteY401" fmla="*/ 828221 h 2962327"/>
                  <a:gd name="connsiteX402" fmla="*/ 1172071 w 3028217"/>
                  <a:gd name="connsiteY402" fmla="*/ 862511 h 2962327"/>
                  <a:gd name="connsiteX403" fmla="*/ 1115874 w 3028217"/>
                  <a:gd name="connsiteY403" fmla="*/ 854891 h 2962327"/>
                  <a:gd name="connsiteX404" fmla="*/ 1148259 w 3028217"/>
                  <a:gd name="connsiteY404" fmla="*/ 807266 h 2962327"/>
                  <a:gd name="connsiteX405" fmla="*/ 1173024 w 3028217"/>
                  <a:gd name="connsiteY405" fmla="*/ 780596 h 2962327"/>
                  <a:gd name="connsiteX406" fmla="*/ 1173125 w 3028217"/>
                  <a:gd name="connsiteY406" fmla="*/ 780684 h 2962327"/>
                  <a:gd name="connsiteX407" fmla="*/ 1174333 w 3028217"/>
                  <a:gd name="connsiteY407" fmla="*/ 770475 h 2962327"/>
                  <a:gd name="connsiteX408" fmla="*/ 1163498 w 3028217"/>
                  <a:gd name="connsiteY408" fmla="*/ 767261 h 2962327"/>
                  <a:gd name="connsiteX409" fmla="*/ 1124446 w 3028217"/>
                  <a:gd name="connsiteY409" fmla="*/ 787263 h 2962327"/>
                  <a:gd name="connsiteX410" fmla="*/ 1043483 w 3028217"/>
                  <a:gd name="connsiteY410" fmla="*/ 789168 h 2962327"/>
                  <a:gd name="connsiteX411" fmla="*/ 993953 w 3028217"/>
                  <a:gd name="connsiteY411" fmla="*/ 794883 h 2962327"/>
                  <a:gd name="connsiteX412" fmla="*/ 959663 w 3028217"/>
                  <a:gd name="connsiteY412" fmla="*/ 814886 h 2962327"/>
                  <a:gd name="connsiteX413" fmla="*/ 929183 w 3028217"/>
                  <a:gd name="connsiteY413" fmla="*/ 839651 h 2962327"/>
                  <a:gd name="connsiteX414" fmla="*/ 925100 w 3028217"/>
                  <a:gd name="connsiteY414" fmla="*/ 843462 h 2962327"/>
                  <a:gd name="connsiteX415" fmla="*/ 915848 w 3028217"/>
                  <a:gd name="connsiteY415" fmla="*/ 851081 h 2962327"/>
                  <a:gd name="connsiteX416" fmla="*/ 912991 w 3028217"/>
                  <a:gd name="connsiteY416" fmla="*/ 851081 h 2962327"/>
                  <a:gd name="connsiteX417" fmla="*/ 914896 w 3028217"/>
                  <a:gd name="connsiteY417" fmla="*/ 852986 h 2962327"/>
                  <a:gd name="connsiteX418" fmla="*/ 925100 w 3028217"/>
                  <a:gd name="connsiteY418" fmla="*/ 843462 h 2962327"/>
                  <a:gd name="connsiteX419" fmla="*/ 932041 w 3028217"/>
                  <a:gd name="connsiteY419" fmla="*/ 837746 h 2962327"/>
                  <a:gd name="connsiteX420" fmla="*/ 972998 w 3028217"/>
                  <a:gd name="connsiteY420" fmla="*/ 820601 h 2962327"/>
                  <a:gd name="connsiteX421" fmla="*/ 992048 w 3028217"/>
                  <a:gd name="connsiteY421" fmla="*/ 814886 h 2962327"/>
                  <a:gd name="connsiteX422" fmla="*/ 1023481 w 3028217"/>
                  <a:gd name="connsiteY422" fmla="*/ 819648 h 2962327"/>
                  <a:gd name="connsiteX423" fmla="*/ 1005383 w 3028217"/>
                  <a:gd name="connsiteY423" fmla="*/ 842508 h 2962327"/>
                  <a:gd name="connsiteX424" fmla="*/ 1006336 w 3028217"/>
                  <a:gd name="connsiteY424" fmla="*/ 854891 h 2962327"/>
                  <a:gd name="connsiteX425" fmla="*/ 1005383 w 3028217"/>
                  <a:gd name="connsiteY425" fmla="*/ 889181 h 2962327"/>
                  <a:gd name="connsiteX426" fmla="*/ 984428 w 3028217"/>
                  <a:gd name="connsiteY426" fmla="*/ 910136 h 2962327"/>
                  <a:gd name="connsiteX427" fmla="*/ 952043 w 3028217"/>
                  <a:gd name="connsiteY427" fmla="*/ 916803 h 2962327"/>
                  <a:gd name="connsiteX428" fmla="*/ 899656 w 3028217"/>
                  <a:gd name="connsiteY428" fmla="*/ 938711 h 2962327"/>
                  <a:gd name="connsiteX429" fmla="*/ 855841 w 3028217"/>
                  <a:gd name="connsiteY429" fmla="*/ 985383 h 2962327"/>
                  <a:gd name="connsiteX430" fmla="*/ 831076 w 3028217"/>
                  <a:gd name="connsiteY430" fmla="*/ 1003481 h 2962327"/>
                  <a:gd name="connsiteX431" fmla="*/ 738683 w 3028217"/>
                  <a:gd name="connsiteY431" fmla="*/ 1081586 h 2962327"/>
                  <a:gd name="connsiteX432" fmla="*/ 711061 w 3028217"/>
                  <a:gd name="connsiteY432" fmla="*/ 1115876 h 2962327"/>
                  <a:gd name="connsiteX433" fmla="*/ 666293 w 3028217"/>
                  <a:gd name="connsiteY433" fmla="*/ 1175883 h 2962327"/>
                  <a:gd name="connsiteX434" fmla="*/ 585331 w 3028217"/>
                  <a:gd name="connsiteY434" fmla="*/ 1230176 h 2962327"/>
                  <a:gd name="connsiteX435" fmla="*/ 559613 w 3028217"/>
                  <a:gd name="connsiteY435" fmla="*/ 1297803 h 2962327"/>
                  <a:gd name="connsiteX436" fmla="*/ 557708 w 3028217"/>
                  <a:gd name="connsiteY436" fmla="*/ 1386386 h 2962327"/>
                  <a:gd name="connsiteX437" fmla="*/ 542468 w 3028217"/>
                  <a:gd name="connsiteY437" fmla="*/ 1407341 h 2962327"/>
                  <a:gd name="connsiteX438" fmla="*/ 528181 w 3028217"/>
                  <a:gd name="connsiteY438" fmla="*/ 1387338 h 2962327"/>
                  <a:gd name="connsiteX439" fmla="*/ 519608 w 3028217"/>
                  <a:gd name="connsiteY439" fmla="*/ 1320663 h 2962327"/>
                  <a:gd name="connsiteX440" fmla="*/ 488176 w 3028217"/>
                  <a:gd name="connsiteY440" fmla="*/ 1283516 h 2962327"/>
                  <a:gd name="connsiteX441" fmla="*/ 429121 w 3028217"/>
                  <a:gd name="connsiteY441" fmla="*/ 1267323 h 2962327"/>
                  <a:gd name="connsiteX442" fmla="*/ 409118 w 3028217"/>
                  <a:gd name="connsiteY442" fmla="*/ 1268276 h 2962327"/>
                  <a:gd name="connsiteX443" fmla="*/ 336728 w 3028217"/>
                  <a:gd name="connsiteY443" fmla="*/ 1284468 h 2962327"/>
                  <a:gd name="connsiteX444" fmla="*/ 215761 w 3028217"/>
                  <a:gd name="connsiteY444" fmla="*/ 1373051 h 2962327"/>
                  <a:gd name="connsiteX445" fmla="*/ 189091 w 3028217"/>
                  <a:gd name="connsiteY445" fmla="*/ 1441631 h 2962327"/>
                  <a:gd name="connsiteX446" fmla="*/ 196711 w 3028217"/>
                  <a:gd name="connsiteY446" fmla="*/ 1544501 h 2962327"/>
                  <a:gd name="connsiteX447" fmla="*/ 244336 w 3028217"/>
                  <a:gd name="connsiteY447" fmla="*/ 1573076 h 2962327"/>
                  <a:gd name="connsiteX448" fmla="*/ 320536 w 3028217"/>
                  <a:gd name="connsiteY448" fmla="*/ 1514973 h 2962327"/>
                  <a:gd name="connsiteX449" fmla="*/ 387211 w 3028217"/>
                  <a:gd name="connsiteY449" fmla="*/ 1494971 h 2962327"/>
                  <a:gd name="connsiteX450" fmla="*/ 389116 w 3028217"/>
                  <a:gd name="connsiteY450" fmla="*/ 1515926 h 2962327"/>
                  <a:gd name="connsiteX451" fmla="*/ 340538 w 3028217"/>
                  <a:gd name="connsiteY451" fmla="*/ 1624511 h 2962327"/>
                  <a:gd name="connsiteX452" fmla="*/ 354826 w 3028217"/>
                  <a:gd name="connsiteY452" fmla="*/ 1644513 h 2962327"/>
                  <a:gd name="connsiteX453" fmla="*/ 410071 w 3028217"/>
                  <a:gd name="connsiteY453" fmla="*/ 1645466 h 2962327"/>
                  <a:gd name="connsiteX454" fmla="*/ 439598 w 3028217"/>
                  <a:gd name="connsiteY454" fmla="*/ 1687376 h 2962327"/>
                  <a:gd name="connsiteX455" fmla="*/ 426263 w 3028217"/>
                  <a:gd name="connsiteY455" fmla="*/ 1743573 h 2962327"/>
                  <a:gd name="connsiteX456" fmla="*/ 450076 w 3028217"/>
                  <a:gd name="connsiteY456" fmla="*/ 1813106 h 2962327"/>
                  <a:gd name="connsiteX457" fmla="*/ 499606 w 3028217"/>
                  <a:gd name="connsiteY457" fmla="*/ 1812153 h 2962327"/>
                  <a:gd name="connsiteX458" fmla="*/ 536753 w 3028217"/>
                  <a:gd name="connsiteY458" fmla="*/ 1818821 h 2962327"/>
                  <a:gd name="connsiteX459" fmla="*/ 577711 w 3028217"/>
                  <a:gd name="connsiteY459" fmla="*/ 1813106 h 2962327"/>
                  <a:gd name="connsiteX460" fmla="*/ 661531 w 3028217"/>
                  <a:gd name="connsiteY460" fmla="*/ 1754051 h 2962327"/>
                  <a:gd name="connsiteX461" fmla="*/ 672008 w 3028217"/>
                  <a:gd name="connsiteY461" fmla="*/ 1763576 h 2962327"/>
                  <a:gd name="connsiteX462" fmla="*/ 695821 w 3028217"/>
                  <a:gd name="connsiteY462" fmla="*/ 1768338 h 2962327"/>
                  <a:gd name="connsiteX463" fmla="*/ 741541 w 3028217"/>
                  <a:gd name="connsiteY463" fmla="*/ 1772148 h 2962327"/>
                  <a:gd name="connsiteX464" fmla="*/ 832028 w 3028217"/>
                  <a:gd name="connsiteY464" fmla="*/ 1788341 h 2962327"/>
                  <a:gd name="connsiteX465" fmla="*/ 865366 w 3028217"/>
                  <a:gd name="connsiteY465" fmla="*/ 1796913 h 2962327"/>
                  <a:gd name="connsiteX466" fmla="*/ 910133 w 3028217"/>
                  <a:gd name="connsiteY466" fmla="*/ 1838823 h 2962327"/>
                  <a:gd name="connsiteX467" fmla="*/ 1047293 w 3028217"/>
                  <a:gd name="connsiteY467" fmla="*/ 1918833 h 2962327"/>
                  <a:gd name="connsiteX468" fmla="*/ 1116826 w 3028217"/>
                  <a:gd name="connsiteY468" fmla="*/ 2036943 h 2962327"/>
                  <a:gd name="connsiteX469" fmla="*/ 1106348 w 3028217"/>
                  <a:gd name="connsiteY469" fmla="*/ 2056946 h 2962327"/>
                  <a:gd name="connsiteX470" fmla="*/ 1104443 w 3028217"/>
                  <a:gd name="connsiteY470" fmla="*/ 2099808 h 2962327"/>
                  <a:gd name="connsiteX471" fmla="*/ 1124446 w 3028217"/>
                  <a:gd name="connsiteY471" fmla="*/ 2102666 h 2962327"/>
                  <a:gd name="connsiteX472" fmla="*/ 1193026 w 3028217"/>
                  <a:gd name="connsiteY472" fmla="*/ 2077901 h 2962327"/>
                  <a:gd name="connsiteX473" fmla="*/ 1280656 w 3028217"/>
                  <a:gd name="connsiteY473" fmla="*/ 2123621 h 2962327"/>
                  <a:gd name="connsiteX474" fmla="*/ 1387336 w 3028217"/>
                  <a:gd name="connsiteY474" fmla="*/ 2172198 h 2962327"/>
                  <a:gd name="connsiteX475" fmla="*/ 1434008 w 3028217"/>
                  <a:gd name="connsiteY475" fmla="*/ 2199821 h 2962327"/>
                  <a:gd name="connsiteX476" fmla="*/ 1430198 w 3028217"/>
                  <a:gd name="connsiteY476" fmla="*/ 2282688 h 2962327"/>
                  <a:gd name="connsiteX477" fmla="*/ 1370191 w 3028217"/>
                  <a:gd name="connsiteY477" fmla="*/ 2373176 h 2962327"/>
                  <a:gd name="connsiteX478" fmla="*/ 1358761 w 3028217"/>
                  <a:gd name="connsiteY478" fmla="*/ 2423658 h 2962327"/>
                  <a:gd name="connsiteX479" fmla="*/ 1327328 w 3028217"/>
                  <a:gd name="connsiteY479" fmla="*/ 2600823 h 2962327"/>
                  <a:gd name="connsiteX480" fmla="*/ 1293991 w 3028217"/>
                  <a:gd name="connsiteY480" fmla="*/ 2626541 h 2962327"/>
                  <a:gd name="connsiteX481" fmla="*/ 1218743 w 3028217"/>
                  <a:gd name="connsiteY481" fmla="*/ 2661783 h 2962327"/>
                  <a:gd name="connsiteX482" fmla="*/ 1193026 w 3028217"/>
                  <a:gd name="connsiteY482" fmla="*/ 2710361 h 2962327"/>
                  <a:gd name="connsiteX483" fmla="*/ 1164451 w 3028217"/>
                  <a:gd name="connsiteY483" fmla="*/ 2832281 h 2962327"/>
                  <a:gd name="connsiteX484" fmla="*/ 1122541 w 3028217"/>
                  <a:gd name="connsiteY484" fmla="*/ 2910386 h 2962327"/>
                  <a:gd name="connsiteX485" fmla="*/ 1095871 w 3028217"/>
                  <a:gd name="connsiteY485" fmla="*/ 2929436 h 2962327"/>
                  <a:gd name="connsiteX486" fmla="*/ 1061581 w 3028217"/>
                  <a:gd name="connsiteY486" fmla="*/ 2922768 h 2962327"/>
                  <a:gd name="connsiteX487" fmla="*/ 1047293 w 3028217"/>
                  <a:gd name="connsiteY487" fmla="*/ 2929436 h 2962327"/>
                  <a:gd name="connsiteX488" fmla="*/ 1061581 w 3028217"/>
                  <a:gd name="connsiteY488" fmla="*/ 2956106 h 2962327"/>
                  <a:gd name="connsiteX489" fmla="*/ 1040626 w 3028217"/>
                  <a:gd name="connsiteY489" fmla="*/ 2959916 h 2962327"/>
                  <a:gd name="connsiteX490" fmla="*/ 783451 w 3028217"/>
                  <a:gd name="connsiteY490" fmla="*/ 2850378 h 2962327"/>
                  <a:gd name="connsiteX491" fmla="*/ 752971 w 3028217"/>
                  <a:gd name="connsiteY491" fmla="*/ 2805611 h 2962327"/>
                  <a:gd name="connsiteX492" fmla="*/ 737731 w 3028217"/>
                  <a:gd name="connsiteY492" fmla="*/ 2765606 h 2962327"/>
                  <a:gd name="connsiteX493" fmla="*/ 721538 w 3028217"/>
                  <a:gd name="connsiteY493" fmla="*/ 2564628 h 2962327"/>
                  <a:gd name="connsiteX494" fmla="*/ 670103 w 3028217"/>
                  <a:gd name="connsiteY494" fmla="*/ 2492238 h 2962327"/>
                  <a:gd name="connsiteX495" fmla="*/ 539611 w 3028217"/>
                  <a:gd name="connsiteY495" fmla="*/ 2337933 h 2962327"/>
                  <a:gd name="connsiteX496" fmla="*/ 473888 w 3028217"/>
                  <a:gd name="connsiteY496" fmla="*/ 2221728 h 2962327"/>
                  <a:gd name="connsiteX497" fmla="*/ 468173 w 3028217"/>
                  <a:gd name="connsiteY497" fmla="*/ 2148386 h 2962327"/>
                  <a:gd name="connsiteX498" fmla="*/ 471983 w 3028217"/>
                  <a:gd name="connsiteY498" fmla="*/ 2122668 h 2962327"/>
                  <a:gd name="connsiteX499" fmla="*/ 493891 w 3028217"/>
                  <a:gd name="connsiteY499" fmla="*/ 2021703 h 2962327"/>
                  <a:gd name="connsiteX500" fmla="*/ 538658 w 3028217"/>
                  <a:gd name="connsiteY500" fmla="*/ 1907403 h 2962327"/>
                  <a:gd name="connsiteX501" fmla="*/ 524371 w 3028217"/>
                  <a:gd name="connsiteY501" fmla="*/ 1854063 h 2962327"/>
                  <a:gd name="connsiteX502" fmla="*/ 499606 w 3028217"/>
                  <a:gd name="connsiteY502" fmla="*/ 1853111 h 2962327"/>
                  <a:gd name="connsiteX503" fmla="*/ 459601 w 3028217"/>
                  <a:gd name="connsiteY503" fmla="*/ 1860731 h 2962327"/>
                  <a:gd name="connsiteX504" fmla="*/ 408166 w 3028217"/>
                  <a:gd name="connsiteY504" fmla="*/ 1827393 h 2962327"/>
                  <a:gd name="connsiteX505" fmla="*/ 354826 w 3028217"/>
                  <a:gd name="connsiteY505" fmla="*/ 1742621 h 2962327"/>
                  <a:gd name="connsiteX506" fmla="*/ 322441 w 3028217"/>
                  <a:gd name="connsiteY506" fmla="*/ 1715951 h 2962327"/>
                  <a:gd name="connsiteX507" fmla="*/ 234811 w 3028217"/>
                  <a:gd name="connsiteY507" fmla="*/ 1658801 h 2962327"/>
                  <a:gd name="connsiteX508" fmla="*/ 206236 w 3028217"/>
                  <a:gd name="connsiteY508" fmla="*/ 1644513 h 2962327"/>
                  <a:gd name="connsiteX509" fmla="*/ 116701 w 3028217"/>
                  <a:gd name="connsiteY509" fmla="*/ 1622606 h 2962327"/>
                  <a:gd name="connsiteX510" fmla="*/ 28118 w 3028217"/>
                  <a:gd name="connsiteY510" fmla="*/ 1557836 h 2962327"/>
                  <a:gd name="connsiteX511" fmla="*/ 12878 w 3028217"/>
                  <a:gd name="connsiteY511" fmla="*/ 1499733 h 2962327"/>
                  <a:gd name="connsiteX512" fmla="*/ 10021 w 3028217"/>
                  <a:gd name="connsiteY512" fmla="*/ 1446393 h 2962327"/>
                  <a:gd name="connsiteX513" fmla="*/ 5258 w 3028217"/>
                  <a:gd name="connsiteY513" fmla="*/ 1410198 h 2962327"/>
                  <a:gd name="connsiteX514" fmla="*/ 45263 w 3028217"/>
                  <a:gd name="connsiteY514" fmla="*/ 1105398 h 2962327"/>
                  <a:gd name="connsiteX515" fmla="*/ 304343 w 3028217"/>
                  <a:gd name="connsiteY515" fmla="*/ 581523 h 2962327"/>
                  <a:gd name="connsiteX516" fmla="*/ 548183 w 3028217"/>
                  <a:gd name="connsiteY516" fmla="*/ 329111 h 2962327"/>
                  <a:gd name="connsiteX517" fmla="*/ 617716 w 3028217"/>
                  <a:gd name="connsiteY517" fmla="*/ 317681 h 2962327"/>
                  <a:gd name="connsiteX518" fmla="*/ 631051 w 3028217"/>
                  <a:gd name="connsiteY518" fmla="*/ 309108 h 2962327"/>
                  <a:gd name="connsiteX519" fmla="*/ 692011 w 3028217"/>
                  <a:gd name="connsiteY519" fmla="*/ 299583 h 2962327"/>
                  <a:gd name="connsiteX520" fmla="*/ 756781 w 3028217"/>
                  <a:gd name="connsiteY520" fmla="*/ 316728 h 2962327"/>
                  <a:gd name="connsiteX521" fmla="*/ 780593 w 3028217"/>
                  <a:gd name="connsiteY521" fmla="*/ 315776 h 2962327"/>
                  <a:gd name="connsiteX522" fmla="*/ 797738 w 3028217"/>
                  <a:gd name="connsiteY522" fmla="*/ 314823 h 2962327"/>
                  <a:gd name="connsiteX523" fmla="*/ 831076 w 3028217"/>
                  <a:gd name="connsiteY523" fmla="*/ 316728 h 2962327"/>
                  <a:gd name="connsiteX524" fmla="*/ 841553 w 3028217"/>
                  <a:gd name="connsiteY524" fmla="*/ 277676 h 2962327"/>
                  <a:gd name="connsiteX525" fmla="*/ 852031 w 3028217"/>
                  <a:gd name="connsiteY525" fmla="*/ 259578 h 2962327"/>
                  <a:gd name="connsiteX526" fmla="*/ 867152 w 3028217"/>
                  <a:gd name="connsiteY526" fmla="*/ 248624 h 2962327"/>
                  <a:gd name="connsiteX527" fmla="*/ 876026 w 3028217"/>
                  <a:gd name="connsiteY527" fmla="*/ 238011 h 2962327"/>
                  <a:gd name="connsiteX528" fmla="*/ 858921 w 3028217"/>
                  <a:gd name="connsiteY528" fmla="*/ 241392 h 2962327"/>
                  <a:gd name="connsiteX529" fmla="*/ 821551 w 3028217"/>
                  <a:gd name="connsiteY529" fmla="*/ 210048 h 2962327"/>
                  <a:gd name="connsiteX530" fmla="*/ 857746 w 3028217"/>
                  <a:gd name="connsiteY530" fmla="*/ 190998 h 2962327"/>
                  <a:gd name="connsiteX531" fmla="*/ 873343 w 3028217"/>
                  <a:gd name="connsiteY531" fmla="*/ 184331 h 2962327"/>
                  <a:gd name="connsiteX532" fmla="*/ 798215 w 3028217"/>
                  <a:gd name="connsiteY532" fmla="*/ 181949 h 2962327"/>
                  <a:gd name="connsiteX533" fmla="*/ 805359 w 3028217"/>
                  <a:gd name="connsiteY533" fmla="*/ 187188 h 2962327"/>
                  <a:gd name="connsiteX534" fmla="*/ 795834 w 3028217"/>
                  <a:gd name="connsiteY534" fmla="*/ 196713 h 2962327"/>
                  <a:gd name="connsiteX535" fmla="*/ 788214 w 3028217"/>
                  <a:gd name="connsiteY535" fmla="*/ 182426 h 2962327"/>
                  <a:gd name="connsiteX536" fmla="*/ 798215 w 3028217"/>
                  <a:gd name="connsiteY536" fmla="*/ 181949 h 2962327"/>
                  <a:gd name="connsiteX537" fmla="*/ 938708 w 3028217"/>
                  <a:gd name="connsiteY537" fmla="*/ 121466 h 2962327"/>
                  <a:gd name="connsiteX538" fmla="*/ 952043 w 3028217"/>
                  <a:gd name="connsiteY538" fmla="*/ 141468 h 2962327"/>
                  <a:gd name="connsiteX539" fmla="*/ 951037 w 3028217"/>
                  <a:gd name="connsiteY539" fmla="*/ 142501 h 2962327"/>
                  <a:gd name="connsiteX540" fmla="*/ 953949 w 3028217"/>
                  <a:gd name="connsiteY540" fmla="*/ 140516 h 2962327"/>
                  <a:gd name="connsiteX541" fmla="*/ 952996 w 3028217"/>
                  <a:gd name="connsiteY541" fmla="*/ 148136 h 2962327"/>
                  <a:gd name="connsiteX542" fmla="*/ 952996 w 3028217"/>
                  <a:gd name="connsiteY542" fmla="*/ 169091 h 2962327"/>
                  <a:gd name="connsiteX543" fmla="*/ 944424 w 3028217"/>
                  <a:gd name="connsiteY543" fmla="*/ 159804 h 2962327"/>
                  <a:gd name="connsiteX544" fmla="*/ 933131 w 3028217"/>
                  <a:gd name="connsiteY544" fmla="*/ 154863 h 2962327"/>
                  <a:gd name="connsiteX545" fmla="*/ 931088 w 3028217"/>
                  <a:gd name="connsiteY545" fmla="*/ 155756 h 2962327"/>
                  <a:gd name="connsiteX546" fmla="*/ 930136 w 3028217"/>
                  <a:gd name="connsiteY546" fmla="*/ 155756 h 2962327"/>
                  <a:gd name="connsiteX547" fmla="*/ 918706 w 3028217"/>
                  <a:gd name="connsiteY547" fmla="*/ 144326 h 2962327"/>
                  <a:gd name="connsiteX548" fmla="*/ 931088 w 3028217"/>
                  <a:gd name="connsiteY548" fmla="*/ 122418 h 2962327"/>
                  <a:gd name="connsiteX549" fmla="*/ 938708 w 3028217"/>
                  <a:gd name="connsiteY549" fmla="*/ 121466 h 2962327"/>
                  <a:gd name="connsiteX550" fmla="*/ 925373 w 3028217"/>
                  <a:gd name="connsiteY550" fmla="*/ 107178 h 2962327"/>
                  <a:gd name="connsiteX551" fmla="*/ 938708 w 3028217"/>
                  <a:gd name="connsiteY551" fmla="*/ 121465 h 2962327"/>
                  <a:gd name="connsiteX552" fmla="*/ 935851 w 3028217"/>
                  <a:gd name="connsiteY552" fmla="*/ 121465 h 2962327"/>
                  <a:gd name="connsiteX553" fmla="*/ 932993 w 3028217"/>
                  <a:gd name="connsiteY553" fmla="*/ 121465 h 2962327"/>
                  <a:gd name="connsiteX554" fmla="*/ 901561 w 3028217"/>
                  <a:gd name="connsiteY554" fmla="*/ 123370 h 2962327"/>
                  <a:gd name="connsiteX555" fmla="*/ 925373 w 3028217"/>
                  <a:gd name="connsiteY555" fmla="*/ 107178 h 2962327"/>
                  <a:gd name="connsiteX556" fmla="*/ 1021576 w 3028217"/>
                  <a:gd name="connsiteY556" fmla="*/ 71936 h 2962327"/>
                  <a:gd name="connsiteX557" fmla="*/ 1031101 w 3028217"/>
                  <a:gd name="connsiteY557" fmla="*/ 97653 h 2962327"/>
                  <a:gd name="connsiteX558" fmla="*/ 1000621 w 3028217"/>
                  <a:gd name="connsiteY558" fmla="*/ 92891 h 2962327"/>
                  <a:gd name="connsiteX559" fmla="*/ 1007288 w 3028217"/>
                  <a:gd name="connsiteY559" fmla="*/ 79556 h 2962327"/>
                  <a:gd name="connsiteX560" fmla="*/ 1021576 w 3028217"/>
                  <a:gd name="connsiteY560" fmla="*/ 71936 h 2962327"/>
                  <a:gd name="connsiteX561" fmla="*/ 1113849 w 3028217"/>
                  <a:gd name="connsiteY561" fmla="*/ 40265 h 2962327"/>
                  <a:gd name="connsiteX562" fmla="*/ 1159689 w 3028217"/>
                  <a:gd name="connsiteY562" fmla="*/ 51933 h 2962327"/>
                  <a:gd name="connsiteX563" fmla="*/ 1151116 w 3028217"/>
                  <a:gd name="connsiteY563" fmla="*/ 84318 h 2962327"/>
                  <a:gd name="connsiteX564" fmla="*/ 1111111 w 3028217"/>
                  <a:gd name="connsiteY564" fmla="*/ 92891 h 2962327"/>
                  <a:gd name="connsiteX565" fmla="*/ 1070153 w 3028217"/>
                  <a:gd name="connsiteY565" fmla="*/ 58601 h 2962327"/>
                  <a:gd name="connsiteX566" fmla="*/ 1113849 w 3028217"/>
                  <a:gd name="connsiteY566" fmla="*/ 40265 h 2962327"/>
                  <a:gd name="connsiteX567" fmla="*/ 1400760 w 3028217"/>
                  <a:gd name="connsiteY567" fmla="*/ 96 h 2962327"/>
                  <a:gd name="connsiteX568" fmla="*/ 1476871 w 3028217"/>
                  <a:gd name="connsiteY568" fmla="*/ 5260 h 2962327"/>
                  <a:gd name="connsiteX569" fmla="*/ 1611174 w 3028217"/>
                  <a:gd name="connsiteY569" fmla="*/ 9070 h 2962327"/>
                  <a:gd name="connsiteX570" fmla="*/ 1619746 w 3028217"/>
                  <a:gd name="connsiteY570" fmla="*/ 17643 h 2962327"/>
                  <a:gd name="connsiteX571" fmla="*/ 1646416 w 3028217"/>
                  <a:gd name="connsiteY571" fmla="*/ 28120 h 2962327"/>
                  <a:gd name="connsiteX572" fmla="*/ 1667371 w 3028217"/>
                  <a:gd name="connsiteY572" fmla="*/ 31930 h 2962327"/>
                  <a:gd name="connsiteX573" fmla="*/ 1742261 w 3028217"/>
                  <a:gd name="connsiteY573" fmla="*/ 11690 h 2962327"/>
                  <a:gd name="connsiteX574" fmla="*/ 1820723 w 3028217"/>
                  <a:gd name="connsiteY574" fmla="*/ 30025 h 2962327"/>
                  <a:gd name="connsiteX575" fmla="*/ 1901686 w 3028217"/>
                  <a:gd name="connsiteY575" fmla="*/ 45265 h 2962327"/>
                  <a:gd name="connsiteX576" fmla="*/ 1894066 w 3028217"/>
                  <a:gd name="connsiteY576" fmla="*/ 69078 h 2962327"/>
                  <a:gd name="connsiteX577" fmla="*/ 1955978 w 3028217"/>
                  <a:gd name="connsiteY577" fmla="*/ 55743 h 2962327"/>
                  <a:gd name="connsiteX578" fmla="*/ 1954073 w 3028217"/>
                  <a:gd name="connsiteY578" fmla="*/ 71935 h 2962327"/>
                  <a:gd name="connsiteX579" fmla="*/ 1935976 w 3028217"/>
                  <a:gd name="connsiteY579" fmla="*/ 103368 h 2962327"/>
                  <a:gd name="connsiteX580" fmla="*/ 1949311 w 3028217"/>
                  <a:gd name="connsiteY580" fmla="*/ 161470 h 2962327"/>
                  <a:gd name="connsiteX581" fmla="*/ 1894066 w 3028217"/>
                  <a:gd name="connsiteY581" fmla="*/ 171948 h 2962327"/>
                  <a:gd name="connsiteX582" fmla="*/ 1913116 w 3028217"/>
                  <a:gd name="connsiteY582" fmla="*/ 183378 h 2962327"/>
                  <a:gd name="connsiteX583" fmla="*/ 1907401 w 3028217"/>
                  <a:gd name="connsiteY583" fmla="*/ 196713 h 2962327"/>
                  <a:gd name="connsiteX584" fmla="*/ 1873111 w 3028217"/>
                  <a:gd name="connsiteY584" fmla="*/ 245290 h 2962327"/>
                  <a:gd name="connsiteX585" fmla="*/ 1866443 w 3028217"/>
                  <a:gd name="connsiteY585" fmla="*/ 267198 h 2962327"/>
                  <a:gd name="connsiteX586" fmla="*/ 1851203 w 3028217"/>
                  <a:gd name="connsiteY586" fmla="*/ 270055 h 2962327"/>
                  <a:gd name="connsiteX587" fmla="*/ 1866443 w 3028217"/>
                  <a:gd name="connsiteY587" fmla="*/ 313870 h 2962327"/>
                  <a:gd name="connsiteX588" fmla="*/ 1843583 w 3028217"/>
                  <a:gd name="connsiteY588" fmla="*/ 319585 h 2962327"/>
                  <a:gd name="connsiteX589" fmla="*/ 1819771 w 3028217"/>
                  <a:gd name="connsiteY589" fmla="*/ 300535 h 2962327"/>
                  <a:gd name="connsiteX590" fmla="*/ 1788338 w 3028217"/>
                  <a:gd name="connsiteY590" fmla="*/ 313870 h 2962327"/>
                  <a:gd name="connsiteX591" fmla="*/ 1800721 w 3028217"/>
                  <a:gd name="connsiteY591" fmla="*/ 315775 h 2962327"/>
                  <a:gd name="connsiteX592" fmla="*/ 1823581 w 3028217"/>
                  <a:gd name="connsiteY592" fmla="*/ 314823 h 2962327"/>
                  <a:gd name="connsiteX593" fmla="*/ 1833106 w 3028217"/>
                  <a:gd name="connsiteY593" fmla="*/ 317680 h 2962327"/>
                  <a:gd name="connsiteX594" fmla="*/ 1838821 w 3028217"/>
                  <a:gd name="connsiteY594" fmla="*/ 334825 h 2962327"/>
                  <a:gd name="connsiteX595" fmla="*/ 1715948 w 3028217"/>
                  <a:gd name="connsiteY595" fmla="*/ 370068 h 2962327"/>
                  <a:gd name="connsiteX596" fmla="*/ 1691183 w 3028217"/>
                  <a:gd name="connsiteY596" fmla="*/ 379593 h 2962327"/>
                  <a:gd name="connsiteX597" fmla="*/ 1586408 w 3028217"/>
                  <a:gd name="connsiteY597" fmla="*/ 430075 h 2962327"/>
                  <a:gd name="connsiteX598" fmla="*/ 1542593 w 3028217"/>
                  <a:gd name="connsiteY598" fmla="*/ 468175 h 2962327"/>
                  <a:gd name="connsiteX599" fmla="*/ 1480681 w 3028217"/>
                  <a:gd name="connsiteY599" fmla="*/ 555805 h 2962327"/>
                  <a:gd name="connsiteX600" fmla="*/ 1462583 w 3028217"/>
                  <a:gd name="connsiteY600" fmla="*/ 562473 h 2962327"/>
                  <a:gd name="connsiteX601" fmla="*/ 1385431 w 3028217"/>
                  <a:gd name="connsiteY601" fmla="*/ 462460 h 2962327"/>
                  <a:gd name="connsiteX602" fmla="*/ 1379716 w 3028217"/>
                  <a:gd name="connsiteY602" fmla="*/ 398643 h 2962327"/>
                  <a:gd name="connsiteX603" fmla="*/ 1441628 w 3028217"/>
                  <a:gd name="connsiteY603" fmla="*/ 335778 h 2962327"/>
                  <a:gd name="connsiteX604" fmla="*/ 1449248 w 3028217"/>
                  <a:gd name="connsiteY604" fmla="*/ 321490 h 2962327"/>
                  <a:gd name="connsiteX605" fmla="*/ 1461631 w 3028217"/>
                  <a:gd name="connsiteY605" fmla="*/ 300535 h 2962327"/>
                  <a:gd name="connsiteX606" fmla="*/ 1412101 w 3028217"/>
                  <a:gd name="connsiteY606" fmla="*/ 280533 h 2962327"/>
                  <a:gd name="connsiteX607" fmla="*/ 1434961 w 3028217"/>
                  <a:gd name="connsiteY607" fmla="*/ 215763 h 2962327"/>
                  <a:gd name="connsiteX608" fmla="*/ 1371143 w 3028217"/>
                  <a:gd name="connsiteY608" fmla="*/ 160518 h 2962327"/>
                  <a:gd name="connsiteX609" fmla="*/ 1331138 w 3028217"/>
                  <a:gd name="connsiteY609" fmla="*/ 162423 h 2962327"/>
                  <a:gd name="connsiteX610" fmla="*/ 1303516 w 3028217"/>
                  <a:gd name="connsiteY610" fmla="*/ 150040 h 2962327"/>
                  <a:gd name="connsiteX611" fmla="*/ 1313993 w 3028217"/>
                  <a:gd name="connsiteY611" fmla="*/ 130038 h 2962327"/>
                  <a:gd name="connsiteX612" fmla="*/ 1313041 w 3028217"/>
                  <a:gd name="connsiteY612" fmla="*/ 121465 h 2962327"/>
                  <a:gd name="connsiteX613" fmla="*/ 1323518 w 3028217"/>
                  <a:gd name="connsiteY613" fmla="*/ 96700 h 2962327"/>
                  <a:gd name="connsiteX614" fmla="*/ 1387336 w 3028217"/>
                  <a:gd name="connsiteY614" fmla="*/ 88128 h 2962327"/>
                  <a:gd name="connsiteX615" fmla="*/ 1394003 w 3028217"/>
                  <a:gd name="connsiteY615" fmla="*/ 68125 h 2962327"/>
                  <a:gd name="connsiteX616" fmla="*/ 1445438 w 3028217"/>
                  <a:gd name="connsiteY616" fmla="*/ 41455 h 2962327"/>
                  <a:gd name="connsiteX617" fmla="*/ 1471104 w 3028217"/>
                  <a:gd name="connsiteY617" fmla="*/ 35589 h 2962327"/>
                  <a:gd name="connsiteX618" fmla="*/ 1469608 w 3028217"/>
                  <a:gd name="connsiteY618" fmla="*/ 35026 h 2962327"/>
                  <a:gd name="connsiteX619" fmla="*/ 1456869 w 3028217"/>
                  <a:gd name="connsiteY619" fmla="*/ 34788 h 2962327"/>
                  <a:gd name="connsiteX620" fmla="*/ 1365429 w 3028217"/>
                  <a:gd name="connsiteY620" fmla="*/ 60505 h 2962327"/>
                  <a:gd name="connsiteX621" fmla="*/ 1208266 w 3028217"/>
                  <a:gd name="connsiteY621" fmla="*/ 122418 h 2962327"/>
                  <a:gd name="connsiteX622" fmla="*/ 1175881 w 3028217"/>
                  <a:gd name="connsiteY622" fmla="*/ 122418 h 2962327"/>
                  <a:gd name="connsiteX623" fmla="*/ 1187311 w 3028217"/>
                  <a:gd name="connsiteY623" fmla="*/ 142420 h 2962327"/>
                  <a:gd name="connsiteX624" fmla="*/ 1180644 w 3028217"/>
                  <a:gd name="connsiteY624" fmla="*/ 149088 h 2962327"/>
                  <a:gd name="connsiteX625" fmla="*/ 1158647 w 3028217"/>
                  <a:gd name="connsiteY625" fmla="*/ 153642 h 2962327"/>
                  <a:gd name="connsiteX626" fmla="*/ 1143520 w 3028217"/>
                  <a:gd name="connsiteY626" fmla="*/ 152466 h 2962327"/>
                  <a:gd name="connsiteX627" fmla="*/ 1148259 w 3028217"/>
                  <a:gd name="connsiteY627" fmla="*/ 153731 h 2962327"/>
                  <a:gd name="connsiteX628" fmla="*/ 1152069 w 3028217"/>
                  <a:gd name="connsiteY628" fmla="*/ 175758 h 2962327"/>
                  <a:gd name="connsiteX629" fmla="*/ 1029196 w 3028217"/>
                  <a:gd name="connsiteY629" fmla="*/ 182425 h 2962327"/>
                  <a:gd name="connsiteX630" fmla="*/ 1006336 w 3028217"/>
                  <a:gd name="connsiteY630" fmla="*/ 148135 h 2962327"/>
                  <a:gd name="connsiteX631" fmla="*/ 995859 w 3028217"/>
                  <a:gd name="connsiteY631" fmla="*/ 134800 h 2962327"/>
                  <a:gd name="connsiteX632" fmla="*/ 987286 w 3028217"/>
                  <a:gd name="connsiteY632" fmla="*/ 114798 h 2962327"/>
                  <a:gd name="connsiteX633" fmla="*/ 1049199 w 3028217"/>
                  <a:gd name="connsiteY633" fmla="*/ 134800 h 2962327"/>
                  <a:gd name="connsiteX634" fmla="*/ 1064439 w 3028217"/>
                  <a:gd name="connsiteY634" fmla="*/ 149088 h 2962327"/>
                  <a:gd name="connsiteX635" fmla="*/ 1095871 w 3028217"/>
                  <a:gd name="connsiteY635" fmla="*/ 149326 h 2962327"/>
                  <a:gd name="connsiteX636" fmla="*/ 1106484 w 3028217"/>
                  <a:gd name="connsiteY636" fmla="*/ 148924 h 2962327"/>
                  <a:gd name="connsiteX637" fmla="*/ 1093014 w 3028217"/>
                  <a:gd name="connsiteY637" fmla="*/ 149088 h 2962327"/>
                  <a:gd name="connsiteX638" fmla="*/ 1062534 w 3028217"/>
                  <a:gd name="connsiteY638" fmla="*/ 131943 h 2962327"/>
                  <a:gd name="connsiteX639" fmla="*/ 1133971 w 3028217"/>
                  <a:gd name="connsiteY639" fmla="*/ 110988 h 2962327"/>
                  <a:gd name="connsiteX640" fmla="*/ 1158736 w 3028217"/>
                  <a:gd name="connsiteY640" fmla="*/ 88128 h 2962327"/>
                  <a:gd name="connsiteX641" fmla="*/ 1173024 w 3028217"/>
                  <a:gd name="connsiteY641" fmla="*/ 73840 h 2962327"/>
                  <a:gd name="connsiteX642" fmla="*/ 1214934 w 3028217"/>
                  <a:gd name="connsiteY642" fmla="*/ 54790 h 2962327"/>
                  <a:gd name="connsiteX643" fmla="*/ 1275894 w 3028217"/>
                  <a:gd name="connsiteY643" fmla="*/ 44313 h 2962327"/>
                  <a:gd name="connsiteX644" fmla="*/ 1211124 w 3028217"/>
                  <a:gd name="connsiteY644" fmla="*/ 51933 h 2962327"/>
                  <a:gd name="connsiteX645" fmla="*/ 1174929 w 3028217"/>
                  <a:gd name="connsiteY645" fmla="*/ 39550 h 2962327"/>
                  <a:gd name="connsiteX646" fmla="*/ 1174929 w 3028217"/>
                  <a:gd name="connsiteY646" fmla="*/ 26215 h 2962327"/>
                  <a:gd name="connsiteX647" fmla="*/ 1400760 w 3028217"/>
                  <a:gd name="connsiteY647" fmla="*/ 96 h 29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Lst>
                <a:rect l="l" t="t" r="r" b="b"/>
                <a:pathLst>
                  <a:path w="3028217" h="2962327">
                    <a:moveTo>
                      <a:pt x="2863236" y="2049564"/>
                    </a:moveTo>
                    <a:cubicBezTo>
                      <a:pt x="2854902" y="2049564"/>
                      <a:pt x="2847996" y="2053612"/>
                      <a:pt x="2844662" y="2065518"/>
                    </a:cubicBezTo>
                    <a:cubicBezTo>
                      <a:pt x="2840852" y="2080758"/>
                      <a:pt x="2821802" y="2104571"/>
                      <a:pt x="2847519" y="2116953"/>
                    </a:cubicBezTo>
                    <a:cubicBezTo>
                      <a:pt x="2878000" y="2131241"/>
                      <a:pt x="2877047" y="2098856"/>
                      <a:pt x="2887525" y="2084568"/>
                    </a:cubicBezTo>
                    <a:cubicBezTo>
                      <a:pt x="2888477" y="2083616"/>
                      <a:pt x="2889430" y="2080758"/>
                      <a:pt x="2890382" y="2078853"/>
                    </a:cubicBezTo>
                    <a:cubicBezTo>
                      <a:pt x="2895144" y="2071233"/>
                      <a:pt x="2896097" y="2064566"/>
                      <a:pt x="2890382" y="2057898"/>
                    </a:cubicBezTo>
                    <a:cubicBezTo>
                      <a:pt x="2881334" y="2053612"/>
                      <a:pt x="2871571" y="2049564"/>
                      <a:pt x="2863236" y="2049564"/>
                    </a:cubicBezTo>
                    <a:close/>
                    <a:moveTo>
                      <a:pt x="2453184" y="1703568"/>
                    </a:moveTo>
                    <a:cubicBezTo>
                      <a:pt x="2446516" y="1700711"/>
                      <a:pt x="2442706" y="1708331"/>
                      <a:pt x="2444611" y="1714046"/>
                    </a:cubicBezTo>
                    <a:cubicBezTo>
                      <a:pt x="2448421" y="1725476"/>
                      <a:pt x="2452231" y="1738811"/>
                      <a:pt x="2467471" y="1740716"/>
                    </a:cubicBezTo>
                    <a:cubicBezTo>
                      <a:pt x="2475091" y="1741668"/>
                      <a:pt x="2480806" y="1736906"/>
                      <a:pt x="2482711" y="1728333"/>
                    </a:cubicBezTo>
                    <a:cubicBezTo>
                      <a:pt x="2473186" y="1720713"/>
                      <a:pt x="2463661" y="1710236"/>
                      <a:pt x="2453184" y="1703568"/>
                    </a:cubicBezTo>
                    <a:close/>
                    <a:moveTo>
                      <a:pt x="802501" y="1583553"/>
                    </a:moveTo>
                    <a:cubicBezTo>
                      <a:pt x="805359" y="1585458"/>
                      <a:pt x="811074" y="1586410"/>
                      <a:pt x="812026" y="1589268"/>
                    </a:cubicBezTo>
                    <a:cubicBezTo>
                      <a:pt x="814884" y="1596888"/>
                      <a:pt x="807264" y="1597840"/>
                      <a:pt x="802501" y="1599745"/>
                    </a:cubicBezTo>
                    <a:cubicBezTo>
                      <a:pt x="797739" y="1601650"/>
                      <a:pt x="792976" y="1598793"/>
                      <a:pt x="792024" y="1594030"/>
                    </a:cubicBezTo>
                    <a:cubicBezTo>
                      <a:pt x="788214" y="1586410"/>
                      <a:pt x="794881" y="1585458"/>
                      <a:pt x="802501" y="1583553"/>
                    </a:cubicBezTo>
                    <a:close/>
                    <a:moveTo>
                      <a:pt x="573901" y="1577838"/>
                    </a:moveTo>
                    <a:cubicBezTo>
                      <a:pt x="581521" y="1579743"/>
                      <a:pt x="588189" y="1582600"/>
                      <a:pt x="592951" y="1589268"/>
                    </a:cubicBezTo>
                    <a:cubicBezTo>
                      <a:pt x="592951" y="1594982"/>
                      <a:pt x="589141" y="1596888"/>
                      <a:pt x="584379" y="1596888"/>
                    </a:cubicBezTo>
                    <a:cubicBezTo>
                      <a:pt x="575806" y="1597840"/>
                      <a:pt x="568186" y="1595935"/>
                      <a:pt x="565329" y="1587363"/>
                    </a:cubicBezTo>
                    <a:cubicBezTo>
                      <a:pt x="562471" y="1580695"/>
                      <a:pt x="568186" y="1576885"/>
                      <a:pt x="573901" y="1577838"/>
                    </a:cubicBezTo>
                    <a:close/>
                    <a:moveTo>
                      <a:pt x="698678" y="1550216"/>
                    </a:moveTo>
                    <a:cubicBezTo>
                      <a:pt x="729158" y="1545453"/>
                      <a:pt x="746303" y="1560693"/>
                      <a:pt x="763448" y="1592126"/>
                    </a:cubicBezTo>
                    <a:cubicBezTo>
                      <a:pt x="731063" y="1576886"/>
                      <a:pt x="706298" y="1611176"/>
                      <a:pt x="678676" y="1592126"/>
                    </a:cubicBezTo>
                    <a:cubicBezTo>
                      <a:pt x="675818" y="1573076"/>
                      <a:pt x="667246" y="1551168"/>
                      <a:pt x="698678" y="1550216"/>
                    </a:cubicBezTo>
                    <a:close/>
                    <a:moveTo>
                      <a:pt x="492939" y="1460681"/>
                    </a:moveTo>
                    <a:cubicBezTo>
                      <a:pt x="518656" y="1456871"/>
                      <a:pt x="541516" y="1464491"/>
                      <a:pt x="562471" y="1479731"/>
                    </a:cubicBezTo>
                    <a:cubicBezTo>
                      <a:pt x="590094" y="1499733"/>
                      <a:pt x="618669" y="1515926"/>
                      <a:pt x="646291" y="1537833"/>
                    </a:cubicBezTo>
                    <a:cubicBezTo>
                      <a:pt x="620574" y="1545453"/>
                      <a:pt x="593904" y="1560693"/>
                      <a:pt x="577711" y="1525451"/>
                    </a:cubicBezTo>
                    <a:cubicBezTo>
                      <a:pt x="567234" y="1503543"/>
                      <a:pt x="541516" y="1503543"/>
                      <a:pt x="527229" y="1487351"/>
                    </a:cubicBezTo>
                    <a:lnTo>
                      <a:pt x="525032" y="1486533"/>
                    </a:lnTo>
                    <a:lnTo>
                      <a:pt x="527229" y="1488303"/>
                    </a:lnTo>
                    <a:cubicBezTo>
                      <a:pt x="502464" y="1486398"/>
                      <a:pt x="475794" y="1465443"/>
                      <a:pt x="451029" y="1494971"/>
                    </a:cubicBezTo>
                    <a:cubicBezTo>
                      <a:pt x="453886" y="1467348"/>
                      <a:pt x="471984" y="1461633"/>
                      <a:pt x="492939" y="1460681"/>
                    </a:cubicBezTo>
                    <a:close/>
                    <a:moveTo>
                      <a:pt x="592475" y="1413889"/>
                    </a:moveTo>
                    <a:cubicBezTo>
                      <a:pt x="594380" y="1414008"/>
                      <a:pt x="596285" y="1414485"/>
                      <a:pt x="596761" y="1414961"/>
                    </a:cubicBezTo>
                    <a:cubicBezTo>
                      <a:pt x="605334" y="1423533"/>
                      <a:pt x="603428" y="1433058"/>
                      <a:pt x="595809" y="1447346"/>
                    </a:cubicBezTo>
                    <a:cubicBezTo>
                      <a:pt x="589141" y="1434011"/>
                      <a:pt x="579616" y="1426391"/>
                      <a:pt x="588189" y="1414961"/>
                    </a:cubicBezTo>
                    <a:cubicBezTo>
                      <a:pt x="588665" y="1414009"/>
                      <a:pt x="590570" y="1413770"/>
                      <a:pt x="592475" y="1413889"/>
                    </a:cubicBezTo>
                    <a:close/>
                    <a:moveTo>
                      <a:pt x="2633206" y="1174931"/>
                    </a:moveTo>
                    <a:cubicBezTo>
                      <a:pt x="2646541" y="1176836"/>
                      <a:pt x="2659876" y="1178741"/>
                      <a:pt x="2673211" y="1180646"/>
                    </a:cubicBezTo>
                    <a:cubicBezTo>
                      <a:pt x="2657018" y="1197791"/>
                      <a:pt x="2645588" y="1186361"/>
                      <a:pt x="2633206" y="1174931"/>
                    </a:cubicBezTo>
                    <a:close/>
                    <a:moveTo>
                      <a:pt x="2477948" y="1095873"/>
                    </a:moveTo>
                    <a:cubicBezTo>
                      <a:pt x="2477948" y="1101588"/>
                      <a:pt x="2478901" y="1106350"/>
                      <a:pt x="2484616" y="1110160"/>
                    </a:cubicBezTo>
                    <a:cubicBezTo>
                      <a:pt x="2478901" y="1119685"/>
                      <a:pt x="2464613" y="1121590"/>
                      <a:pt x="2464613" y="1135878"/>
                    </a:cubicBezTo>
                    <a:cubicBezTo>
                      <a:pt x="2464613" y="1153023"/>
                      <a:pt x="2454136" y="1151118"/>
                      <a:pt x="2444611" y="1144450"/>
                    </a:cubicBezTo>
                    <a:cubicBezTo>
                      <a:pt x="2434133" y="1136830"/>
                      <a:pt x="2413178" y="1133020"/>
                      <a:pt x="2415083" y="1119685"/>
                    </a:cubicBezTo>
                    <a:cubicBezTo>
                      <a:pt x="2417941" y="1101588"/>
                      <a:pt x="2436038" y="1116828"/>
                      <a:pt x="2446516" y="1114923"/>
                    </a:cubicBezTo>
                    <a:cubicBezTo>
                      <a:pt x="2458898" y="1112065"/>
                      <a:pt x="2470329" y="1106350"/>
                      <a:pt x="2477948" y="1095873"/>
                    </a:cubicBezTo>
                    <a:close/>
                    <a:moveTo>
                      <a:pt x="2344599" y="1039676"/>
                    </a:moveTo>
                    <a:cubicBezTo>
                      <a:pt x="2358886" y="1039676"/>
                      <a:pt x="2352219" y="1056821"/>
                      <a:pt x="2355076" y="1066346"/>
                    </a:cubicBezTo>
                    <a:cubicBezTo>
                      <a:pt x="2354124" y="1077776"/>
                      <a:pt x="2356981" y="1093016"/>
                      <a:pt x="2341741" y="1092063"/>
                    </a:cubicBezTo>
                    <a:cubicBezTo>
                      <a:pt x="2328406" y="1091111"/>
                      <a:pt x="2329359" y="1075871"/>
                      <a:pt x="2328406" y="1065393"/>
                    </a:cubicBezTo>
                    <a:cubicBezTo>
                      <a:pt x="2327454" y="1053011"/>
                      <a:pt x="2331264" y="1039676"/>
                      <a:pt x="2344599" y="1039676"/>
                    </a:cubicBezTo>
                    <a:close/>
                    <a:moveTo>
                      <a:pt x="699631" y="966334"/>
                    </a:moveTo>
                    <a:cubicBezTo>
                      <a:pt x="671056" y="960619"/>
                      <a:pt x="648196" y="971096"/>
                      <a:pt x="616764" y="992051"/>
                    </a:cubicBezTo>
                    <a:cubicBezTo>
                      <a:pt x="652959" y="990146"/>
                      <a:pt x="677724" y="983478"/>
                      <a:pt x="699631" y="966334"/>
                    </a:cubicBezTo>
                    <a:close/>
                    <a:moveTo>
                      <a:pt x="2786559" y="938711"/>
                    </a:moveTo>
                    <a:cubicBezTo>
                      <a:pt x="2796084" y="944426"/>
                      <a:pt x="2804656" y="939663"/>
                      <a:pt x="2814181" y="938711"/>
                    </a:cubicBezTo>
                    <a:cubicBezTo>
                      <a:pt x="2814181" y="940616"/>
                      <a:pt x="2814181" y="943473"/>
                      <a:pt x="2814181" y="945378"/>
                    </a:cubicBezTo>
                    <a:cubicBezTo>
                      <a:pt x="2803704" y="949188"/>
                      <a:pt x="2791321" y="959666"/>
                      <a:pt x="2786559" y="938711"/>
                    </a:cubicBezTo>
                    <a:close/>
                    <a:moveTo>
                      <a:pt x="737731" y="935019"/>
                    </a:moveTo>
                    <a:cubicBezTo>
                      <a:pt x="726540" y="936091"/>
                      <a:pt x="714872" y="940139"/>
                      <a:pt x="702489" y="951093"/>
                    </a:cubicBezTo>
                    <a:cubicBezTo>
                      <a:pt x="731064" y="951093"/>
                      <a:pt x="753924" y="958713"/>
                      <a:pt x="770116" y="936805"/>
                    </a:cubicBezTo>
                    <a:cubicBezTo>
                      <a:pt x="759639" y="935853"/>
                      <a:pt x="748923" y="933948"/>
                      <a:pt x="737731" y="935019"/>
                    </a:cubicBezTo>
                    <a:close/>
                    <a:moveTo>
                      <a:pt x="619383" y="880251"/>
                    </a:moveTo>
                    <a:cubicBezTo>
                      <a:pt x="616526" y="879417"/>
                      <a:pt x="612477" y="880608"/>
                      <a:pt x="608191" y="882513"/>
                    </a:cubicBezTo>
                    <a:cubicBezTo>
                      <a:pt x="589141" y="887276"/>
                      <a:pt x="539611" y="951093"/>
                      <a:pt x="541516" y="968238"/>
                    </a:cubicBezTo>
                    <a:cubicBezTo>
                      <a:pt x="543421" y="979668"/>
                      <a:pt x="550089" y="980621"/>
                      <a:pt x="558661" y="975858"/>
                    </a:cubicBezTo>
                    <a:cubicBezTo>
                      <a:pt x="569139" y="970143"/>
                      <a:pt x="576759" y="960618"/>
                      <a:pt x="578664" y="949188"/>
                    </a:cubicBezTo>
                    <a:cubicBezTo>
                      <a:pt x="582474" y="920613"/>
                      <a:pt x="601524" y="904421"/>
                      <a:pt x="623431" y="890133"/>
                    </a:cubicBezTo>
                    <a:cubicBezTo>
                      <a:pt x="623907" y="883942"/>
                      <a:pt x="622241" y="881084"/>
                      <a:pt x="619383" y="880251"/>
                    </a:cubicBezTo>
                    <a:close/>
                    <a:moveTo>
                      <a:pt x="659626" y="872036"/>
                    </a:moveTo>
                    <a:cubicBezTo>
                      <a:pt x="653911" y="870131"/>
                      <a:pt x="645339" y="876798"/>
                      <a:pt x="647244" y="879656"/>
                    </a:cubicBezTo>
                    <a:cubicBezTo>
                      <a:pt x="657721" y="901563"/>
                      <a:pt x="632956" y="928233"/>
                      <a:pt x="657721" y="950141"/>
                    </a:cubicBezTo>
                    <a:cubicBezTo>
                      <a:pt x="667246" y="936806"/>
                      <a:pt x="676771" y="926328"/>
                      <a:pt x="683439" y="913946"/>
                    </a:cubicBezTo>
                    <a:cubicBezTo>
                      <a:pt x="691059" y="897753"/>
                      <a:pt x="704394" y="924423"/>
                      <a:pt x="711061" y="910136"/>
                    </a:cubicBezTo>
                    <a:cubicBezTo>
                      <a:pt x="713919" y="903468"/>
                      <a:pt x="713919" y="896801"/>
                      <a:pt x="709156" y="891086"/>
                    </a:cubicBezTo>
                    <a:cubicBezTo>
                      <a:pt x="696774" y="875846"/>
                      <a:pt x="676771" y="876798"/>
                      <a:pt x="659626" y="872036"/>
                    </a:cubicBezTo>
                    <a:close/>
                    <a:moveTo>
                      <a:pt x="620410" y="803828"/>
                    </a:moveTo>
                    <a:cubicBezTo>
                      <a:pt x="614918" y="803575"/>
                      <a:pt x="609144" y="804646"/>
                      <a:pt x="603429" y="807266"/>
                    </a:cubicBezTo>
                    <a:cubicBezTo>
                      <a:pt x="579616" y="817743"/>
                      <a:pt x="555804" y="830126"/>
                      <a:pt x="532944" y="841556"/>
                    </a:cubicBezTo>
                    <a:cubicBezTo>
                      <a:pt x="530086" y="850128"/>
                      <a:pt x="536754" y="852033"/>
                      <a:pt x="541516" y="855843"/>
                    </a:cubicBezTo>
                    <a:cubicBezTo>
                      <a:pt x="561519" y="852986"/>
                      <a:pt x="579616" y="838698"/>
                      <a:pt x="602476" y="859653"/>
                    </a:cubicBezTo>
                    <a:cubicBezTo>
                      <a:pt x="617716" y="874893"/>
                      <a:pt x="654864" y="853938"/>
                      <a:pt x="652959" y="835841"/>
                    </a:cubicBezTo>
                    <a:cubicBezTo>
                      <a:pt x="650815" y="817267"/>
                      <a:pt x="636885" y="804587"/>
                      <a:pt x="620410" y="803828"/>
                    </a:cubicBezTo>
                    <a:close/>
                    <a:moveTo>
                      <a:pt x="2051228" y="690108"/>
                    </a:moveTo>
                    <a:cubicBezTo>
                      <a:pt x="2066468" y="695823"/>
                      <a:pt x="2079803" y="697728"/>
                      <a:pt x="2074088" y="722493"/>
                    </a:cubicBezTo>
                    <a:cubicBezTo>
                      <a:pt x="2066468" y="753925"/>
                      <a:pt x="2053133" y="773928"/>
                      <a:pt x="2021701" y="782500"/>
                    </a:cubicBezTo>
                    <a:cubicBezTo>
                      <a:pt x="2009318" y="785358"/>
                      <a:pt x="1997888" y="785358"/>
                      <a:pt x="2000746" y="772023"/>
                    </a:cubicBezTo>
                    <a:cubicBezTo>
                      <a:pt x="2006461" y="745353"/>
                      <a:pt x="2008366" y="714873"/>
                      <a:pt x="2036941" y="698680"/>
                    </a:cubicBezTo>
                    <a:cubicBezTo>
                      <a:pt x="2040751" y="694870"/>
                      <a:pt x="2045513" y="692965"/>
                      <a:pt x="2051228" y="690108"/>
                    </a:cubicBezTo>
                    <a:close/>
                    <a:moveTo>
                      <a:pt x="2111236" y="608669"/>
                    </a:moveTo>
                    <a:cubicBezTo>
                      <a:pt x="2115046" y="609621"/>
                      <a:pt x="2116951" y="613431"/>
                      <a:pt x="2113141" y="623433"/>
                    </a:cubicBezTo>
                    <a:cubicBezTo>
                      <a:pt x="2113141" y="624385"/>
                      <a:pt x="2112189" y="625338"/>
                      <a:pt x="2111236" y="626290"/>
                    </a:cubicBezTo>
                    <a:cubicBezTo>
                      <a:pt x="2147431" y="643435"/>
                      <a:pt x="2126476" y="692013"/>
                      <a:pt x="2159814" y="711063"/>
                    </a:cubicBezTo>
                    <a:cubicBezTo>
                      <a:pt x="2178864" y="721540"/>
                      <a:pt x="2174101" y="752020"/>
                      <a:pt x="2199819" y="758688"/>
                    </a:cubicBezTo>
                    <a:cubicBezTo>
                      <a:pt x="2206486" y="760593"/>
                      <a:pt x="2189341" y="798693"/>
                      <a:pt x="2176959" y="800598"/>
                    </a:cubicBezTo>
                    <a:cubicBezTo>
                      <a:pt x="2149336" y="805360"/>
                      <a:pt x="2120761" y="810123"/>
                      <a:pt x="2092186" y="814885"/>
                    </a:cubicBezTo>
                    <a:cubicBezTo>
                      <a:pt x="2089329" y="799645"/>
                      <a:pt x="2128381" y="789168"/>
                      <a:pt x="2092186" y="777738"/>
                    </a:cubicBezTo>
                    <a:cubicBezTo>
                      <a:pt x="2098854" y="765355"/>
                      <a:pt x="2098854" y="749163"/>
                      <a:pt x="2111236" y="740590"/>
                    </a:cubicBezTo>
                    <a:cubicBezTo>
                      <a:pt x="2127429" y="729160"/>
                      <a:pt x="2118856" y="712015"/>
                      <a:pt x="2110284" y="710110"/>
                    </a:cubicBezTo>
                    <a:cubicBezTo>
                      <a:pt x="2086471" y="705348"/>
                      <a:pt x="2087424" y="682488"/>
                      <a:pt x="2076946" y="669153"/>
                    </a:cubicBezTo>
                    <a:cubicBezTo>
                      <a:pt x="2062659" y="651055"/>
                      <a:pt x="2076946" y="617718"/>
                      <a:pt x="2097901" y="611050"/>
                    </a:cubicBezTo>
                    <a:cubicBezTo>
                      <a:pt x="2101711" y="609621"/>
                      <a:pt x="2107426" y="607716"/>
                      <a:pt x="2111236" y="608669"/>
                    </a:cubicBezTo>
                    <a:close/>
                    <a:moveTo>
                      <a:pt x="927279" y="479605"/>
                    </a:moveTo>
                    <a:cubicBezTo>
                      <a:pt x="932041" y="477700"/>
                      <a:pt x="935851" y="480558"/>
                      <a:pt x="933946" y="486273"/>
                    </a:cubicBezTo>
                    <a:cubicBezTo>
                      <a:pt x="932041" y="490083"/>
                      <a:pt x="929184" y="492941"/>
                      <a:pt x="929184" y="493893"/>
                    </a:cubicBezTo>
                    <a:cubicBezTo>
                      <a:pt x="919659" y="493893"/>
                      <a:pt x="917754" y="491035"/>
                      <a:pt x="919659" y="488178"/>
                    </a:cubicBezTo>
                    <a:cubicBezTo>
                      <a:pt x="921564" y="484368"/>
                      <a:pt x="924421" y="480558"/>
                      <a:pt x="927279" y="479605"/>
                    </a:cubicBezTo>
                    <a:close/>
                    <a:moveTo>
                      <a:pt x="1938089" y="417931"/>
                    </a:moveTo>
                    <a:cubicBezTo>
                      <a:pt x="1948537" y="420431"/>
                      <a:pt x="1955503" y="431504"/>
                      <a:pt x="1959789" y="441505"/>
                    </a:cubicBezTo>
                    <a:cubicBezTo>
                      <a:pt x="1967409" y="457698"/>
                      <a:pt x="1952169" y="461508"/>
                      <a:pt x="1940739" y="466270"/>
                    </a:cubicBezTo>
                    <a:cubicBezTo>
                      <a:pt x="1909306" y="478653"/>
                      <a:pt x="1880731" y="501513"/>
                      <a:pt x="1842631" y="480558"/>
                    </a:cubicBezTo>
                    <a:cubicBezTo>
                      <a:pt x="1829296" y="472938"/>
                      <a:pt x="1832154" y="467223"/>
                      <a:pt x="1832154" y="458650"/>
                    </a:cubicBezTo>
                    <a:cubicBezTo>
                      <a:pt x="1828344" y="450078"/>
                      <a:pt x="1835964" y="442458"/>
                      <a:pt x="1833106" y="431980"/>
                    </a:cubicBezTo>
                    <a:cubicBezTo>
                      <a:pt x="1828344" y="420550"/>
                      <a:pt x="1835011" y="416740"/>
                      <a:pt x="1845489" y="423408"/>
                    </a:cubicBezTo>
                    <a:cubicBezTo>
                      <a:pt x="1847394" y="430075"/>
                      <a:pt x="1849299" y="439600"/>
                      <a:pt x="1857871" y="432933"/>
                    </a:cubicBezTo>
                    <a:cubicBezTo>
                      <a:pt x="1878826" y="418645"/>
                      <a:pt x="1903591" y="426265"/>
                      <a:pt x="1926451" y="418645"/>
                    </a:cubicBezTo>
                    <a:cubicBezTo>
                      <a:pt x="1930737" y="417216"/>
                      <a:pt x="1934607" y="417097"/>
                      <a:pt x="1938089" y="417931"/>
                    </a:cubicBezTo>
                    <a:close/>
                    <a:moveTo>
                      <a:pt x="904419" y="389118"/>
                    </a:moveTo>
                    <a:cubicBezTo>
                      <a:pt x="915849" y="404358"/>
                      <a:pt x="928231" y="418646"/>
                      <a:pt x="938709" y="433886"/>
                    </a:cubicBezTo>
                    <a:cubicBezTo>
                      <a:pt x="940614" y="436743"/>
                      <a:pt x="940614" y="441505"/>
                      <a:pt x="942519" y="446268"/>
                    </a:cubicBezTo>
                    <a:cubicBezTo>
                      <a:pt x="938709" y="447221"/>
                      <a:pt x="932041" y="450078"/>
                      <a:pt x="931089" y="449125"/>
                    </a:cubicBezTo>
                    <a:cubicBezTo>
                      <a:pt x="912991" y="426266"/>
                      <a:pt x="896799" y="440553"/>
                      <a:pt x="878701" y="449125"/>
                    </a:cubicBezTo>
                    <a:cubicBezTo>
                      <a:pt x="871081" y="452936"/>
                      <a:pt x="863461" y="446268"/>
                      <a:pt x="856794" y="443411"/>
                    </a:cubicBezTo>
                    <a:cubicBezTo>
                      <a:pt x="835839" y="424361"/>
                      <a:pt x="864414" y="422455"/>
                      <a:pt x="867271" y="412930"/>
                    </a:cubicBezTo>
                    <a:cubicBezTo>
                      <a:pt x="878701" y="402453"/>
                      <a:pt x="887274" y="388166"/>
                      <a:pt x="904419" y="389118"/>
                    </a:cubicBezTo>
                    <a:close/>
                    <a:moveTo>
                      <a:pt x="1062534" y="340541"/>
                    </a:moveTo>
                    <a:cubicBezTo>
                      <a:pt x="1073011" y="340541"/>
                      <a:pt x="1082536" y="340541"/>
                      <a:pt x="1083489" y="353876"/>
                    </a:cubicBezTo>
                    <a:cubicBezTo>
                      <a:pt x="1073964" y="356733"/>
                      <a:pt x="1066344" y="373878"/>
                      <a:pt x="1053961" y="360543"/>
                    </a:cubicBezTo>
                    <a:cubicBezTo>
                      <a:pt x="1045389" y="351018"/>
                      <a:pt x="1054914" y="345303"/>
                      <a:pt x="1062534" y="340541"/>
                    </a:cubicBezTo>
                    <a:close/>
                    <a:moveTo>
                      <a:pt x="2471113" y="336025"/>
                    </a:moveTo>
                    <a:cubicBezTo>
                      <a:pt x="2489315" y="339763"/>
                      <a:pt x="2505689" y="355066"/>
                      <a:pt x="2521763" y="370068"/>
                    </a:cubicBezTo>
                    <a:cubicBezTo>
                      <a:pt x="2652256" y="491988"/>
                      <a:pt x="2764651" y="627243"/>
                      <a:pt x="2848471" y="785358"/>
                    </a:cubicBezTo>
                    <a:cubicBezTo>
                      <a:pt x="2875141" y="835841"/>
                      <a:pt x="2898953" y="887276"/>
                      <a:pt x="2920861" y="940616"/>
                    </a:cubicBezTo>
                    <a:cubicBezTo>
                      <a:pt x="2925623" y="952046"/>
                      <a:pt x="2938006" y="963476"/>
                      <a:pt x="2926576" y="977763"/>
                    </a:cubicBezTo>
                    <a:cubicBezTo>
                      <a:pt x="2893238" y="978716"/>
                      <a:pt x="2872283" y="955856"/>
                      <a:pt x="2847518" y="938711"/>
                    </a:cubicBezTo>
                    <a:cubicBezTo>
                      <a:pt x="2844661" y="919661"/>
                      <a:pt x="2858948" y="906326"/>
                      <a:pt x="2864663" y="890133"/>
                    </a:cubicBezTo>
                    <a:cubicBezTo>
                      <a:pt x="2846566" y="892991"/>
                      <a:pt x="2829421" y="903468"/>
                      <a:pt x="2810371" y="908231"/>
                    </a:cubicBezTo>
                    <a:cubicBezTo>
                      <a:pt x="2792273" y="911088"/>
                      <a:pt x="2774176" y="912041"/>
                      <a:pt x="2757031" y="904421"/>
                    </a:cubicBezTo>
                    <a:cubicBezTo>
                      <a:pt x="2741791" y="897753"/>
                      <a:pt x="2733218" y="902516"/>
                      <a:pt x="2728456" y="916803"/>
                    </a:cubicBezTo>
                    <a:cubicBezTo>
                      <a:pt x="2724646" y="935853"/>
                      <a:pt x="2713216" y="952998"/>
                      <a:pt x="2707501" y="971096"/>
                    </a:cubicBezTo>
                    <a:cubicBezTo>
                      <a:pt x="2702738" y="984431"/>
                      <a:pt x="2699881" y="997766"/>
                      <a:pt x="2706548" y="1011101"/>
                    </a:cubicBezTo>
                    <a:cubicBezTo>
                      <a:pt x="2712263" y="1021578"/>
                      <a:pt x="2722741" y="1031103"/>
                      <a:pt x="2712263" y="1044438"/>
                    </a:cubicBezTo>
                    <a:cubicBezTo>
                      <a:pt x="2722979" y="1032294"/>
                      <a:pt x="2735302" y="1023900"/>
                      <a:pt x="2750438" y="1026892"/>
                    </a:cubicBezTo>
                    <a:lnTo>
                      <a:pt x="2757317" y="1029909"/>
                    </a:lnTo>
                    <a:lnTo>
                      <a:pt x="2760842" y="1028246"/>
                    </a:lnTo>
                    <a:cubicBezTo>
                      <a:pt x="2768462" y="1021578"/>
                      <a:pt x="2775130" y="1013006"/>
                      <a:pt x="2785607" y="1010148"/>
                    </a:cubicBezTo>
                    <a:cubicBezTo>
                      <a:pt x="2791798" y="1008243"/>
                      <a:pt x="2798228" y="1006814"/>
                      <a:pt x="2804538" y="1006457"/>
                    </a:cubicBezTo>
                    <a:cubicBezTo>
                      <a:pt x="2810848" y="1006100"/>
                      <a:pt x="2817040" y="1006814"/>
                      <a:pt x="2822755" y="1009196"/>
                    </a:cubicBezTo>
                    <a:cubicBezTo>
                      <a:pt x="2859902" y="1023483"/>
                      <a:pt x="2898955" y="1027293"/>
                      <a:pt x="2938959" y="1031103"/>
                    </a:cubicBezTo>
                    <a:cubicBezTo>
                      <a:pt x="2955152" y="1033008"/>
                      <a:pt x="2957057" y="1047296"/>
                      <a:pt x="2959915" y="1058726"/>
                    </a:cubicBezTo>
                    <a:cubicBezTo>
                      <a:pt x="2990394" y="1159691"/>
                      <a:pt x="3010397" y="1262561"/>
                      <a:pt x="3021827" y="1368288"/>
                    </a:cubicBezTo>
                    <a:cubicBezTo>
                      <a:pt x="3029447" y="1433058"/>
                      <a:pt x="3025637" y="1497828"/>
                      <a:pt x="3027542" y="1562598"/>
                    </a:cubicBezTo>
                    <a:cubicBezTo>
                      <a:pt x="3027542" y="1573076"/>
                      <a:pt x="3031352" y="1585458"/>
                      <a:pt x="3020874" y="1594983"/>
                    </a:cubicBezTo>
                    <a:cubicBezTo>
                      <a:pt x="2992299" y="1573076"/>
                      <a:pt x="2963724" y="1551168"/>
                      <a:pt x="2958009" y="1512116"/>
                    </a:cubicBezTo>
                    <a:cubicBezTo>
                      <a:pt x="2954199" y="1483541"/>
                      <a:pt x="2933244" y="1467348"/>
                      <a:pt x="2918005" y="1446393"/>
                    </a:cubicBezTo>
                    <a:cubicBezTo>
                      <a:pt x="2898955" y="1421628"/>
                      <a:pt x="2888477" y="1390196"/>
                      <a:pt x="2860855" y="1371146"/>
                    </a:cubicBezTo>
                    <a:cubicBezTo>
                      <a:pt x="2846567" y="1368288"/>
                      <a:pt x="2836089" y="1359716"/>
                      <a:pt x="2831327" y="1343523"/>
                    </a:cubicBezTo>
                    <a:cubicBezTo>
                      <a:pt x="2835137" y="1360668"/>
                      <a:pt x="2849424" y="1368288"/>
                      <a:pt x="2856092" y="1380671"/>
                    </a:cubicBezTo>
                    <a:cubicBezTo>
                      <a:pt x="2882762" y="1424486"/>
                      <a:pt x="2896097" y="1474968"/>
                      <a:pt x="2930387" y="1514021"/>
                    </a:cubicBezTo>
                    <a:cubicBezTo>
                      <a:pt x="2938007" y="1522593"/>
                      <a:pt x="2938959" y="1534976"/>
                      <a:pt x="2939912" y="1546406"/>
                    </a:cubicBezTo>
                    <a:cubicBezTo>
                      <a:pt x="2941817" y="1566408"/>
                      <a:pt x="2950390" y="1582601"/>
                      <a:pt x="2962772" y="1597841"/>
                    </a:cubicBezTo>
                    <a:cubicBezTo>
                      <a:pt x="2983727" y="1622606"/>
                      <a:pt x="2993252" y="1652133"/>
                      <a:pt x="2999919" y="1683566"/>
                    </a:cubicBezTo>
                    <a:cubicBezTo>
                      <a:pt x="3023732" y="1698806"/>
                      <a:pt x="3015159" y="1721666"/>
                      <a:pt x="3012302" y="1740716"/>
                    </a:cubicBezTo>
                    <a:cubicBezTo>
                      <a:pt x="2988490" y="1885496"/>
                      <a:pt x="2951342" y="2026466"/>
                      <a:pt x="2886572" y="2158864"/>
                    </a:cubicBezTo>
                    <a:cubicBezTo>
                      <a:pt x="2872284" y="2188391"/>
                      <a:pt x="2858949" y="2218871"/>
                      <a:pt x="2841805" y="2246493"/>
                    </a:cubicBezTo>
                    <a:cubicBezTo>
                      <a:pt x="2837042" y="2255066"/>
                      <a:pt x="2835137" y="2266496"/>
                      <a:pt x="2821802" y="2266496"/>
                    </a:cubicBezTo>
                    <a:cubicBezTo>
                      <a:pt x="2812277" y="2260781"/>
                      <a:pt x="2812277" y="2249351"/>
                      <a:pt x="2808467" y="2240778"/>
                    </a:cubicBezTo>
                    <a:cubicBezTo>
                      <a:pt x="2794180" y="2222681"/>
                      <a:pt x="2796084" y="2198868"/>
                      <a:pt x="2785607" y="2172198"/>
                    </a:cubicBezTo>
                    <a:cubicBezTo>
                      <a:pt x="2795132" y="2196011"/>
                      <a:pt x="2791322" y="2217918"/>
                      <a:pt x="2805609" y="2234111"/>
                    </a:cubicBezTo>
                    <a:cubicBezTo>
                      <a:pt x="2812277" y="2246493"/>
                      <a:pt x="2811324" y="2261733"/>
                      <a:pt x="2821802" y="2273164"/>
                    </a:cubicBezTo>
                    <a:cubicBezTo>
                      <a:pt x="2795132" y="2339839"/>
                      <a:pt x="2750364" y="2394131"/>
                      <a:pt x="2708455" y="2451281"/>
                    </a:cubicBezTo>
                    <a:cubicBezTo>
                      <a:pt x="2661782" y="2514146"/>
                      <a:pt x="2606537" y="2568439"/>
                      <a:pt x="2551292" y="2622731"/>
                    </a:cubicBezTo>
                    <a:cubicBezTo>
                      <a:pt x="2527480" y="2646543"/>
                      <a:pt x="2502714" y="2666546"/>
                      <a:pt x="2476997" y="2687501"/>
                    </a:cubicBezTo>
                    <a:cubicBezTo>
                      <a:pt x="2465567" y="2677976"/>
                      <a:pt x="2476997" y="2661783"/>
                      <a:pt x="2463662" y="2655116"/>
                    </a:cubicBezTo>
                    <a:cubicBezTo>
                      <a:pt x="2469377" y="2608443"/>
                      <a:pt x="2446517" y="2570343"/>
                      <a:pt x="2425562" y="2533196"/>
                    </a:cubicBezTo>
                    <a:cubicBezTo>
                      <a:pt x="2392224" y="2475093"/>
                      <a:pt x="2414132" y="2424611"/>
                      <a:pt x="2439849" y="2375081"/>
                    </a:cubicBezTo>
                    <a:cubicBezTo>
                      <a:pt x="2453184" y="2349364"/>
                      <a:pt x="2458899" y="2330314"/>
                      <a:pt x="2449374" y="2301739"/>
                    </a:cubicBezTo>
                    <a:cubicBezTo>
                      <a:pt x="2439849" y="2272211"/>
                      <a:pt x="2442707" y="2240778"/>
                      <a:pt x="2430324" y="2210298"/>
                    </a:cubicBezTo>
                    <a:cubicBezTo>
                      <a:pt x="2420799" y="2187439"/>
                      <a:pt x="2416989" y="2160768"/>
                      <a:pt x="2396987" y="2144576"/>
                    </a:cubicBezTo>
                    <a:cubicBezTo>
                      <a:pt x="2352219" y="2107428"/>
                      <a:pt x="2357934" y="2060756"/>
                      <a:pt x="2370317" y="2012178"/>
                    </a:cubicBezTo>
                    <a:cubicBezTo>
                      <a:pt x="2372222" y="2005511"/>
                      <a:pt x="2374127" y="1998843"/>
                      <a:pt x="2374127" y="1992176"/>
                    </a:cubicBezTo>
                    <a:cubicBezTo>
                      <a:pt x="2376984" y="1954076"/>
                      <a:pt x="2356982" y="1935978"/>
                      <a:pt x="2319834" y="1944551"/>
                    </a:cubicBezTo>
                    <a:cubicBezTo>
                      <a:pt x="2303642" y="1948361"/>
                      <a:pt x="2292212" y="1948361"/>
                      <a:pt x="2282687" y="1931216"/>
                    </a:cubicBezTo>
                    <a:cubicBezTo>
                      <a:pt x="2263637" y="1897878"/>
                      <a:pt x="2235062" y="1889306"/>
                      <a:pt x="2200772" y="1905498"/>
                    </a:cubicBezTo>
                    <a:cubicBezTo>
                      <a:pt x="2186484" y="1912166"/>
                      <a:pt x="2171244" y="1918833"/>
                      <a:pt x="2157909" y="1926453"/>
                    </a:cubicBezTo>
                    <a:cubicBezTo>
                      <a:pt x="2140764" y="1935978"/>
                      <a:pt x="2124572" y="1938836"/>
                      <a:pt x="2106474" y="1931216"/>
                    </a:cubicBezTo>
                    <a:cubicBezTo>
                      <a:pt x="2083614" y="1921691"/>
                      <a:pt x="2059802" y="1925501"/>
                      <a:pt x="2040752" y="1937883"/>
                    </a:cubicBezTo>
                    <a:cubicBezTo>
                      <a:pt x="2012177" y="1956933"/>
                      <a:pt x="1991222" y="1941693"/>
                      <a:pt x="1974077" y="1924548"/>
                    </a:cubicBezTo>
                    <a:cubicBezTo>
                      <a:pt x="1956932" y="1907403"/>
                      <a:pt x="1938834" y="1892163"/>
                      <a:pt x="1919784" y="1877876"/>
                    </a:cubicBezTo>
                    <a:cubicBezTo>
                      <a:pt x="1909307" y="1870256"/>
                      <a:pt x="1899782" y="1861683"/>
                      <a:pt x="1896924" y="1849301"/>
                    </a:cubicBezTo>
                    <a:cubicBezTo>
                      <a:pt x="1889304" y="1812153"/>
                      <a:pt x="1862634" y="1789293"/>
                      <a:pt x="1839774" y="1762623"/>
                    </a:cubicBezTo>
                    <a:cubicBezTo>
                      <a:pt x="1827392" y="1748336"/>
                      <a:pt x="1815962" y="1694043"/>
                      <a:pt x="1822629" y="1676898"/>
                    </a:cubicBezTo>
                    <a:cubicBezTo>
                      <a:pt x="1840727" y="1632131"/>
                      <a:pt x="1846442" y="1585458"/>
                      <a:pt x="1829297" y="1537833"/>
                    </a:cubicBezTo>
                    <a:cubicBezTo>
                      <a:pt x="1826439" y="1530213"/>
                      <a:pt x="1823582" y="1522593"/>
                      <a:pt x="1828344" y="1514973"/>
                    </a:cubicBezTo>
                    <a:cubicBezTo>
                      <a:pt x="1854062" y="1466396"/>
                      <a:pt x="1875017" y="1416866"/>
                      <a:pt x="1909307" y="1373051"/>
                    </a:cubicBezTo>
                    <a:cubicBezTo>
                      <a:pt x="1915022" y="1366383"/>
                      <a:pt x="1923594" y="1365431"/>
                      <a:pt x="1929309" y="1361621"/>
                    </a:cubicBezTo>
                    <a:cubicBezTo>
                      <a:pt x="1954074" y="1345428"/>
                      <a:pt x="1976934" y="1330188"/>
                      <a:pt x="1977887" y="1293041"/>
                    </a:cubicBezTo>
                    <a:cubicBezTo>
                      <a:pt x="1978839" y="1267323"/>
                      <a:pt x="1992174" y="1239701"/>
                      <a:pt x="2019797" y="1227318"/>
                    </a:cubicBezTo>
                    <a:cubicBezTo>
                      <a:pt x="2040752" y="1217793"/>
                      <a:pt x="2050277" y="1201601"/>
                      <a:pt x="2051229" y="1178741"/>
                    </a:cubicBezTo>
                    <a:cubicBezTo>
                      <a:pt x="2058849" y="1162548"/>
                      <a:pt x="2071232" y="1167311"/>
                      <a:pt x="2083614" y="1172073"/>
                    </a:cubicBezTo>
                    <a:cubicBezTo>
                      <a:pt x="2111237" y="1181598"/>
                      <a:pt x="2136002" y="1178741"/>
                      <a:pt x="2161719" y="1162548"/>
                    </a:cubicBezTo>
                    <a:cubicBezTo>
                      <a:pt x="2193152" y="1142546"/>
                      <a:pt x="2229347" y="1134926"/>
                      <a:pt x="2266494" y="1136831"/>
                    </a:cubicBezTo>
                    <a:cubicBezTo>
                      <a:pt x="2288402" y="1137783"/>
                      <a:pt x="2310309" y="1137783"/>
                      <a:pt x="2331264" y="1133021"/>
                    </a:cubicBezTo>
                    <a:cubicBezTo>
                      <a:pt x="2370317" y="1123496"/>
                      <a:pt x="2397939" y="1138736"/>
                      <a:pt x="2387462" y="1197791"/>
                    </a:cubicBezTo>
                    <a:cubicBezTo>
                      <a:pt x="2384604" y="1213983"/>
                      <a:pt x="2384604" y="1228271"/>
                      <a:pt x="2400797" y="1229223"/>
                    </a:cubicBezTo>
                    <a:cubicBezTo>
                      <a:pt x="2447469" y="1231128"/>
                      <a:pt x="2477949" y="1266371"/>
                      <a:pt x="2517002" y="1283516"/>
                    </a:cubicBezTo>
                    <a:cubicBezTo>
                      <a:pt x="2538909" y="1293041"/>
                      <a:pt x="2550339" y="1296851"/>
                      <a:pt x="2556055" y="1266371"/>
                    </a:cubicBezTo>
                    <a:cubicBezTo>
                      <a:pt x="2561769" y="1236843"/>
                      <a:pt x="2589392" y="1227318"/>
                      <a:pt x="2617967" y="1241606"/>
                    </a:cubicBezTo>
                    <a:cubicBezTo>
                      <a:pt x="2644637" y="1254941"/>
                      <a:pt x="2673212" y="1262561"/>
                      <a:pt x="2701787" y="1271133"/>
                    </a:cubicBezTo>
                    <a:cubicBezTo>
                      <a:pt x="2743697" y="1283516"/>
                      <a:pt x="2782749" y="1259703"/>
                      <a:pt x="2823707" y="1270181"/>
                    </a:cubicBezTo>
                    <a:cubicBezTo>
                      <a:pt x="2833232" y="1272086"/>
                      <a:pt x="2840852" y="1262561"/>
                      <a:pt x="2842757" y="1253988"/>
                    </a:cubicBezTo>
                    <a:cubicBezTo>
                      <a:pt x="2847519" y="1233033"/>
                      <a:pt x="2856092" y="1212078"/>
                      <a:pt x="2857997" y="1191123"/>
                    </a:cubicBezTo>
                    <a:cubicBezTo>
                      <a:pt x="2861807" y="1157786"/>
                      <a:pt x="2857044" y="1154928"/>
                      <a:pt x="2824659" y="1163501"/>
                    </a:cubicBezTo>
                    <a:cubicBezTo>
                      <a:pt x="2807514" y="1168263"/>
                      <a:pt x="2793227" y="1167311"/>
                      <a:pt x="2781797" y="1153023"/>
                    </a:cubicBezTo>
                    <a:lnTo>
                      <a:pt x="2778142" y="1149005"/>
                    </a:lnTo>
                    <a:lnTo>
                      <a:pt x="2758579" y="1157637"/>
                    </a:lnTo>
                    <a:cubicBezTo>
                      <a:pt x="2730182" y="1164691"/>
                      <a:pt x="2706072" y="1153261"/>
                      <a:pt x="2684641" y="1122543"/>
                    </a:cubicBezTo>
                    <a:cubicBezTo>
                      <a:pt x="2676068" y="1110161"/>
                      <a:pt x="2672258" y="1095873"/>
                      <a:pt x="2664638" y="1083491"/>
                    </a:cubicBezTo>
                    <a:cubicBezTo>
                      <a:pt x="2658923" y="1073966"/>
                      <a:pt x="2664638" y="1054916"/>
                      <a:pt x="2646541" y="1054916"/>
                    </a:cubicBezTo>
                    <a:cubicBezTo>
                      <a:pt x="2631301" y="1055868"/>
                      <a:pt x="2616061" y="1061583"/>
                      <a:pt x="2610346" y="1080633"/>
                    </a:cubicBezTo>
                    <a:lnTo>
                      <a:pt x="2609202" y="1082346"/>
                    </a:lnTo>
                    <a:lnTo>
                      <a:pt x="2613204" y="1086348"/>
                    </a:lnTo>
                    <a:cubicBezTo>
                      <a:pt x="2619871" y="1093968"/>
                      <a:pt x="2626539" y="1101588"/>
                      <a:pt x="2632254" y="1108255"/>
                    </a:cubicBezTo>
                    <a:cubicBezTo>
                      <a:pt x="2619871" y="1117780"/>
                      <a:pt x="2617014" y="1133020"/>
                      <a:pt x="2609394" y="1145403"/>
                    </a:cubicBezTo>
                    <a:cubicBezTo>
                      <a:pt x="2602726" y="1154928"/>
                      <a:pt x="2586534" y="1142545"/>
                      <a:pt x="2584629" y="1132068"/>
                    </a:cubicBezTo>
                    <a:cubicBezTo>
                      <a:pt x="2581771" y="1117780"/>
                      <a:pt x="2574151" y="1106350"/>
                      <a:pt x="2566055" y="1095397"/>
                    </a:cubicBezTo>
                    <a:lnTo>
                      <a:pt x="2558490" y="1083461"/>
                    </a:lnTo>
                    <a:lnTo>
                      <a:pt x="2545576" y="1071108"/>
                    </a:lnTo>
                    <a:cubicBezTo>
                      <a:pt x="2541766" y="1068251"/>
                      <a:pt x="2537003" y="1065393"/>
                      <a:pt x="2536051" y="1061583"/>
                    </a:cubicBezTo>
                    <a:cubicBezTo>
                      <a:pt x="2522716" y="1003481"/>
                      <a:pt x="2462708" y="991098"/>
                      <a:pt x="2429371" y="952046"/>
                    </a:cubicBezTo>
                    <a:cubicBezTo>
                      <a:pt x="2426513" y="949188"/>
                      <a:pt x="2421751" y="947283"/>
                      <a:pt x="2417941" y="944426"/>
                    </a:cubicBezTo>
                    <a:cubicBezTo>
                      <a:pt x="2416036" y="943473"/>
                      <a:pt x="2413178" y="943473"/>
                      <a:pt x="2407463" y="947283"/>
                    </a:cubicBezTo>
                    <a:cubicBezTo>
                      <a:pt x="2425561" y="973001"/>
                      <a:pt x="2440801" y="998718"/>
                      <a:pt x="2469376" y="1014911"/>
                    </a:cubicBezTo>
                    <a:cubicBezTo>
                      <a:pt x="2483663" y="1023483"/>
                      <a:pt x="2500808" y="1028246"/>
                      <a:pt x="2509381" y="1044438"/>
                    </a:cubicBezTo>
                    <a:cubicBezTo>
                      <a:pt x="2510333" y="1049201"/>
                      <a:pt x="2508428" y="1053963"/>
                      <a:pt x="2504618" y="1057773"/>
                    </a:cubicBezTo>
                    <a:cubicBezTo>
                      <a:pt x="2500808" y="1066346"/>
                      <a:pt x="2479853" y="1059678"/>
                      <a:pt x="2488426" y="1077776"/>
                    </a:cubicBezTo>
                    <a:cubicBezTo>
                      <a:pt x="2485568" y="1082538"/>
                      <a:pt x="2481758" y="1084443"/>
                      <a:pt x="2476996" y="1084443"/>
                    </a:cubicBezTo>
                    <a:cubicBezTo>
                      <a:pt x="2437943" y="1050153"/>
                      <a:pt x="2385556" y="1032056"/>
                      <a:pt x="2356028" y="985383"/>
                    </a:cubicBezTo>
                    <a:cubicBezTo>
                      <a:pt x="2346503" y="970143"/>
                      <a:pt x="2333168" y="968238"/>
                      <a:pt x="2317928" y="978716"/>
                    </a:cubicBezTo>
                    <a:cubicBezTo>
                      <a:pt x="2310308" y="984431"/>
                      <a:pt x="2301736" y="994908"/>
                      <a:pt x="2295068" y="993003"/>
                    </a:cubicBezTo>
                    <a:cubicBezTo>
                      <a:pt x="2237918" y="978716"/>
                      <a:pt x="2232203" y="1040628"/>
                      <a:pt x="2196008" y="1057773"/>
                    </a:cubicBezTo>
                    <a:cubicBezTo>
                      <a:pt x="2185531" y="1062536"/>
                      <a:pt x="2183626" y="1075871"/>
                      <a:pt x="2181721" y="1087301"/>
                    </a:cubicBezTo>
                    <a:cubicBezTo>
                      <a:pt x="2172196" y="1130163"/>
                      <a:pt x="2149336" y="1152071"/>
                      <a:pt x="2105521" y="1157786"/>
                    </a:cubicBezTo>
                    <a:cubicBezTo>
                      <a:pt x="2088376" y="1159691"/>
                      <a:pt x="2069326" y="1179693"/>
                      <a:pt x="2053133" y="1155881"/>
                    </a:cubicBezTo>
                    <a:cubicBezTo>
                      <a:pt x="2052181" y="1145403"/>
                      <a:pt x="2048371" y="1137783"/>
                      <a:pt x="2036941" y="1136831"/>
                    </a:cubicBezTo>
                    <a:cubicBezTo>
                      <a:pt x="2026463" y="1135878"/>
                      <a:pt x="2010271" y="1148261"/>
                      <a:pt x="2008366" y="1131116"/>
                    </a:cubicBezTo>
                    <a:cubicBezTo>
                      <a:pt x="2005508" y="1113018"/>
                      <a:pt x="1993126" y="1094921"/>
                      <a:pt x="2001698" y="1074918"/>
                    </a:cubicBezTo>
                    <a:cubicBezTo>
                      <a:pt x="2011223" y="1051106"/>
                      <a:pt x="2015986" y="1027293"/>
                      <a:pt x="2008366" y="1001576"/>
                    </a:cubicBezTo>
                    <a:cubicBezTo>
                      <a:pt x="2002651" y="979668"/>
                      <a:pt x="2021701" y="978716"/>
                      <a:pt x="2035988" y="977763"/>
                    </a:cubicBezTo>
                    <a:cubicBezTo>
                      <a:pt x="2059801" y="974906"/>
                      <a:pt x="2083613" y="981573"/>
                      <a:pt x="2107426" y="983478"/>
                    </a:cubicBezTo>
                    <a:cubicBezTo>
                      <a:pt x="2120761" y="984431"/>
                      <a:pt x="2139811" y="992051"/>
                      <a:pt x="2148383" y="975858"/>
                    </a:cubicBezTo>
                    <a:cubicBezTo>
                      <a:pt x="2157908" y="956808"/>
                      <a:pt x="2162671" y="934901"/>
                      <a:pt x="2150288" y="913946"/>
                    </a:cubicBezTo>
                    <a:cubicBezTo>
                      <a:pt x="2140763" y="897753"/>
                      <a:pt x="2131238" y="882513"/>
                      <a:pt x="2112188" y="876798"/>
                    </a:cubicBezTo>
                    <a:cubicBezTo>
                      <a:pt x="2105521" y="874893"/>
                      <a:pt x="2094091" y="873941"/>
                      <a:pt x="2096948" y="862511"/>
                    </a:cubicBezTo>
                    <a:cubicBezTo>
                      <a:pt x="2098853" y="852033"/>
                      <a:pt x="2109331" y="852033"/>
                      <a:pt x="2118856" y="849176"/>
                    </a:cubicBezTo>
                    <a:cubicBezTo>
                      <a:pt x="2149336" y="838698"/>
                      <a:pt x="2177911" y="830126"/>
                      <a:pt x="2206486" y="810123"/>
                    </a:cubicBezTo>
                    <a:cubicBezTo>
                      <a:pt x="2241728" y="785358"/>
                      <a:pt x="2258873" y="735828"/>
                      <a:pt x="2308403" y="731066"/>
                    </a:cubicBezTo>
                    <a:cubicBezTo>
                      <a:pt x="2322691" y="729161"/>
                      <a:pt x="2323643" y="718683"/>
                      <a:pt x="2321738" y="708206"/>
                    </a:cubicBezTo>
                    <a:cubicBezTo>
                      <a:pt x="2319833" y="698681"/>
                      <a:pt x="2314118" y="689156"/>
                      <a:pt x="2311261" y="679631"/>
                    </a:cubicBezTo>
                    <a:cubicBezTo>
                      <a:pt x="2307451" y="666296"/>
                      <a:pt x="2305546" y="652008"/>
                      <a:pt x="2320786" y="643436"/>
                    </a:cubicBezTo>
                    <a:cubicBezTo>
                      <a:pt x="2326501" y="640578"/>
                      <a:pt x="2334121" y="632958"/>
                      <a:pt x="2338883" y="638673"/>
                    </a:cubicBezTo>
                    <a:cubicBezTo>
                      <a:pt x="2346503" y="649151"/>
                      <a:pt x="2353171" y="662486"/>
                      <a:pt x="2343646" y="675821"/>
                    </a:cubicBezTo>
                    <a:cubicBezTo>
                      <a:pt x="2337931" y="685346"/>
                      <a:pt x="2342693" y="692966"/>
                      <a:pt x="2348408" y="699633"/>
                    </a:cubicBezTo>
                    <a:cubicBezTo>
                      <a:pt x="2356028" y="708206"/>
                      <a:pt x="2364601" y="711063"/>
                      <a:pt x="2376031" y="706301"/>
                    </a:cubicBezTo>
                    <a:cubicBezTo>
                      <a:pt x="2378888" y="705348"/>
                      <a:pt x="2381746" y="704396"/>
                      <a:pt x="2385556" y="704396"/>
                    </a:cubicBezTo>
                    <a:cubicBezTo>
                      <a:pt x="2409368" y="712968"/>
                      <a:pt x="2432228" y="712016"/>
                      <a:pt x="2454136" y="698681"/>
                    </a:cubicBezTo>
                    <a:cubicBezTo>
                      <a:pt x="2460803" y="694871"/>
                      <a:pt x="2469376" y="692966"/>
                      <a:pt x="2476996" y="692013"/>
                    </a:cubicBezTo>
                    <a:cubicBezTo>
                      <a:pt x="2517001" y="689156"/>
                      <a:pt x="2517001" y="689156"/>
                      <a:pt x="2517953" y="648198"/>
                    </a:cubicBezTo>
                    <a:cubicBezTo>
                      <a:pt x="2525573" y="626291"/>
                      <a:pt x="2540813" y="618671"/>
                      <a:pt x="2563673" y="626291"/>
                    </a:cubicBezTo>
                    <a:cubicBezTo>
                      <a:pt x="2558911" y="610098"/>
                      <a:pt x="2545576" y="599621"/>
                      <a:pt x="2554148" y="585333"/>
                    </a:cubicBezTo>
                    <a:lnTo>
                      <a:pt x="2572928" y="573708"/>
                    </a:lnTo>
                    <a:lnTo>
                      <a:pt x="2586098" y="571735"/>
                    </a:lnTo>
                    <a:lnTo>
                      <a:pt x="2586726" y="571671"/>
                    </a:lnTo>
                    <a:cubicBezTo>
                      <a:pt x="2599630" y="572653"/>
                      <a:pt x="2613203" y="578189"/>
                      <a:pt x="2624633" y="568188"/>
                    </a:cubicBezTo>
                    <a:cubicBezTo>
                      <a:pt x="2626538" y="566283"/>
                      <a:pt x="2628443" y="565331"/>
                      <a:pt x="2630348" y="563426"/>
                    </a:cubicBezTo>
                    <a:cubicBezTo>
                      <a:pt x="2634158" y="561521"/>
                      <a:pt x="2634158" y="568188"/>
                      <a:pt x="2633206" y="563426"/>
                    </a:cubicBezTo>
                    <a:cubicBezTo>
                      <a:pt x="2632253" y="557711"/>
                      <a:pt x="2629396" y="564378"/>
                      <a:pt x="2626538" y="563426"/>
                    </a:cubicBezTo>
                    <a:cubicBezTo>
                      <a:pt x="2615584" y="567236"/>
                      <a:pt x="2604392" y="569141"/>
                      <a:pt x="2593082" y="570689"/>
                    </a:cubicBezTo>
                    <a:lnTo>
                      <a:pt x="2586098" y="571735"/>
                    </a:lnTo>
                    <a:lnTo>
                      <a:pt x="2574151" y="572951"/>
                    </a:lnTo>
                    <a:lnTo>
                      <a:pt x="2572928" y="573708"/>
                    </a:lnTo>
                    <a:lnTo>
                      <a:pt x="2558911" y="575808"/>
                    </a:lnTo>
                    <a:cubicBezTo>
                      <a:pt x="2533193" y="580571"/>
                      <a:pt x="2516048" y="563426"/>
                      <a:pt x="2506523" y="541518"/>
                    </a:cubicBezTo>
                    <a:cubicBezTo>
                      <a:pt x="2496998" y="519611"/>
                      <a:pt x="2487473" y="498656"/>
                      <a:pt x="2512238" y="480558"/>
                    </a:cubicBezTo>
                    <a:cubicBezTo>
                      <a:pt x="2520811" y="474843"/>
                      <a:pt x="2527478" y="467223"/>
                      <a:pt x="2533193" y="458651"/>
                    </a:cubicBezTo>
                    <a:cubicBezTo>
                      <a:pt x="2537003" y="452936"/>
                      <a:pt x="2541766" y="446268"/>
                      <a:pt x="2534146" y="440553"/>
                    </a:cubicBezTo>
                    <a:cubicBezTo>
                      <a:pt x="2526526" y="434838"/>
                      <a:pt x="2515096" y="437696"/>
                      <a:pt x="2513191" y="445316"/>
                    </a:cubicBezTo>
                    <a:cubicBezTo>
                      <a:pt x="2506523" y="474843"/>
                      <a:pt x="2482711" y="489131"/>
                      <a:pt x="2464613" y="509133"/>
                    </a:cubicBezTo>
                    <a:cubicBezTo>
                      <a:pt x="2452231" y="523421"/>
                      <a:pt x="2455088" y="538661"/>
                      <a:pt x="2467471" y="551996"/>
                    </a:cubicBezTo>
                    <a:cubicBezTo>
                      <a:pt x="2481758" y="567236"/>
                      <a:pt x="2481758" y="582476"/>
                      <a:pt x="2468423" y="597716"/>
                    </a:cubicBezTo>
                    <a:cubicBezTo>
                      <a:pt x="2457946" y="610098"/>
                      <a:pt x="2455088" y="623433"/>
                      <a:pt x="2453183" y="638673"/>
                    </a:cubicBezTo>
                    <a:cubicBezTo>
                      <a:pt x="2451278" y="657723"/>
                      <a:pt x="2442706" y="671058"/>
                      <a:pt x="2423656" y="676773"/>
                    </a:cubicBezTo>
                    <a:cubicBezTo>
                      <a:pt x="2413178" y="682488"/>
                      <a:pt x="2402701" y="690108"/>
                      <a:pt x="2389366" y="683441"/>
                    </a:cubicBezTo>
                    <a:cubicBezTo>
                      <a:pt x="2381746" y="676773"/>
                      <a:pt x="2376983" y="670106"/>
                      <a:pt x="2383651" y="659628"/>
                    </a:cubicBezTo>
                    <a:cubicBezTo>
                      <a:pt x="2377936" y="649151"/>
                      <a:pt x="2372221" y="638673"/>
                      <a:pt x="2367458" y="627243"/>
                    </a:cubicBezTo>
                    <a:cubicBezTo>
                      <a:pt x="2348408" y="585333"/>
                      <a:pt x="2348408" y="584381"/>
                      <a:pt x="2308403" y="612003"/>
                    </a:cubicBezTo>
                    <a:cubicBezTo>
                      <a:pt x="2273161" y="616766"/>
                      <a:pt x="2265541" y="608193"/>
                      <a:pt x="2270303" y="571046"/>
                    </a:cubicBezTo>
                    <a:cubicBezTo>
                      <a:pt x="2271256" y="560568"/>
                      <a:pt x="2287448" y="545328"/>
                      <a:pt x="2260778" y="543423"/>
                    </a:cubicBezTo>
                    <a:cubicBezTo>
                      <a:pt x="2255063" y="542471"/>
                      <a:pt x="2255063" y="530088"/>
                      <a:pt x="2259826" y="522468"/>
                    </a:cubicBezTo>
                    <a:cubicBezTo>
                      <a:pt x="2313166" y="486273"/>
                      <a:pt x="2361743" y="445316"/>
                      <a:pt x="2390318" y="385308"/>
                    </a:cubicBezTo>
                    <a:cubicBezTo>
                      <a:pt x="2396986" y="372926"/>
                      <a:pt x="2403653" y="362448"/>
                      <a:pt x="2416988" y="357686"/>
                    </a:cubicBezTo>
                    <a:cubicBezTo>
                      <a:pt x="2416988" y="355781"/>
                      <a:pt x="2416988" y="353876"/>
                      <a:pt x="2417941" y="351971"/>
                    </a:cubicBezTo>
                    <a:cubicBezTo>
                      <a:pt x="2419846" y="352923"/>
                      <a:pt x="2423656" y="354828"/>
                      <a:pt x="2424608" y="353876"/>
                    </a:cubicBezTo>
                    <a:cubicBezTo>
                      <a:pt x="2434371" y="344351"/>
                      <a:pt x="2443539" y="338934"/>
                      <a:pt x="2452245" y="336582"/>
                    </a:cubicBezTo>
                    <a:cubicBezTo>
                      <a:pt x="2458775" y="334818"/>
                      <a:pt x="2465045" y="334779"/>
                      <a:pt x="2471113" y="336025"/>
                    </a:cubicBezTo>
                    <a:close/>
                    <a:moveTo>
                      <a:pt x="761544" y="194808"/>
                    </a:moveTo>
                    <a:cubicBezTo>
                      <a:pt x="773926" y="196713"/>
                      <a:pt x="774879" y="206238"/>
                      <a:pt x="773926" y="216716"/>
                    </a:cubicBezTo>
                    <a:cubicBezTo>
                      <a:pt x="755829" y="237671"/>
                      <a:pt x="760591" y="257673"/>
                      <a:pt x="773926" y="278628"/>
                    </a:cubicBezTo>
                    <a:cubicBezTo>
                      <a:pt x="748209" y="302441"/>
                      <a:pt x="720586" y="315776"/>
                      <a:pt x="687249" y="293868"/>
                    </a:cubicBezTo>
                    <a:cubicBezTo>
                      <a:pt x="682486" y="291011"/>
                      <a:pt x="675819" y="292916"/>
                      <a:pt x="671056" y="292916"/>
                    </a:cubicBezTo>
                    <a:cubicBezTo>
                      <a:pt x="660579" y="294821"/>
                      <a:pt x="650101" y="296726"/>
                      <a:pt x="640576" y="298631"/>
                    </a:cubicBezTo>
                    <a:cubicBezTo>
                      <a:pt x="627241" y="300536"/>
                      <a:pt x="613906" y="302441"/>
                      <a:pt x="603429" y="291011"/>
                    </a:cubicBezTo>
                    <a:cubicBezTo>
                      <a:pt x="636766" y="258626"/>
                      <a:pt x="678676" y="239576"/>
                      <a:pt x="715824" y="211953"/>
                    </a:cubicBezTo>
                    <a:cubicBezTo>
                      <a:pt x="719634" y="209096"/>
                      <a:pt x="724396" y="211953"/>
                      <a:pt x="727254" y="215763"/>
                    </a:cubicBezTo>
                    <a:cubicBezTo>
                      <a:pt x="746304" y="220526"/>
                      <a:pt x="741541" y="187188"/>
                      <a:pt x="761544" y="194808"/>
                    </a:cubicBezTo>
                    <a:close/>
                    <a:moveTo>
                      <a:pt x="873343" y="184331"/>
                    </a:moveTo>
                    <a:cubicBezTo>
                      <a:pt x="879653" y="185283"/>
                      <a:pt x="886320" y="188617"/>
                      <a:pt x="891083" y="191951"/>
                    </a:cubicBezTo>
                    <a:cubicBezTo>
                      <a:pt x="904418" y="200523"/>
                      <a:pt x="892988" y="209096"/>
                      <a:pt x="888226" y="217668"/>
                    </a:cubicBezTo>
                    <a:lnTo>
                      <a:pt x="879241" y="234820"/>
                    </a:lnTo>
                    <a:lnTo>
                      <a:pt x="895370" y="235036"/>
                    </a:lnTo>
                    <a:cubicBezTo>
                      <a:pt x="907514" y="238206"/>
                      <a:pt x="906800" y="249815"/>
                      <a:pt x="899656" y="266246"/>
                    </a:cubicBezTo>
                    <a:cubicBezTo>
                      <a:pt x="894893" y="277676"/>
                      <a:pt x="884416" y="289106"/>
                      <a:pt x="892988" y="303393"/>
                    </a:cubicBezTo>
                    <a:cubicBezTo>
                      <a:pt x="897751" y="310061"/>
                      <a:pt x="901561" y="309108"/>
                      <a:pt x="905371" y="303393"/>
                    </a:cubicBezTo>
                    <a:cubicBezTo>
                      <a:pt x="923468" y="307203"/>
                      <a:pt x="923468" y="307203"/>
                      <a:pt x="915848" y="337683"/>
                    </a:cubicBezTo>
                    <a:cubicBezTo>
                      <a:pt x="926326" y="330063"/>
                      <a:pt x="936803" y="329111"/>
                      <a:pt x="946328" y="324348"/>
                    </a:cubicBezTo>
                    <a:lnTo>
                      <a:pt x="973409" y="303804"/>
                    </a:lnTo>
                    <a:lnTo>
                      <a:pt x="975260" y="292796"/>
                    </a:lnTo>
                    <a:cubicBezTo>
                      <a:pt x="974903" y="288629"/>
                      <a:pt x="972522" y="284819"/>
                      <a:pt x="965378" y="281485"/>
                    </a:cubicBezTo>
                    <a:cubicBezTo>
                      <a:pt x="944423" y="270055"/>
                      <a:pt x="942518" y="249100"/>
                      <a:pt x="962521" y="233860"/>
                    </a:cubicBezTo>
                    <a:cubicBezTo>
                      <a:pt x="977761" y="221478"/>
                      <a:pt x="993953" y="208143"/>
                      <a:pt x="1013956" y="203380"/>
                    </a:cubicBezTo>
                    <a:cubicBezTo>
                      <a:pt x="1018718" y="201475"/>
                      <a:pt x="1023481" y="200046"/>
                      <a:pt x="1028243" y="200165"/>
                    </a:cubicBezTo>
                    <a:cubicBezTo>
                      <a:pt x="1033006" y="200284"/>
                      <a:pt x="1037768" y="201951"/>
                      <a:pt x="1042531" y="206238"/>
                    </a:cubicBezTo>
                    <a:cubicBezTo>
                      <a:pt x="1037768" y="220525"/>
                      <a:pt x="1018718" y="221478"/>
                      <a:pt x="1016813" y="234813"/>
                    </a:cubicBezTo>
                    <a:cubicBezTo>
                      <a:pt x="1029196" y="212905"/>
                      <a:pt x="1052056" y="208143"/>
                      <a:pt x="1075868" y="204333"/>
                    </a:cubicBezTo>
                    <a:cubicBezTo>
                      <a:pt x="1082536" y="204333"/>
                      <a:pt x="1089203" y="204333"/>
                      <a:pt x="1095871" y="204333"/>
                    </a:cubicBezTo>
                    <a:cubicBezTo>
                      <a:pt x="1106348" y="211953"/>
                      <a:pt x="1099681" y="223383"/>
                      <a:pt x="1099681" y="232908"/>
                    </a:cubicBezTo>
                    <a:cubicBezTo>
                      <a:pt x="1112063" y="235765"/>
                      <a:pt x="1123493" y="229098"/>
                      <a:pt x="1133971" y="231003"/>
                    </a:cubicBezTo>
                    <a:cubicBezTo>
                      <a:pt x="1140638" y="231003"/>
                      <a:pt x="1146353" y="233860"/>
                      <a:pt x="1151116" y="238623"/>
                    </a:cubicBezTo>
                    <a:cubicBezTo>
                      <a:pt x="1162546" y="262435"/>
                      <a:pt x="1192073" y="265293"/>
                      <a:pt x="1205408" y="287200"/>
                    </a:cubicBezTo>
                    <a:cubicBezTo>
                      <a:pt x="1219696" y="305298"/>
                      <a:pt x="1210171" y="320538"/>
                      <a:pt x="1198741" y="334825"/>
                    </a:cubicBezTo>
                    <a:cubicBezTo>
                      <a:pt x="1205408" y="359590"/>
                      <a:pt x="1234936" y="358638"/>
                      <a:pt x="1248271" y="377688"/>
                    </a:cubicBezTo>
                    <a:cubicBezTo>
                      <a:pt x="1257796" y="391023"/>
                      <a:pt x="1257796" y="393880"/>
                      <a:pt x="1246366" y="402453"/>
                    </a:cubicBezTo>
                    <a:cubicBezTo>
                      <a:pt x="1226363" y="415788"/>
                      <a:pt x="1207313" y="445315"/>
                      <a:pt x="1187311" y="402453"/>
                    </a:cubicBezTo>
                    <a:cubicBezTo>
                      <a:pt x="1184453" y="396738"/>
                      <a:pt x="1176833" y="390070"/>
                      <a:pt x="1171118" y="396738"/>
                    </a:cubicBezTo>
                    <a:cubicBezTo>
                      <a:pt x="1161593" y="407215"/>
                      <a:pt x="1163498" y="418645"/>
                      <a:pt x="1171118" y="431028"/>
                    </a:cubicBezTo>
                    <a:cubicBezTo>
                      <a:pt x="1186358" y="457698"/>
                      <a:pt x="1180643" y="471033"/>
                      <a:pt x="1151116" y="479605"/>
                    </a:cubicBezTo>
                    <a:cubicBezTo>
                      <a:pt x="1147306" y="475795"/>
                      <a:pt x="1141591" y="474843"/>
                      <a:pt x="1136828" y="476748"/>
                    </a:cubicBezTo>
                    <a:cubicBezTo>
                      <a:pt x="1132066" y="478653"/>
                      <a:pt x="1134923" y="483415"/>
                      <a:pt x="1136828" y="487225"/>
                    </a:cubicBezTo>
                    <a:cubicBezTo>
                      <a:pt x="1135876" y="500560"/>
                      <a:pt x="1128256" y="503418"/>
                      <a:pt x="1118731" y="497703"/>
                    </a:cubicBezTo>
                    <a:cubicBezTo>
                      <a:pt x="1098728" y="487225"/>
                      <a:pt x="1074916" y="482463"/>
                      <a:pt x="1066343" y="455793"/>
                    </a:cubicBezTo>
                    <a:cubicBezTo>
                      <a:pt x="1058723" y="432933"/>
                      <a:pt x="1039673" y="427218"/>
                      <a:pt x="1016813" y="433885"/>
                    </a:cubicBezTo>
                    <a:cubicBezTo>
                      <a:pt x="1008241" y="436743"/>
                      <a:pt x="999668" y="438648"/>
                      <a:pt x="996811" y="428170"/>
                    </a:cubicBezTo>
                    <a:cubicBezTo>
                      <a:pt x="993001" y="415788"/>
                      <a:pt x="1007288" y="411025"/>
                      <a:pt x="1013003" y="411978"/>
                    </a:cubicBezTo>
                    <a:cubicBezTo>
                      <a:pt x="1055866" y="420550"/>
                      <a:pt x="1078726" y="386260"/>
                      <a:pt x="1109206" y="369115"/>
                    </a:cubicBezTo>
                    <a:cubicBezTo>
                      <a:pt x="1117778" y="343398"/>
                      <a:pt x="1089203" y="330063"/>
                      <a:pt x="1089203" y="307203"/>
                    </a:cubicBezTo>
                    <a:cubicBezTo>
                      <a:pt x="1085393" y="301488"/>
                      <a:pt x="1081583" y="296725"/>
                      <a:pt x="1077773" y="291010"/>
                    </a:cubicBezTo>
                    <a:cubicBezTo>
                      <a:pt x="1057771" y="307203"/>
                      <a:pt x="1036816" y="290058"/>
                      <a:pt x="1016813" y="292915"/>
                    </a:cubicBezTo>
                    <a:cubicBezTo>
                      <a:pt x="1012050" y="293391"/>
                      <a:pt x="1008717" y="294106"/>
                      <a:pt x="1007169" y="296011"/>
                    </a:cubicBezTo>
                    <a:lnTo>
                      <a:pt x="1007866" y="302667"/>
                    </a:lnTo>
                    <a:lnTo>
                      <a:pt x="1009193" y="303393"/>
                    </a:lnTo>
                    <a:cubicBezTo>
                      <a:pt x="1013003" y="324348"/>
                      <a:pt x="986333" y="363401"/>
                      <a:pt x="962521" y="370068"/>
                    </a:cubicBezTo>
                    <a:cubicBezTo>
                      <a:pt x="943471" y="375783"/>
                      <a:pt x="924421" y="377688"/>
                      <a:pt x="905371" y="371973"/>
                    </a:cubicBezTo>
                    <a:cubicBezTo>
                      <a:pt x="896798" y="389118"/>
                      <a:pt x="879653" y="396738"/>
                      <a:pt x="868223" y="410073"/>
                    </a:cubicBezTo>
                    <a:cubicBezTo>
                      <a:pt x="859651" y="419598"/>
                      <a:pt x="849173" y="424361"/>
                      <a:pt x="836791" y="426266"/>
                    </a:cubicBezTo>
                    <a:cubicBezTo>
                      <a:pt x="830123" y="425313"/>
                      <a:pt x="820598" y="421503"/>
                      <a:pt x="816788" y="424361"/>
                    </a:cubicBezTo>
                    <a:cubicBezTo>
                      <a:pt x="772973" y="455793"/>
                      <a:pt x="714871" y="464366"/>
                      <a:pt x="677723" y="507228"/>
                    </a:cubicBezTo>
                    <a:cubicBezTo>
                      <a:pt x="667246" y="519611"/>
                      <a:pt x="646291" y="531993"/>
                      <a:pt x="668198" y="553901"/>
                    </a:cubicBezTo>
                    <a:cubicBezTo>
                      <a:pt x="672961" y="558663"/>
                      <a:pt x="665341" y="574856"/>
                      <a:pt x="662483" y="586286"/>
                    </a:cubicBezTo>
                    <a:cubicBezTo>
                      <a:pt x="685343" y="585333"/>
                      <a:pt x="702488" y="596763"/>
                      <a:pt x="716776" y="612956"/>
                    </a:cubicBezTo>
                    <a:cubicBezTo>
                      <a:pt x="731063" y="630101"/>
                      <a:pt x="747256" y="644388"/>
                      <a:pt x="771068" y="645341"/>
                    </a:cubicBezTo>
                    <a:cubicBezTo>
                      <a:pt x="789166" y="646293"/>
                      <a:pt x="788213" y="653913"/>
                      <a:pt x="782498" y="667248"/>
                    </a:cubicBezTo>
                    <a:cubicBezTo>
                      <a:pt x="774878" y="685346"/>
                      <a:pt x="766306" y="702491"/>
                      <a:pt x="772973" y="726303"/>
                    </a:cubicBezTo>
                    <a:cubicBezTo>
                      <a:pt x="779641" y="752973"/>
                      <a:pt x="789166" y="747258"/>
                      <a:pt x="805358" y="736781"/>
                    </a:cubicBezTo>
                    <a:cubicBezTo>
                      <a:pt x="823456" y="725351"/>
                      <a:pt x="826313" y="706301"/>
                      <a:pt x="828218" y="689156"/>
                    </a:cubicBezTo>
                    <a:cubicBezTo>
                      <a:pt x="831076" y="669153"/>
                      <a:pt x="841553" y="660581"/>
                      <a:pt x="858698" y="652961"/>
                    </a:cubicBezTo>
                    <a:cubicBezTo>
                      <a:pt x="901561" y="638673"/>
                      <a:pt x="911086" y="619623"/>
                      <a:pt x="901561" y="573903"/>
                    </a:cubicBezTo>
                    <a:cubicBezTo>
                      <a:pt x="900608" y="569141"/>
                      <a:pt x="899656" y="563426"/>
                      <a:pt x="904418" y="561521"/>
                    </a:cubicBezTo>
                    <a:cubicBezTo>
                      <a:pt x="937756" y="550091"/>
                      <a:pt x="937756" y="514848"/>
                      <a:pt x="953948" y="491988"/>
                    </a:cubicBezTo>
                    <a:cubicBezTo>
                      <a:pt x="957758" y="486273"/>
                      <a:pt x="961568" y="480558"/>
                      <a:pt x="968236" y="478653"/>
                    </a:cubicBezTo>
                    <a:cubicBezTo>
                      <a:pt x="991096" y="471986"/>
                      <a:pt x="1037768" y="491036"/>
                      <a:pt x="1049198" y="512943"/>
                    </a:cubicBezTo>
                    <a:cubicBezTo>
                      <a:pt x="1061581" y="517706"/>
                      <a:pt x="1074916" y="522468"/>
                      <a:pt x="1063486" y="539613"/>
                    </a:cubicBezTo>
                    <a:cubicBezTo>
                      <a:pt x="1048246" y="555806"/>
                      <a:pt x="1052056" y="572951"/>
                      <a:pt x="1067296" y="583428"/>
                    </a:cubicBezTo>
                    <a:cubicBezTo>
                      <a:pt x="1084441" y="593906"/>
                      <a:pt x="1099681" y="578666"/>
                      <a:pt x="1112063" y="568188"/>
                    </a:cubicBezTo>
                    <a:cubicBezTo>
                      <a:pt x="1139686" y="545328"/>
                      <a:pt x="1138733" y="544376"/>
                      <a:pt x="1146353" y="580571"/>
                    </a:cubicBezTo>
                    <a:cubicBezTo>
                      <a:pt x="1149211" y="592953"/>
                      <a:pt x="1154926" y="606288"/>
                      <a:pt x="1151116" y="616766"/>
                    </a:cubicBezTo>
                    <a:cubicBezTo>
                      <a:pt x="1138733" y="656771"/>
                      <a:pt x="1163498" y="672011"/>
                      <a:pt x="1193026" y="684393"/>
                    </a:cubicBezTo>
                    <a:cubicBezTo>
                      <a:pt x="1193026" y="693918"/>
                      <a:pt x="1188501" y="696537"/>
                      <a:pt x="1182905" y="697847"/>
                    </a:cubicBezTo>
                    <a:lnTo>
                      <a:pt x="1179024" y="699159"/>
                    </a:lnTo>
                    <a:lnTo>
                      <a:pt x="1177845" y="699023"/>
                    </a:lnTo>
                    <a:cubicBezTo>
                      <a:pt x="1174214" y="699455"/>
                      <a:pt x="1170404" y="700824"/>
                      <a:pt x="1166356" y="703443"/>
                    </a:cubicBezTo>
                    <a:lnTo>
                      <a:pt x="1179024" y="699159"/>
                    </a:lnTo>
                    <a:lnTo>
                      <a:pt x="1188263" y="700229"/>
                    </a:lnTo>
                    <a:cubicBezTo>
                      <a:pt x="1194931" y="702491"/>
                      <a:pt x="1201122" y="707253"/>
                      <a:pt x="1207313" y="712016"/>
                    </a:cubicBezTo>
                    <a:cubicBezTo>
                      <a:pt x="1210647" y="727732"/>
                      <a:pt x="1209694" y="741781"/>
                      <a:pt x="1205051" y="754402"/>
                    </a:cubicBezTo>
                    <a:lnTo>
                      <a:pt x="1180854" y="787924"/>
                    </a:lnTo>
                    <a:lnTo>
                      <a:pt x="1187073" y="807504"/>
                    </a:lnTo>
                    <a:cubicBezTo>
                      <a:pt x="1190883" y="812504"/>
                      <a:pt x="1196836" y="815362"/>
                      <a:pt x="1206361" y="814886"/>
                    </a:cubicBezTo>
                    <a:cubicBezTo>
                      <a:pt x="1214934" y="814886"/>
                      <a:pt x="1223506" y="816791"/>
                      <a:pt x="1213981" y="828221"/>
                    </a:cubicBezTo>
                    <a:cubicBezTo>
                      <a:pt x="1208266" y="850128"/>
                      <a:pt x="1205409" y="874893"/>
                      <a:pt x="1172071" y="862511"/>
                    </a:cubicBezTo>
                    <a:cubicBezTo>
                      <a:pt x="1153021" y="859653"/>
                      <a:pt x="1123494" y="872036"/>
                      <a:pt x="1115874" y="854891"/>
                    </a:cubicBezTo>
                    <a:cubicBezTo>
                      <a:pt x="1109206" y="839651"/>
                      <a:pt x="1133971" y="821553"/>
                      <a:pt x="1148259" y="807266"/>
                    </a:cubicBezTo>
                    <a:cubicBezTo>
                      <a:pt x="1157784" y="799646"/>
                      <a:pt x="1159689" y="785358"/>
                      <a:pt x="1173024" y="780596"/>
                    </a:cubicBezTo>
                    <a:lnTo>
                      <a:pt x="1173125" y="780684"/>
                    </a:lnTo>
                    <a:lnTo>
                      <a:pt x="1174333" y="770475"/>
                    </a:lnTo>
                    <a:cubicBezTo>
                      <a:pt x="1173023" y="767975"/>
                      <a:pt x="1169689" y="766784"/>
                      <a:pt x="1163498" y="767261"/>
                    </a:cubicBezTo>
                    <a:cubicBezTo>
                      <a:pt x="1147306" y="769166"/>
                      <a:pt x="1137781" y="780596"/>
                      <a:pt x="1124446" y="787263"/>
                    </a:cubicBezTo>
                    <a:cubicBezTo>
                      <a:pt x="1097776" y="793931"/>
                      <a:pt x="1070153" y="791073"/>
                      <a:pt x="1043483" y="789168"/>
                    </a:cubicBezTo>
                    <a:cubicBezTo>
                      <a:pt x="1026338" y="788216"/>
                      <a:pt x="1010146" y="786311"/>
                      <a:pt x="993953" y="794883"/>
                    </a:cubicBezTo>
                    <a:cubicBezTo>
                      <a:pt x="987286" y="810123"/>
                      <a:pt x="971093" y="808218"/>
                      <a:pt x="959663" y="814886"/>
                    </a:cubicBezTo>
                    <a:cubicBezTo>
                      <a:pt x="951091" y="825363"/>
                      <a:pt x="939661" y="831078"/>
                      <a:pt x="929183" y="839651"/>
                    </a:cubicBezTo>
                    <a:lnTo>
                      <a:pt x="925100" y="843462"/>
                    </a:lnTo>
                    <a:lnTo>
                      <a:pt x="915848" y="851081"/>
                    </a:lnTo>
                    <a:cubicBezTo>
                      <a:pt x="915848" y="851081"/>
                      <a:pt x="912991" y="851081"/>
                      <a:pt x="912991" y="851081"/>
                    </a:cubicBezTo>
                    <a:cubicBezTo>
                      <a:pt x="912991" y="851081"/>
                      <a:pt x="914896" y="852986"/>
                      <a:pt x="914896" y="852986"/>
                    </a:cubicBezTo>
                    <a:lnTo>
                      <a:pt x="925100" y="843462"/>
                    </a:lnTo>
                    <a:lnTo>
                      <a:pt x="932041" y="837746"/>
                    </a:lnTo>
                    <a:cubicBezTo>
                      <a:pt x="942518" y="824411"/>
                      <a:pt x="959663" y="826316"/>
                      <a:pt x="972998" y="820601"/>
                    </a:cubicBezTo>
                    <a:cubicBezTo>
                      <a:pt x="979666" y="818696"/>
                      <a:pt x="986333" y="814886"/>
                      <a:pt x="992048" y="814886"/>
                    </a:cubicBezTo>
                    <a:cubicBezTo>
                      <a:pt x="1003478" y="813933"/>
                      <a:pt x="1017766" y="809171"/>
                      <a:pt x="1023481" y="819648"/>
                    </a:cubicBezTo>
                    <a:cubicBezTo>
                      <a:pt x="1032053" y="834888"/>
                      <a:pt x="1013003" y="835841"/>
                      <a:pt x="1005383" y="842508"/>
                    </a:cubicBezTo>
                    <a:cubicBezTo>
                      <a:pt x="1003478" y="844413"/>
                      <a:pt x="1005383" y="851081"/>
                      <a:pt x="1006336" y="854891"/>
                    </a:cubicBezTo>
                    <a:cubicBezTo>
                      <a:pt x="997763" y="866321"/>
                      <a:pt x="1011098" y="877751"/>
                      <a:pt x="1005383" y="889181"/>
                    </a:cubicBezTo>
                    <a:cubicBezTo>
                      <a:pt x="1001573" y="899658"/>
                      <a:pt x="992048" y="903468"/>
                      <a:pt x="984428" y="910136"/>
                    </a:cubicBezTo>
                    <a:cubicBezTo>
                      <a:pt x="974903" y="918708"/>
                      <a:pt x="961568" y="909183"/>
                      <a:pt x="952043" y="916803"/>
                    </a:cubicBezTo>
                    <a:cubicBezTo>
                      <a:pt x="937756" y="931091"/>
                      <a:pt x="916801" y="932043"/>
                      <a:pt x="899656" y="938711"/>
                    </a:cubicBezTo>
                    <a:cubicBezTo>
                      <a:pt x="876796" y="947283"/>
                      <a:pt x="858698" y="959666"/>
                      <a:pt x="855841" y="985383"/>
                    </a:cubicBezTo>
                    <a:cubicBezTo>
                      <a:pt x="853936" y="1001576"/>
                      <a:pt x="839648" y="1003481"/>
                      <a:pt x="831076" y="1003481"/>
                    </a:cubicBezTo>
                    <a:cubicBezTo>
                      <a:pt x="779641" y="1006338"/>
                      <a:pt x="763448" y="1048248"/>
                      <a:pt x="738683" y="1081586"/>
                    </a:cubicBezTo>
                    <a:cubicBezTo>
                      <a:pt x="708203" y="1076823"/>
                      <a:pt x="712013" y="1097778"/>
                      <a:pt x="711061" y="1115876"/>
                    </a:cubicBezTo>
                    <a:cubicBezTo>
                      <a:pt x="707251" y="1144451"/>
                      <a:pt x="692011" y="1163501"/>
                      <a:pt x="666293" y="1175883"/>
                    </a:cubicBezTo>
                    <a:cubicBezTo>
                      <a:pt x="636766" y="1191123"/>
                      <a:pt x="610096" y="1209221"/>
                      <a:pt x="585331" y="1230176"/>
                    </a:cubicBezTo>
                    <a:cubicBezTo>
                      <a:pt x="565328" y="1247320"/>
                      <a:pt x="557708" y="1270181"/>
                      <a:pt x="559613" y="1297803"/>
                    </a:cubicBezTo>
                    <a:cubicBezTo>
                      <a:pt x="561518" y="1327331"/>
                      <a:pt x="564376" y="1356858"/>
                      <a:pt x="557708" y="1386386"/>
                    </a:cubicBezTo>
                    <a:cubicBezTo>
                      <a:pt x="555803" y="1394958"/>
                      <a:pt x="551993" y="1406388"/>
                      <a:pt x="542468" y="1407341"/>
                    </a:cubicBezTo>
                    <a:cubicBezTo>
                      <a:pt x="530086" y="1409246"/>
                      <a:pt x="531038" y="1394958"/>
                      <a:pt x="528181" y="1387338"/>
                    </a:cubicBezTo>
                    <a:cubicBezTo>
                      <a:pt x="522466" y="1365431"/>
                      <a:pt x="516751" y="1344476"/>
                      <a:pt x="519608" y="1320663"/>
                    </a:cubicBezTo>
                    <a:cubicBezTo>
                      <a:pt x="521513" y="1300661"/>
                      <a:pt x="522466" y="1280658"/>
                      <a:pt x="488176" y="1283516"/>
                    </a:cubicBezTo>
                    <a:cubicBezTo>
                      <a:pt x="470078" y="1285421"/>
                      <a:pt x="452933" y="1262561"/>
                      <a:pt x="429121" y="1267323"/>
                    </a:cubicBezTo>
                    <a:cubicBezTo>
                      <a:pt x="422453" y="1268276"/>
                      <a:pt x="411023" y="1265418"/>
                      <a:pt x="409118" y="1268276"/>
                    </a:cubicBezTo>
                    <a:cubicBezTo>
                      <a:pt x="391973" y="1307328"/>
                      <a:pt x="364351" y="1288278"/>
                      <a:pt x="336728" y="1284468"/>
                    </a:cubicBezTo>
                    <a:cubicBezTo>
                      <a:pt x="279578" y="1275896"/>
                      <a:pt x="228143" y="1315901"/>
                      <a:pt x="215761" y="1373051"/>
                    </a:cubicBezTo>
                    <a:cubicBezTo>
                      <a:pt x="210998" y="1396863"/>
                      <a:pt x="193853" y="1415913"/>
                      <a:pt x="189091" y="1441631"/>
                    </a:cubicBezTo>
                    <a:cubicBezTo>
                      <a:pt x="182423" y="1476873"/>
                      <a:pt x="183376" y="1511163"/>
                      <a:pt x="196711" y="1544501"/>
                    </a:cubicBezTo>
                    <a:cubicBezTo>
                      <a:pt x="204331" y="1564503"/>
                      <a:pt x="219571" y="1574028"/>
                      <a:pt x="244336" y="1573076"/>
                    </a:cubicBezTo>
                    <a:cubicBezTo>
                      <a:pt x="284341" y="1571171"/>
                      <a:pt x="310058" y="1555931"/>
                      <a:pt x="320536" y="1514973"/>
                    </a:cubicBezTo>
                    <a:cubicBezTo>
                      <a:pt x="324346" y="1500686"/>
                      <a:pt x="374828" y="1487351"/>
                      <a:pt x="387211" y="1494971"/>
                    </a:cubicBezTo>
                    <a:cubicBezTo>
                      <a:pt x="396736" y="1500686"/>
                      <a:pt x="392926" y="1507353"/>
                      <a:pt x="389116" y="1515926"/>
                    </a:cubicBezTo>
                    <a:cubicBezTo>
                      <a:pt x="372923" y="1552121"/>
                      <a:pt x="358636" y="1589268"/>
                      <a:pt x="340538" y="1624511"/>
                    </a:cubicBezTo>
                    <a:cubicBezTo>
                      <a:pt x="329108" y="1646418"/>
                      <a:pt x="340538" y="1644513"/>
                      <a:pt x="354826" y="1644513"/>
                    </a:cubicBezTo>
                    <a:cubicBezTo>
                      <a:pt x="372923" y="1644513"/>
                      <a:pt x="391973" y="1642608"/>
                      <a:pt x="410071" y="1645466"/>
                    </a:cubicBezTo>
                    <a:cubicBezTo>
                      <a:pt x="432931" y="1649276"/>
                      <a:pt x="449123" y="1658801"/>
                      <a:pt x="439598" y="1687376"/>
                    </a:cubicBezTo>
                    <a:cubicBezTo>
                      <a:pt x="433883" y="1705473"/>
                      <a:pt x="432931" y="1725476"/>
                      <a:pt x="426263" y="1743573"/>
                    </a:cubicBezTo>
                    <a:cubicBezTo>
                      <a:pt x="414833" y="1774053"/>
                      <a:pt x="432931" y="1793103"/>
                      <a:pt x="450076" y="1813106"/>
                    </a:cubicBezTo>
                    <a:cubicBezTo>
                      <a:pt x="466268" y="1832156"/>
                      <a:pt x="483413" y="1819773"/>
                      <a:pt x="499606" y="1812153"/>
                    </a:cubicBezTo>
                    <a:cubicBezTo>
                      <a:pt x="512941" y="1806438"/>
                      <a:pt x="528181" y="1806438"/>
                      <a:pt x="536753" y="1818821"/>
                    </a:cubicBezTo>
                    <a:cubicBezTo>
                      <a:pt x="554851" y="1843586"/>
                      <a:pt x="571996" y="1829298"/>
                      <a:pt x="577711" y="1813106"/>
                    </a:cubicBezTo>
                    <a:cubicBezTo>
                      <a:pt x="591998" y="1771196"/>
                      <a:pt x="630098" y="1768338"/>
                      <a:pt x="661531" y="1754051"/>
                    </a:cubicBezTo>
                    <a:cubicBezTo>
                      <a:pt x="671056" y="1754051"/>
                      <a:pt x="673913" y="1755956"/>
                      <a:pt x="672008" y="1763576"/>
                    </a:cubicBezTo>
                    <a:cubicBezTo>
                      <a:pt x="676771" y="1783578"/>
                      <a:pt x="689153" y="1777863"/>
                      <a:pt x="695821" y="1768338"/>
                    </a:cubicBezTo>
                    <a:cubicBezTo>
                      <a:pt x="713918" y="1745478"/>
                      <a:pt x="729158" y="1761671"/>
                      <a:pt x="741541" y="1772148"/>
                    </a:cubicBezTo>
                    <a:cubicBezTo>
                      <a:pt x="769163" y="1795008"/>
                      <a:pt x="799643" y="1798818"/>
                      <a:pt x="832028" y="1788341"/>
                    </a:cubicBezTo>
                    <a:cubicBezTo>
                      <a:pt x="845363" y="1783578"/>
                      <a:pt x="854888" y="1779768"/>
                      <a:pt x="865366" y="1796913"/>
                    </a:cubicBezTo>
                    <a:cubicBezTo>
                      <a:pt x="875843" y="1814058"/>
                      <a:pt x="896798" y="1823583"/>
                      <a:pt x="910133" y="1838823"/>
                    </a:cubicBezTo>
                    <a:cubicBezTo>
                      <a:pt x="947281" y="1881686"/>
                      <a:pt x="990143" y="1906451"/>
                      <a:pt x="1047293" y="1918833"/>
                    </a:cubicBezTo>
                    <a:cubicBezTo>
                      <a:pt x="1093966" y="1928358"/>
                      <a:pt x="1124446" y="1995986"/>
                      <a:pt x="1116826" y="2036943"/>
                    </a:cubicBezTo>
                    <a:cubicBezTo>
                      <a:pt x="1113968" y="2044563"/>
                      <a:pt x="1111111" y="2051231"/>
                      <a:pt x="1106348" y="2056946"/>
                    </a:cubicBezTo>
                    <a:cubicBezTo>
                      <a:pt x="1092061" y="2071233"/>
                      <a:pt x="1112063" y="2086473"/>
                      <a:pt x="1104443" y="2099808"/>
                    </a:cubicBezTo>
                    <a:cubicBezTo>
                      <a:pt x="1110158" y="2107428"/>
                      <a:pt x="1117778" y="2102666"/>
                      <a:pt x="1124446" y="2102666"/>
                    </a:cubicBezTo>
                    <a:cubicBezTo>
                      <a:pt x="1147306" y="2095046"/>
                      <a:pt x="1161593" y="2062661"/>
                      <a:pt x="1193026" y="2077901"/>
                    </a:cubicBezTo>
                    <a:cubicBezTo>
                      <a:pt x="1225411" y="2087426"/>
                      <a:pt x="1244461" y="2125526"/>
                      <a:pt x="1280656" y="2123621"/>
                    </a:cubicBezTo>
                    <a:cubicBezTo>
                      <a:pt x="1325423" y="2121716"/>
                      <a:pt x="1360666" y="2136956"/>
                      <a:pt x="1387336" y="2172198"/>
                    </a:cubicBezTo>
                    <a:cubicBezTo>
                      <a:pt x="1398766" y="2187438"/>
                      <a:pt x="1427341" y="2172198"/>
                      <a:pt x="1434008" y="2199821"/>
                    </a:cubicBezTo>
                    <a:cubicBezTo>
                      <a:pt x="1440676" y="2228396"/>
                      <a:pt x="1444486" y="2256018"/>
                      <a:pt x="1430198" y="2282688"/>
                    </a:cubicBezTo>
                    <a:cubicBezTo>
                      <a:pt x="1413053" y="2315073"/>
                      <a:pt x="1388288" y="2341743"/>
                      <a:pt x="1370191" y="2373176"/>
                    </a:cubicBezTo>
                    <a:cubicBezTo>
                      <a:pt x="1359713" y="2391273"/>
                      <a:pt x="1356856" y="2406513"/>
                      <a:pt x="1358761" y="2423658"/>
                    </a:cubicBezTo>
                    <a:cubicBezTo>
                      <a:pt x="1366381" y="2486523"/>
                      <a:pt x="1352093" y="2544626"/>
                      <a:pt x="1327328" y="2600823"/>
                    </a:cubicBezTo>
                    <a:cubicBezTo>
                      <a:pt x="1321613" y="2612253"/>
                      <a:pt x="1313041" y="2629398"/>
                      <a:pt x="1293991" y="2626541"/>
                    </a:cubicBezTo>
                    <a:cubicBezTo>
                      <a:pt x="1261606" y="2622731"/>
                      <a:pt x="1241603" y="2647496"/>
                      <a:pt x="1218743" y="2661783"/>
                    </a:cubicBezTo>
                    <a:cubicBezTo>
                      <a:pt x="1203503" y="2671308"/>
                      <a:pt x="1187311" y="2690358"/>
                      <a:pt x="1193026" y="2710361"/>
                    </a:cubicBezTo>
                    <a:cubicBezTo>
                      <a:pt x="1205408" y="2757033"/>
                      <a:pt x="1178738" y="2793228"/>
                      <a:pt x="1164451" y="2832281"/>
                    </a:cubicBezTo>
                    <a:cubicBezTo>
                      <a:pt x="1154926" y="2859903"/>
                      <a:pt x="1136828" y="2884668"/>
                      <a:pt x="1122541" y="2910386"/>
                    </a:cubicBezTo>
                    <a:cubicBezTo>
                      <a:pt x="1116826" y="2920863"/>
                      <a:pt x="1109206" y="2929436"/>
                      <a:pt x="1095871" y="2929436"/>
                    </a:cubicBezTo>
                    <a:cubicBezTo>
                      <a:pt x="1085393" y="2920863"/>
                      <a:pt x="1072058" y="2930388"/>
                      <a:pt x="1061581" y="2922768"/>
                    </a:cubicBezTo>
                    <a:cubicBezTo>
                      <a:pt x="1053961" y="2919911"/>
                      <a:pt x="1044436" y="2911338"/>
                      <a:pt x="1047293" y="2929436"/>
                    </a:cubicBezTo>
                    <a:cubicBezTo>
                      <a:pt x="1052056" y="2938961"/>
                      <a:pt x="1062533" y="2944676"/>
                      <a:pt x="1061581" y="2956106"/>
                    </a:cubicBezTo>
                    <a:cubicBezTo>
                      <a:pt x="1055866" y="2964678"/>
                      <a:pt x="1048246" y="2962773"/>
                      <a:pt x="1040626" y="2959916"/>
                    </a:cubicBezTo>
                    <a:cubicBezTo>
                      <a:pt x="952043" y="2929436"/>
                      <a:pt x="865366" y="2895146"/>
                      <a:pt x="783451" y="2850378"/>
                    </a:cubicBezTo>
                    <a:cubicBezTo>
                      <a:pt x="762496" y="2838948"/>
                      <a:pt x="762496" y="2820851"/>
                      <a:pt x="752971" y="2805611"/>
                    </a:cubicBezTo>
                    <a:cubicBezTo>
                      <a:pt x="730111" y="2799896"/>
                      <a:pt x="738683" y="2779893"/>
                      <a:pt x="737731" y="2765606"/>
                    </a:cubicBezTo>
                    <a:cubicBezTo>
                      <a:pt x="736778" y="2697978"/>
                      <a:pt x="732968" y="2631303"/>
                      <a:pt x="721538" y="2564628"/>
                    </a:cubicBezTo>
                    <a:cubicBezTo>
                      <a:pt x="715823" y="2532243"/>
                      <a:pt x="700583" y="2503668"/>
                      <a:pt x="670103" y="2492238"/>
                    </a:cubicBezTo>
                    <a:cubicBezTo>
                      <a:pt x="596761" y="2464616"/>
                      <a:pt x="568186" y="2400798"/>
                      <a:pt x="539611" y="2337933"/>
                    </a:cubicBezTo>
                    <a:cubicBezTo>
                      <a:pt x="520561" y="2296976"/>
                      <a:pt x="502463" y="2256971"/>
                      <a:pt x="473888" y="2221728"/>
                    </a:cubicBezTo>
                    <a:cubicBezTo>
                      <a:pt x="456743" y="2200773"/>
                      <a:pt x="450076" y="2174103"/>
                      <a:pt x="468173" y="2148386"/>
                    </a:cubicBezTo>
                    <a:cubicBezTo>
                      <a:pt x="473888" y="2140766"/>
                      <a:pt x="477698" y="2133146"/>
                      <a:pt x="471983" y="2122668"/>
                    </a:cubicBezTo>
                    <a:cubicBezTo>
                      <a:pt x="452933" y="2083616"/>
                      <a:pt x="471983" y="2052183"/>
                      <a:pt x="493891" y="2021703"/>
                    </a:cubicBezTo>
                    <a:cubicBezTo>
                      <a:pt x="518656" y="1987413"/>
                      <a:pt x="546278" y="1955028"/>
                      <a:pt x="538658" y="1907403"/>
                    </a:cubicBezTo>
                    <a:cubicBezTo>
                      <a:pt x="535801" y="1889306"/>
                      <a:pt x="531991" y="1871208"/>
                      <a:pt x="524371" y="1854063"/>
                    </a:cubicBezTo>
                    <a:cubicBezTo>
                      <a:pt x="517703" y="1837871"/>
                      <a:pt x="507226" y="1834061"/>
                      <a:pt x="499606" y="1853111"/>
                    </a:cubicBezTo>
                    <a:cubicBezTo>
                      <a:pt x="489128" y="1876923"/>
                      <a:pt x="475793" y="1875018"/>
                      <a:pt x="459601" y="1860731"/>
                    </a:cubicBezTo>
                    <a:cubicBezTo>
                      <a:pt x="443408" y="1847396"/>
                      <a:pt x="425311" y="1838823"/>
                      <a:pt x="408166" y="1827393"/>
                    </a:cubicBezTo>
                    <a:cubicBezTo>
                      <a:pt x="375781" y="1806438"/>
                      <a:pt x="371971" y="1771196"/>
                      <a:pt x="354826" y="1742621"/>
                    </a:cubicBezTo>
                    <a:cubicBezTo>
                      <a:pt x="346253" y="1729286"/>
                      <a:pt x="337681" y="1720713"/>
                      <a:pt x="322441" y="1715951"/>
                    </a:cubicBezTo>
                    <a:cubicBezTo>
                      <a:pt x="289103" y="1705473"/>
                      <a:pt x="255766" y="1691186"/>
                      <a:pt x="234811" y="1658801"/>
                    </a:cubicBezTo>
                    <a:cubicBezTo>
                      <a:pt x="228143" y="1649276"/>
                      <a:pt x="218618" y="1639751"/>
                      <a:pt x="206236" y="1644513"/>
                    </a:cubicBezTo>
                    <a:cubicBezTo>
                      <a:pt x="170993" y="1656896"/>
                      <a:pt x="143371" y="1639751"/>
                      <a:pt x="116701" y="1622606"/>
                    </a:cubicBezTo>
                    <a:cubicBezTo>
                      <a:pt x="85268" y="1603556"/>
                      <a:pt x="54788" y="1583553"/>
                      <a:pt x="28118" y="1557836"/>
                    </a:cubicBezTo>
                    <a:cubicBezTo>
                      <a:pt x="11926" y="1541643"/>
                      <a:pt x="1448" y="1523546"/>
                      <a:pt x="12878" y="1499733"/>
                    </a:cubicBezTo>
                    <a:cubicBezTo>
                      <a:pt x="20498" y="1482588"/>
                      <a:pt x="16688" y="1463538"/>
                      <a:pt x="10021" y="1446393"/>
                    </a:cubicBezTo>
                    <a:cubicBezTo>
                      <a:pt x="6211" y="1434963"/>
                      <a:pt x="-1409" y="1423533"/>
                      <a:pt x="5258" y="1410198"/>
                    </a:cubicBezTo>
                    <a:cubicBezTo>
                      <a:pt x="-12839" y="1304471"/>
                      <a:pt x="19546" y="1205411"/>
                      <a:pt x="45263" y="1105398"/>
                    </a:cubicBezTo>
                    <a:cubicBezTo>
                      <a:pt x="94793" y="912993"/>
                      <a:pt x="185281" y="739638"/>
                      <a:pt x="304343" y="581523"/>
                    </a:cubicBezTo>
                    <a:cubicBezTo>
                      <a:pt x="374828" y="487226"/>
                      <a:pt x="458648" y="405311"/>
                      <a:pt x="548183" y="329111"/>
                    </a:cubicBezTo>
                    <a:cubicBezTo>
                      <a:pt x="568186" y="311966"/>
                      <a:pt x="591046" y="303393"/>
                      <a:pt x="617716" y="317681"/>
                    </a:cubicBezTo>
                    <a:cubicBezTo>
                      <a:pt x="628193" y="324348"/>
                      <a:pt x="628193" y="314823"/>
                      <a:pt x="631051" y="309108"/>
                    </a:cubicBezTo>
                    <a:cubicBezTo>
                      <a:pt x="652006" y="308156"/>
                      <a:pt x="669151" y="289106"/>
                      <a:pt x="692011" y="299583"/>
                    </a:cubicBezTo>
                    <a:cubicBezTo>
                      <a:pt x="712013" y="311966"/>
                      <a:pt x="732968" y="317681"/>
                      <a:pt x="756781" y="316728"/>
                    </a:cubicBezTo>
                    <a:cubicBezTo>
                      <a:pt x="764401" y="317681"/>
                      <a:pt x="772973" y="320538"/>
                      <a:pt x="780593" y="315776"/>
                    </a:cubicBezTo>
                    <a:cubicBezTo>
                      <a:pt x="786308" y="312918"/>
                      <a:pt x="792023" y="311966"/>
                      <a:pt x="797738" y="314823"/>
                    </a:cubicBezTo>
                    <a:cubicBezTo>
                      <a:pt x="808216" y="327206"/>
                      <a:pt x="819646" y="321491"/>
                      <a:pt x="831076" y="316728"/>
                    </a:cubicBezTo>
                    <a:cubicBezTo>
                      <a:pt x="837743" y="304346"/>
                      <a:pt x="858698" y="297678"/>
                      <a:pt x="841553" y="277676"/>
                    </a:cubicBezTo>
                    <a:cubicBezTo>
                      <a:pt x="834886" y="270056"/>
                      <a:pt x="846316" y="263388"/>
                      <a:pt x="852031" y="259578"/>
                    </a:cubicBezTo>
                    <a:cubicBezTo>
                      <a:pt x="857269" y="255768"/>
                      <a:pt x="862508" y="252434"/>
                      <a:pt x="867152" y="248624"/>
                    </a:cubicBezTo>
                    <a:lnTo>
                      <a:pt x="876026" y="238011"/>
                    </a:lnTo>
                    <a:lnTo>
                      <a:pt x="858921" y="241392"/>
                    </a:lnTo>
                    <a:cubicBezTo>
                      <a:pt x="840303" y="244874"/>
                      <a:pt x="823694" y="244338"/>
                      <a:pt x="821551" y="210048"/>
                    </a:cubicBezTo>
                    <a:cubicBezTo>
                      <a:pt x="833933" y="208143"/>
                      <a:pt x="848221" y="208143"/>
                      <a:pt x="857746" y="190998"/>
                    </a:cubicBezTo>
                    <a:cubicBezTo>
                      <a:pt x="861079" y="184807"/>
                      <a:pt x="867032" y="183378"/>
                      <a:pt x="873343" y="184331"/>
                    </a:cubicBezTo>
                    <a:close/>
                    <a:moveTo>
                      <a:pt x="798215" y="181949"/>
                    </a:moveTo>
                    <a:cubicBezTo>
                      <a:pt x="801310" y="182187"/>
                      <a:pt x="803930" y="183378"/>
                      <a:pt x="805359" y="187188"/>
                    </a:cubicBezTo>
                    <a:cubicBezTo>
                      <a:pt x="808216" y="194808"/>
                      <a:pt x="800596" y="194808"/>
                      <a:pt x="795834" y="196713"/>
                    </a:cubicBezTo>
                    <a:cubicBezTo>
                      <a:pt x="790119" y="193856"/>
                      <a:pt x="788214" y="189093"/>
                      <a:pt x="788214" y="182426"/>
                    </a:cubicBezTo>
                    <a:cubicBezTo>
                      <a:pt x="791547" y="182426"/>
                      <a:pt x="795119" y="181711"/>
                      <a:pt x="798215" y="181949"/>
                    </a:cubicBezTo>
                    <a:close/>
                    <a:moveTo>
                      <a:pt x="938708" y="121466"/>
                    </a:moveTo>
                    <a:cubicBezTo>
                      <a:pt x="943471" y="128133"/>
                      <a:pt x="953948" y="130038"/>
                      <a:pt x="952043" y="141468"/>
                    </a:cubicBezTo>
                    <a:lnTo>
                      <a:pt x="951037" y="142501"/>
                    </a:lnTo>
                    <a:lnTo>
                      <a:pt x="953949" y="140516"/>
                    </a:lnTo>
                    <a:cubicBezTo>
                      <a:pt x="952996" y="143373"/>
                      <a:pt x="952996" y="146231"/>
                      <a:pt x="952996" y="148136"/>
                    </a:cubicBezTo>
                    <a:cubicBezTo>
                      <a:pt x="952996" y="154803"/>
                      <a:pt x="952996" y="161471"/>
                      <a:pt x="952996" y="169091"/>
                    </a:cubicBezTo>
                    <a:cubicBezTo>
                      <a:pt x="949662" y="166709"/>
                      <a:pt x="947281" y="162899"/>
                      <a:pt x="944424" y="159804"/>
                    </a:cubicBezTo>
                    <a:lnTo>
                      <a:pt x="933131" y="154863"/>
                    </a:lnTo>
                    <a:lnTo>
                      <a:pt x="931088" y="155756"/>
                    </a:lnTo>
                    <a:cubicBezTo>
                      <a:pt x="931088" y="155756"/>
                      <a:pt x="930136" y="155756"/>
                      <a:pt x="930136" y="155756"/>
                    </a:cubicBezTo>
                    <a:cubicBezTo>
                      <a:pt x="925373" y="152898"/>
                      <a:pt x="906323" y="162423"/>
                      <a:pt x="918706" y="144326"/>
                    </a:cubicBezTo>
                    <a:cubicBezTo>
                      <a:pt x="923468" y="137658"/>
                      <a:pt x="931088" y="131943"/>
                      <a:pt x="931088" y="122418"/>
                    </a:cubicBezTo>
                    <a:cubicBezTo>
                      <a:pt x="934898" y="118608"/>
                      <a:pt x="936803" y="118608"/>
                      <a:pt x="938708" y="121466"/>
                    </a:cubicBezTo>
                    <a:close/>
                    <a:moveTo>
                      <a:pt x="925373" y="107178"/>
                    </a:moveTo>
                    <a:cubicBezTo>
                      <a:pt x="930136" y="111940"/>
                      <a:pt x="934898" y="116703"/>
                      <a:pt x="938708" y="121465"/>
                    </a:cubicBezTo>
                    <a:lnTo>
                      <a:pt x="935851" y="121465"/>
                    </a:lnTo>
                    <a:cubicBezTo>
                      <a:pt x="935851" y="121465"/>
                      <a:pt x="932993" y="121465"/>
                      <a:pt x="932993" y="121465"/>
                    </a:cubicBezTo>
                    <a:cubicBezTo>
                      <a:pt x="923468" y="125275"/>
                      <a:pt x="912991" y="131943"/>
                      <a:pt x="901561" y="123370"/>
                    </a:cubicBezTo>
                    <a:cubicBezTo>
                      <a:pt x="904418" y="109083"/>
                      <a:pt x="915848" y="109083"/>
                      <a:pt x="925373" y="107178"/>
                    </a:cubicBezTo>
                    <a:close/>
                    <a:moveTo>
                      <a:pt x="1021576" y="71936"/>
                    </a:moveTo>
                    <a:cubicBezTo>
                      <a:pt x="1037768" y="75746"/>
                      <a:pt x="1038721" y="87176"/>
                      <a:pt x="1031101" y="97653"/>
                    </a:cubicBezTo>
                    <a:cubicBezTo>
                      <a:pt x="1019671" y="115751"/>
                      <a:pt x="1011098" y="95748"/>
                      <a:pt x="1000621" y="92891"/>
                    </a:cubicBezTo>
                    <a:cubicBezTo>
                      <a:pt x="1002526" y="88128"/>
                      <a:pt x="1005383" y="83366"/>
                      <a:pt x="1007288" y="79556"/>
                    </a:cubicBezTo>
                    <a:cubicBezTo>
                      <a:pt x="1012051" y="76698"/>
                      <a:pt x="1016813" y="74793"/>
                      <a:pt x="1021576" y="71936"/>
                    </a:cubicBezTo>
                    <a:close/>
                    <a:moveTo>
                      <a:pt x="1113849" y="40265"/>
                    </a:moveTo>
                    <a:cubicBezTo>
                      <a:pt x="1128732" y="39074"/>
                      <a:pt x="1143972" y="42885"/>
                      <a:pt x="1159689" y="51933"/>
                    </a:cubicBezTo>
                    <a:cubicBezTo>
                      <a:pt x="1175881" y="68126"/>
                      <a:pt x="1166356" y="76698"/>
                      <a:pt x="1151116" y="84318"/>
                    </a:cubicBezTo>
                    <a:cubicBezTo>
                      <a:pt x="1137781" y="90986"/>
                      <a:pt x="1123494" y="86223"/>
                      <a:pt x="1111111" y="92891"/>
                    </a:cubicBezTo>
                    <a:cubicBezTo>
                      <a:pt x="1083489" y="98606"/>
                      <a:pt x="1067296" y="90033"/>
                      <a:pt x="1070153" y="58601"/>
                    </a:cubicBezTo>
                    <a:cubicBezTo>
                      <a:pt x="1084441" y="47647"/>
                      <a:pt x="1098967" y="41456"/>
                      <a:pt x="1113849" y="40265"/>
                    </a:cubicBezTo>
                    <a:close/>
                    <a:moveTo>
                      <a:pt x="1400760" y="96"/>
                    </a:moveTo>
                    <a:cubicBezTo>
                      <a:pt x="1426031" y="498"/>
                      <a:pt x="1451392" y="2164"/>
                      <a:pt x="1476871" y="5260"/>
                    </a:cubicBezTo>
                    <a:cubicBezTo>
                      <a:pt x="1521639" y="13833"/>
                      <a:pt x="1566406" y="14785"/>
                      <a:pt x="1611174" y="9070"/>
                    </a:cubicBezTo>
                    <a:cubicBezTo>
                      <a:pt x="1614984" y="7165"/>
                      <a:pt x="1619746" y="9070"/>
                      <a:pt x="1619746" y="17643"/>
                    </a:cubicBezTo>
                    <a:cubicBezTo>
                      <a:pt x="1631176" y="13833"/>
                      <a:pt x="1639748" y="20500"/>
                      <a:pt x="1646416" y="28120"/>
                    </a:cubicBezTo>
                    <a:cubicBezTo>
                      <a:pt x="1652131" y="36693"/>
                      <a:pt x="1659751" y="35740"/>
                      <a:pt x="1667371" y="31930"/>
                    </a:cubicBezTo>
                    <a:cubicBezTo>
                      <a:pt x="1693088" y="18119"/>
                      <a:pt x="1717377" y="11690"/>
                      <a:pt x="1742261" y="11690"/>
                    </a:cubicBezTo>
                    <a:cubicBezTo>
                      <a:pt x="1767145" y="11690"/>
                      <a:pt x="1792624" y="18119"/>
                      <a:pt x="1820723" y="30025"/>
                    </a:cubicBezTo>
                    <a:cubicBezTo>
                      <a:pt x="1845488" y="40503"/>
                      <a:pt x="1874063" y="40503"/>
                      <a:pt x="1901686" y="45265"/>
                    </a:cubicBezTo>
                    <a:cubicBezTo>
                      <a:pt x="1905496" y="54790"/>
                      <a:pt x="1888351" y="56695"/>
                      <a:pt x="1894066" y="69078"/>
                    </a:cubicBezTo>
                    <a:cubicBezTo>
                      <a:pt x="1913116" y="57648"/>
                      <a:pt x="1934071" y="52885"/>
                      <a:pt x="1955978" y="55743"/>
                    </a:cubicBezTo>
                    <a:cubicBezTo>
                      <a:pt x="1961693" y="62410"/>
                      <a:pt x="1959788" y="69078"/>
                      <a:pt x="1954073" y="71935"/>
                    </a:cubicBezTo>
                    <a:cubicBezTo>
                      <a:pt x="1939786" y="78603"/>
                      <a:pt x="1939786" y="91938"/>
                      <a:pt x="1935976" y="103368"/>
                    </a:cubicBezTo>
                    <a:cubicBezTo>
                      <a:pt x="1904543" y="124323"/>
                      <a:pt x="1914068" y="142420"/>
                      <a:pt x="1949311" y="161470"/>
                    </a:cubicBezTo>
                    <a:cubicBezTo>
                      <a:pt x="1923593" y="162423"/>
                      <a:pt x="1905496" y="153850"/>
                      <a:pt x="1894066" y="171948"/>
                    </a:cubicBezTo>
                    <a:cubicBezTo>
                      <a:pt x="1899781" y="177663"/>
                      <a:pt x="1909306" y="175758"/>
                      <a:pt x="1913116" y="183378"/>
                    </a:cubicBezTo>
                    <a:cubicBezTo>
                      <a:pt x="1917878" y="187188"/>
                      <a:pt x="1922641" y="195760"/>
                      <a:pt x="1907401" y="196713"/>
                    </a:cubicBezTo>
                    <a:cubicBezTo>
                      <a:pt x="1907401" y="221478"/>
                      <a:pt x="1903591" y="242433"/>
                      <a:pt x="1873111" y="245290"/>
                    </a:cubicBezTo>
                    <a:cubicBezTo>
                      <a:pt x="1842631" y="244338"/>
                      <a:pt x="1879778" y="263388"/>
                      <a:pt x="1866443" y="267198"/>
                    </a:cubicBezTo>
                    <a:cubicBezTo>
                      <a:pt x="1860728" y="271008"/>
                      <a:pt x="1855013" y="271960"/>
                      <a:pt x="1851203" y="270055"/>
                    </a:cubicBezTo>
                    <a:cubicBezTo>
                      <a:pt x="1860728" y="280533"/>
                      <a:pt x="1876921" y="291963"/>
                      <a:pt x="1866443" y="313870"/>
                    </a:cubicBezTo>
                    <a:cubicBezTo>
                      <a:pt x="1859776" y="319585"/>
                      <a:pt x="1852156" y="321490"/>
                      <a:pt x="1843583" y="319585"/>
                    </a:cubicBezTo>
                    <a:cubicBezTo>
                      <a:pt x="1833106" y="315775"/>
                      <a:pt x="1827391" y="307203"/>
                      <a:pt x="1819771" y="300535"/>
                    </a:cubicBezTo>
                    <a:cubicBezTo>
                      <a:pt x="1811198" y="310060"/>
                      <a:pt x="1800721" y="314823"/>
                      <a:pt x="1788338" y="313870"/>
                    </a:cubicBezTo>
                    <a:cubicBezTo>
                      <a:pt x="1791196" y="322443"/>
                      <a:pt x="1796911" y="313870"/>
                      <a:pt x="1800721" y="315775"/>
                    </a:cubicBezTo>
                    <a:cubicBezTo>
                      <a:pt x="1808341" y="314823"/>
                      <a:pt x="1815961" y="312918"/>
                      <a:pt x="1823581" y="314823"/>
                    </a:cubicBezTo>
                    <a:cubicBezTo>
                      <a:pt x="1826438" y="315775"/>
                      <a:pt x="1830248" y="316728"/>
                      <a:pt x="1833106" y="317680"/>
                    </a:cubicBezTo>
                    <a:cubicBezTo>
                      <a:pt x="1838821" y="322443"/>
                      <a:pt x="1842631" y="327205"/>
                      <a:pt x="1838821" y="334825"/>
                    </a:cubicBezTo>
                    <a:cubicBezTo>
                      <a:pt x="1800721" y="354828"/>
                      <a:pt x="1760716" y="371020"/>
                      <a:pt x="1715948" y="370068"/>
                    </a:cubicBezTo>
                    <a:cubicBezTo>
                      <a:pt x="1707376" y="370068"/>
                      <a:pt x="1695946" y="372925"/>
                      <a:pt x="1691183" y="379593"/>
                    </a:cubicBezTo>
                    <a:cubicBezTo>
                      <a:pt x="1662608" y="411025"/>
                      <a:pt x="1627366" y="425313"/>
                      <a:pt x="1586408" y="430075"/>
                    </a:cubicBezTo>
                    <a:cubicBezTo>
                      <a:pt x="1564501" y="432933"/>
                      <a:pt x="1554976" y="450078"/>
                      <a:pt x="1542593" y="468175"/>
                    </a:cubicBezTo>
                    <a:cubicBezTo>
                      <a:pt x="1522591" y="497703"/>
                      <a:pt x="1501636" y="527230"/>
                      <a:pt x="1480681" y="555805"/>
                    </a:cubicBezTo>
                    <a:cubicBezTo>
                      <a:pt x="1475918" y="562473"/>
                      <a:pt x="1469251" y="562473"/>
                      <a:pt x="1462583" y="562473"/>
                    </a:cubicBezTo>
                    <a:cubicBezTo>
                      <a:pt x="1419721" y="558663"/>
                      <a:pt x="1380668" y="507228"/>
                      <a:pt x="1385431" y="462460"/>
                    </a:cubicBezTo>
                    <a:cubicBezTo>
                      <a:pt x="1388288" y="441505"/>
                      <a:pt x="1374001" y="421503"/>
                      <a:pt x="1379716" y="398643"/>
                    </a:cubicBezTo>
                    <a:cubicBezTo>
                      <a:pt x="1387336" y="363400"/>
                      <a:pt x="1418768" y="354828"/>
                      <a:pt x="1441628" y="335778"/>
                    </a:cubicBezTo>
                    <a:cubicBezTo>
                      <a:pt x="1443533" y="331015"/>
                      <a:pt x="1445438" y="325300"/>
                      <a:pt x="1449248" y="321490"/>
                    </a:cubicBezTo>
                    <a:cubicBezTo>
                      <a:pt x="1454011" y="314823"/>
                      <a:pt x="1454963" y="306250"/>
                      <a:pt x="1461631" y="300535"/>
                    </a:cubicBezTo>
                    <a:cubicBezTo>
                      <a:pt x="1451153" y="280533"/>
                      <a:pt x="1439723" y="265293"/>
                      <a:pt x="1412101" y="280533"/>
                    </a:cubicBezTo>
                    <a:cubicBezTo>
                      <a:pt x="1425436" y="259578"/>
                      <a:pt x="1438771" y="241480"/>
                      <a:pt x="1434961" y="215763"/>
                    </a:cubicBezTo>
                    <a:cubicBezTo>
                      <a:pt x="1430198" y="178615"/>
                      <a:pt x="1409243" y="158613"/>
                      <a:pt x="1371143" y="160518"/>
                    </a:cubicBezTo>
                    <a:cubicBezTo>
                      <a:pt x="1357808" y="161470"/>
                      <a:pt x="1343521" y="159565"/>
                      <a:pt x="1331138" y="162423"/>
                    </a:cubicBezTo>
                    <a:cubicBezTo>
                      <a:pt x="1317803" y="165280"/>
                      <a:pt x="1310183" y="161470"/>
                      <a:pt x="1303516" y="150040"/>
                    </a:cubicBezTo>
                    <a:cubicBezTo>
                      <a:pt x="1296848" y="136705"/>
                      <a:pt x="1300658" y="131943"/>
                      <a:pt x="1313993" y="130038"/>
                    </a:cubicBezTo>
                    <a:cubicBezTo>
                      <a:pt x="1321613" y="129085"/>
                      <a:pt x="1316851" y="124323"/>
                      <a:pt x="1313041" y="121465"/>
                    </a:cubicBezTo>
                    <a:cubicBezTo>
                      <a:pt x="1283513" y="99558"/>
                      <a:pt x="1311136" y="99558"/>
                      <a:pt x="1323518" y="96700"/>
                    </a:cubicBezTo>
                    <a:cubicBezTo>
                      <a:pt x="1344473" y="92890"/>
                      <a:pt x="1365428" y="88128"/>
                      <a:pt x="1387336" y="88128"/>
                    </a:cubicBezTo>
                    <a:cubicBezTo>
                      <a:pt x="1399718" y="88128"/>
                      <a:pt x="1414006" y="81460"/>
                      <a:pt x="1394003" y="68125"/>
                    </a:cubicBezTo>
                    <a:cubicBezTo>
                      <a:pt x="1402576" y="42408"/>
                      <a:pt x="1427341" y="49075"/>
                      <a:pt x="1445438" y="41455"/>
                    </a:cubicBezTo>
                    <a:lnTo>
                      <a:pt x="1471104" y="35589"/>
                    </a:lnTo>
                    <a:lnTo>
                      <a:pt x="1469608" y="35026"/>
                    </a:lnTo>
                    <a:cubicBezTo>
                      <a:pt x="1465441" y="34550"/>
                      <a:pt x="1461155" y="34788"/>
                      <a:pt x="1456869" y="34788"/>
                    </a:cubicBezTo>
                    <a:cubicBezTo>
                      <a:pt x="1424484" y="38598"/>
                      <a:pt x="1396861" y="56695"/>
                      <a:pt x="1365429" y="60505"/>
                    </a:cubicBezTo>
                    <a:cubicBezTo>
                      <a:pt x="1307326" y="66220"/>
                      <a:pt x="1264464" y="112893"/>
                      <a:pt x="1208266" y="122418"/>
                    </a:cubicBezTo>
                    <a:cubicBezTo>
                      <a:pt x="1196836" y="130038"/>
                      <a:pt x="1186359" y="129085"/>
                      <a:pt x="1175881" y="122418"/>
                    </a:cubicBezTo>
                    <a:cubicBezTo>
                      <a:pt x="1178739" y="129085"/>
                      <a:pt x="1197789" y="127180"/>
                      <a:pt x="1187311" y="142420"/>
                    </a:cubicBezTo>
                    <a:cubicBezTo>
                      <a:pt x="1185406" y="144325"/>
                      <a:pt x="1182549" y="146230"/>
                      <a:pt x="1180644" y="149088"/>
                    </a:cubicBezTo>
                    <a:cubicBezTo>
                      <a:pt x="1173262" y="152183"/>
                      <a:pt x="1165939" y="153434"/>
                      <a:pt x="1158647" y="153642"/>
                    </a:cubicBezTo>
                    <a:lnTo>
                      <a:pt x="1143520" y="152466"/>
                    </a:lnTo>
                    <a:lnTo>
                      <a:pt x="1148259" y="153731"/>
                    </a:lnTo>
                    <a:cubicBezTo>
                      <a:pt x="1153498" y="157422"/>
                      <a:pt x="1155879" y="163851"/>
                      <a:pt x="1152069" y="175758"/>
                    </a:cubicBezTo>
                    <a:cubicBezTo>
                      <a:pt x="1112064" y="198618"/>
                      <a:pt x="1069201" y="175758"/>
                      <a:pt x="1029196" y="182425"/>
                    </a:cubicBezTo>
                    <a:cubicBezTo>
                      <a:pt x="1020624" y="171948"/>
                      <a:pt x="980619" y="182425"/>
                      <a:pt x="1006336" y="148135"/>
                    </a:cubicBezTo>
                    <a:cubicBezTo>
                      <a:pt x="1011099" y="141468"/>
                      <a:pt x="1003479" y="136705"/>
                      <a:pt x="995859" y="134800"/>
                    </a:cubicBezTo>
                    <a:cubicBezTo>
                      <a:pt x="984429" y="131943"/>
                      <a:pt x="981571" y="125275"/>
                      <a:pt x="987286" y="114798"/>
                    </a:cubicBezTo>
                    <a:cubicBezTo>
                      <a:pt x="1010146" y="115750"/>
                      <a:pt x="1027291" y="130990"/>
                      <a:pt x="1049199" y="134800"/>
                    </a:cubicBezTo>
                    <a:cubicBezTo>
                      <a:pt x="1053009" y="140515"/>
                      <a:pt x="1055866" y="147183"/>
                      <a:pt x="1064439" y="149088"/>
                    </a:cubicBezTo>
                    <a:cubicBezTo>
                      <a:pt x="1074916" y="150993"/>
                      <a:pt x="1085394" y="150278"/>
                      <a:pt x="1095871" y="149326"/>
                    </a:cubicBezTo>
                    <a:lnTo>
                      <a:pt x="1106484" y="148924"/>
                    </a:lnTo>
                    <a:lnTo>
                      <a:pt x="1093014" y="149088"/>
                    </a:lnTo>
                    <a:cubicBezTo>
                      <a:pt x="1081584" y="144325"/>
                      <a:pt x="1067296" y="146230"/>
                      <a:pt x="1062534" y="131943"/>
                    </a:cubicBezTo>
                    <a:cubicBezTo>
                      <a:pt x="1083489" y="115750"/>
                      <a:pt x="1102539" y="93843"/>
                      <a:pt x="1133971" y="110988"/>
                    </a:cubicBezTo>
                    <a:cubicBezTo>
                      <a:pt x="1150164" y="112893"/>
                      <a:pt x="1147306" y="91938"/>
                      <a:pt x="1158736" y="88128"/>
                    </a:cubicBezTo>
                    <a:cubicBezTo>
                      <a:pt x="1164451" y="84318"/>
                      <a:pt x="1172071" y="81460"/>
                      <a:pt x="1173024" y="73840"/>
                    </a:cubicBezTo>
                    <a:cubicBezTo>
                      <a:pt x="1176834" y="44313"/>
                      <a:pt x="1193979" y="46218"/>
                      <a:pt x="1214934" y="54790"/>
                    </a:cubicBezTo>
                    <a:cubicBezTo>
                      <a:pt x="1234936" y="51933"/>
                      <a:pt x="1254939" y="44313"/>
                      <a:pt x="1275894" y="44313"/>
                    </a:cubicBezTo>
                    <a:cubicBezTo>
                      <a:pt x="1253986" y="44313"/>
                      <a:pt x="1233031" y="51933"/>
                      <a:pt x="1211124" y="51933"/>
                    </a:cubicBezTo>
                    <a:cubicBezTo>
                      <a:pt x="1199694" y="46218"/>
                      <a:pt x="1184454" y="50028"/>
                      <a:pt x="1174929" y="39550"/>
                    </a:cubicBezTo>
                    <a:cubicBezTo>
                      <a:pt x="1174929" y="34788"/>
                      <a:pt x="1174929" y="30978"/>
                      <a:pt x="1174929" y="26215"/>
                    </a:cubicBezTo>
                    <a:cubicBezTo>
                      <a:pt x="1249938" y="9070"/>
                      <a:pt x="1324947" y="-1110"/>
                      <a:pt x="1400760" y="96"/>
                    </a:cubicBezTo>
                    <a:close/>
                  </a:path>
                </a:pathLst>
              </a:custGeom>
              <a:solidFill>
                <a:schemeClr val="accent6">
                  <a:alpha val="50000"/>
                </a:schemeClr>
              </a:solidFill>
              <a:ln w="9525"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90D376EA-3E19-7FF0-3B50-67E7EDB278A8}"/>
                </a:ext>
              </a:extLst>
            </p:cNvPr>
            <p:cNvGrpSpPr/>
            <p:nvPr/>
          </p:nvGrpSpPr>
          <p:grpSpPr>
            <a:xfrm>
              <a:off x="998337" y="4294598"/>
              <a:ext cx="2729456" cy="1131930"/>
              <a:chOff x="1606393" y="3832261"/>
              <a:chExt cx="2729456" cy="1131930"/>
            </a:xfrm>
            <a:solidFill>
              <a:schemeClr val="bg1"/>
            </a:solidFill>
          </p:grpSpPr>
          <p:sp>
            <p:nvSpPr>
              <p:cNvPr id="19" name="Freeform: Shape 18">
                <a:extLst>
                  <a:ext uri="{FF2B5EF4-FFF2-40B4-BE49-F238E27FC236}">
                    <a16:creationId xmlns:a16="http://schemas.microsoft.com/office/drawing/2014/main" id="{4A7A1FA1-2270-E54A-563F-998A8374DA56}"/>
                  </a:ext>
                </a:extLst>
              </p:cNvPr>
              <p:cNvSpPr/>
              <p:nvPr/>
            </p:nvSpPr>
            <p:spPr>
              <a:xfrm flipH="1">
                <a:off x="2000997" y="3832261"/>
                <a:ext cx="1852092" cy="1131930"/>
              </a:xfrm>
              <a:custGeom>
                <a:avLst/>
                <a:gdLst>
                  <a:gd name="connsiteX0" fmla="*/ 849793 w 981144"/>
                  <a:gd name="connsiteY0" fmla="*/ 470487 h 599639"/>
                  <a:gd name="connsiteX1" fmla="*/ 830003 w 981144"/>
                  <a:gd name="connsiteY1" fmla="*/ 470702 h 599639"/>
                  <a:gd name="connsiteX2" fmla="*/ 830003 w 981144"/>
                  <a:gd name="connsiteY2" fmla="*/ 470487 h 599639"/>
                  <a:gd name="connsiteX3" fmla="*/ 141471 w 981144"/>
                  <a:gd name="connsiteY3" fmla="*/ 129103 h 599639"/>
                  <a:gd name="connsiteX4" fmla="*/ 141471 w 981144"/>
                  <a:gd name="connsiteY4" fmla="*/ 129505 h 599639"/>
                  <a:gd name="connsiteX5" fmla="*/ 104518 w 981144"/>
                  <a:gd name="connsiteY5" fmla="*/ 129505 h 599639"/>
                  <a:gd name="connsiteX6" fmla="*/ 489767 w 981144"/>
                  <a:gd name="connsiteY6" fmla="*/ 59 h 599639"/>
                  <a:gd name="connsiteX7" fmla="*/ 121188 w 981144"/>
                  <a:gd name="connsiteY7" fmla="*/ 74524 h 599639"/>
                  <a:gd name="connsiteX8" fmla="*/ 7950 w 981144"/>
                  <a:gd name="connsiteY8" fmla="*/ 129505 h 599639"/>
                  <a:gd name="connsiteX9" fmla="*/ 0 w 981144"/>
                  <a:gd name="connsiteY9" fmla="*/ 129505 h 599639"/>
                  <a:gd name="connsiteX10" fmla="*/ 36734 w 981144"/>
                  <a:gd name="connsiteY10" fmla="*/ 304608 h 599639"/>
                  <a:gd name="connsiteX11" fmla="*/ 0 w 981144"/>
                  <a:gd name="connsiteY11" fmla="*/ 479711 h 599639"/>
                  <a:gd name="connsiteX12" fmla="*/ 10466 w 981144"/>
                  <a:gd name="connsiteY12" fmla="*/ 479711 h 599639"/>
                  <a:gd name="connsiteX13" fmla="*/ 126899 w 981144"/>
                  <a:gd name="connsiteY13" fmla="*/ 533147 h 599639"/>
                  <a:gd name="connsiteX14" fmla="*/ 865589 w 981144"/>
                  <a:gd name="connsiteY14" fmla="*/ 525115 h 599639"/>
                  <a:gd name="connsiteX15" fmla="*/ 978100 w 981144"/>
                  <a:gd name="connsiteY15" fmla="*/ 470487 h 599639"/>
                  <a:gd name="connsiteX16" fmla="*/ 981144 w 981144"/>
                  <a:gd name="connsiteY16" fmla="*/ 470487 h 599639"/>
                  <a:gd name="connsiteX17" fmla="*/ 980123 w 981144"/>
                  <a:gd name="connsiteY17" fmla="*/ 469505 h 599639"/>
                  <a:gd name="connsiteX18" fmla="*/ 981039 w 981144"/>
                  <a:gd name="connsiteY18" fmla="*/ 469060 h 599639"/>
                  <a:gd name="connsiteX19" fmla="*/ 979677 w 981144"/>
                  <a:gd name="connsiteY19" fmla="*/ 469075 h 599639"/>
                  <a:gd name="connsiteX20" fmla="*/ 966843 w 981144"/>
                  <a:gd name="connsiteY20" fmla="*/ 456725 h 599639"/>
                  <a:gd name="connsiteX21" fmla="*/ 944411 w 981144"/>
                  <a:gd name="connsiteY21" fmla="*/ 295384 h 599639"/>
                  <a:gd name="connsiteX22" fmla="*/ 981144 w 981144"/>
                  <a:gd name="connsiteY22" fmla="*/ 120281 h 599639"/>
                  <a:gd name="connsiteX23" fmla="*/ 952883 w 981144"/>
                  <a:gd name="connsiteY23" fmla="*/ 120281 h 599639"/>
                  <a:gd name="connsiteX24" fmla="*/ 976520 w 981144"/>
                  <a:gd name="connsiteY24" fmla="*/ 120024 h 599639"/>
                  <a:gd name="connsiteX25" fmla="*/ 489767 w 981144"/>
                  <a:gd name="connsiteY25" fmla="*/ 59 h 599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1144" h="599639">
                    <a:moveTo>
                      <a:pt x="849793" y="470487"/>
                    </a:moveTo>
                    <a:lnTo>
                      <a:pt x="830003" y="470702"/>
                    </a:lnTo>
                    <a:lnTo>
                      <a:pt x="830003" y="470487"/>
                    </a:lnTo>
                    <a:close/>
                    <a:moveTo>
                      <a:pt x="141471" y="129103"/>
                    </a:moveTo>
                    <a:lnTo>
                      <a:pt x="141471" y="129505"/>
                    </a:lnTo>
                    <a:lnTo>
                      <a:pt x="104518" y="129505"/>
                    </a:lnTo>
                    <a:close/>
                    <a:moveTo>
                      <a:pt x="489767" y="59"/>
                    </a:moveTo>
                    <a:cubicBezTo>
                      <a:pt x="364380" y="1422"/>
                      <a:pt x="239248" y="26268"/>
                      <a:pt x="121188" y="74524"/>
                    </a:cubicBezTo>
                    <a:lnTo>
                      <a:pt x="7950" y="129505"/>
                    </a:lnTo>
                    <a:lnTo>
                      <a:pt x="0" y="129505"/>
                    </a:lnTo>
                    <a:cubicBezTo>
                      <a:pt x="20295" y="129505"/>
                      <a:pt x="36734" y="207916"/>
                      <a:pt x="36734" y="304608"/>
                    </a:cubicBezTo>
                    <a:cubicBezTo>
                      <a:pt x="36734" y="401300"/>
                      <a:pt x="20295" y="479711"/>
                      <a:pt x="0" y="479711"/>
                    </a:cubicBezTo>
                    <a:lnTo>
                      <a:pt x="10466" y="479711"/>
                    </a:lnTo>
                    <a:lnTo>
                      <a:pt x="126899" y="533147"/>
                    </a:lnTo>
                    <a:cubicBezTo>
                      <a:pt x="365061" y="624501"/>
                      <a:pt x="629468" y="621626"/>
                      <a:pt x="865589" y="525115"/>
                    </a:cubicBezTo>
                    <a:lnTo>
                      <a:pt x="978100" y="470487"/>
                    </a:lnTo>
                    <a:lnTo>
                      <a:pt x="981144" y="470487"/>
                    </a:lnTo>
                    <a:lnTo>
                      <a:pt x="980123" y="469505"/>
                    </a:lnTo>
                    <a:lnTo>
                      <a:pt x="981039" y="469060"/>
                    </a:lnTo>
                    <a:lnTo>
                      <a:pt x="979677" y="469075"/>
                    </a:lnTo>
                    <a:lnTo>
                      <a:pt x="966843" y="456725"/>
                    </a:lnTo>
                    <a:cubicBezTo>
                      <a:pt x="953657" y="430139"/>
                      <a:pt x="944411" y="367903"/>
                      <a:pt x="944411" y="295384"/>
                    </a:cubicBezTo>
                    <a:cubicBezTo>
                      <a:pt x="944411" y="198692"/>
                      <a:pt x="960849" y="120281"/>
                      <a:pt x="981144" y="120281"/>
                    </a:cubicBezTo>
                    <a:lnTo>
                      <a:pt x="952883" y="120281"/>
                    </a:lnTo>
                    <a:lnTo>
                      <a:pt x="976520" y="120024"/>
                    </a:lnTo>
                    <a:cubicBezTo>
                      <a:pt x="824587" y="38171"/>
                      <a:pt x="656950" y="-1759"/>
                      <a:pt x="489767" y="5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258AF65-0F68-CB9C-C8F5-207DE83E0E29}"/>
                  </a:ext>
                </a:extLst>
              </p:cNvPr>
              <p:cNvSpPr/>
              <p:nvPr/>
            </p:nvSpPr>
            <p:spPr>
              <a:xfrm rot="20526603">
                <a:off x="3787208" y="3992375"/>
                <a:ext cx="548641" cy="345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CAB0AE-3B1B-B3B8-8552-20E2B9A88FA7}"/>
                  </a:ext>
                </a:extLst>
              </p:cNvPr>
              <p:cNvSpPr/>
              <p:nvPr/>
            </p:nvSpPr>
            <p:spPr>
              <a:xfrm rot="11700000" flipH="1">
                <a:off x="1606393" y="3996595"/>
                <a:ext cx="457199" cy="3452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64BAE9DF-DDFD-3219-9240-C51C0F9AE6F5}"/>
                  </a:ext>
                </a:extLst>
              </p:cNvPr>
              <p:cNvGrpSpPr/>
              <p:nvPr/>
            </p:nvGrpSpPr>
            <p:grpSpPr>
              <a:xfrm flipV="1">
                <a:off x="1801721" y="4723286"/>
                <a:ext cx="2250879" cy="48765"/>
                <a:chOff x="7956756" y="2685004"/>
                <a:chExt cx="1192401" cy="25833"/>
              </a:xfrm>
              <a:grpFill/>
            </p:grpSpPr>
            <p:sp>
              <p:nvSpPr>
                <p:cNvPr id="23" name="Rectangle 22">
                  <a:extLst>
                    <a:ext uri="{FF2B5EF4-FFF2-40B4-BE49-F238E27FC236}">
                      <a16:creationId xmlns:a16="http://schemas.microsoft.com/office/drawing/2014/main" id="{6FD035F4-35D9-AB4B-32BC-257427C61F8B}"/>
                    </a:ext>
                  </a:extLst>
                </p:cNvPr>
                <p:cNvSpPr/>
                <p:nvPr/>
              </p:nvSpPr>
              <p:spPr>
                <a:xfrm rot="20526603">
                  <a:off x="9003836" y="2692549"/>
                  <a:ext cx="145321" cy="182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6877265-AD63-422D-4A55-E12220D82672}"/>
                    </a:ext>
                  </a:extLst>
                </p:cNvPr>
                <p:cNvSpPr/>
                <p:nvPr/>
              </p:nvSpPr>
              <p:spPr>
                <a:xfrm rot="11700000" flipH="1">
                  <a:off x="7956756" y="2685004"/>
                  <a:ext cx="145321" cy="182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5" name="Group 14">
              <a:extLst>
                <a:ext uri="{FF2B5EF4-FFF2-40B4-BE49-F238E27FC236}">
                  <a16:creationId xmlns:a16="http://schemas.microsoft.com/office/drawing/2014/main" id="{753BC9FC-3BCF-51BB-7C43-C7EE708FC967}"/>
                </a:ext>
              </a:extLst>
            </p:cNvPr>
            <p:cNvGrpSpPr/>
            <p:nvPr/>
          </p:nvGrpSpPr>
          <p:grpSpPr>
            <a:xfrm>
              <a:off x="1650049" y="4526512"/>
              <a:ext cx="1299732" cy="668101"/>
              <a:chOff x="8054369" y="2526090"/>
              <a:chExt cx="688532" cy="353926"/>
            </a:xfrm>
            <a:solidFill>
              <a:schemeClr val="accent3"/>
            </a:solidFill>
          </p:grpSpPr>
          <p:sp>
            <p:nvSpPr>
              <p:cNvPr id="16" name="Freeform: Shape 15">
                <a:extLst>
                  <a:ext uri="{FF2B5EF4-FFF2-40B4-BE49-F238E27FC236}">
                    <a16:creationId xmlns:a16="http://schemas.microsoft.com/office/drawing/2014/main" id="{57F0E39C-1D2C-4E02-FB7A-969CF12ABE82}"/>
                  </a:ext>
                </a:extLst>
              </p:cNvPr>
              <p:cNvSpPr/>
              <p:nvPr/>
            </p:nvSpPr>
            <p:spPr>
              <a:xfrm>
                <a:off x="8054369" y="2526090"/>
                <a:ext cx="688532" cy="92614"/>
              </a:xfrm>
              <a:custGeom>
                <a:avLst/>
                <a:gdLst>
                  <a:gd name="connsiteX0" fmla="*/ 486753 w 970782"/>
                  <a:gd name="connsiteY0" fmla="*/ 59 h 130579"/>
                  <a:gd name="connsiteX1" fmla="*/ 970782 w 970782"/>
                  <a:gd name="connsiteY1" fmla="*/ 130579 h 130579"/>
                  <a:gd name="connsiteX2" fmla="*/ 909383 w 970782"/>
                  <a:gd name="connsiteY2" fmla="*/ 129912 h 130579"/>
                  <a:gd name="connsiteX3" fmla="*/ 855332 w 970782"/>
                  <a:gd name="connsiteY3" fmla="*/ 103668 h 130579"/>
                  <a:gd name="connsiteX4" fmla="*/ 116642 w 970782"/>
                  <a:gd name="connsiteY4" fmla="*/ 95636 h 130579"/>
                  <a:gd name="connsiteX5" fmla="*/ 62033 w 970782"/>
                  <a:gd name="connsiteY5" fmla="*/ 120699 h 130579"/>
                  <a:gd name="connsiteX6" fmla="*/ 0 w 970782"/>
                  <a:gd name="connsiteY6" fmla="*/ 120024 h 130579"/>
                  <a:gd name="connsiteX7" fmla="*/ 486753 w 970782"/>
                  <a:gd name="connsiteY7" fmla="*/ 59 h 1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782" h="130579">
                    <a:moveTo>
                      <a:pt x="486753" y="59"/>
                    </a:moveTo>
                    <a:cubicBezTo>
                      <a:pt x="653936" y="1877"/>
                      <a:pt x="820665" y="45442"/>
                      <a:pt x="970782" y="130579"/>
                    </a:cubicBezTo>
                    <a:lnTo>
                      <a:pt x="909383" y="129912"/>
                    </a:lnTo>
                    <a:lnTo>
                      <a:pt x="855332" y="103668"/>
                    </a:lnTo>
                    <a:cubicBezTo>
                      <a:pt x="619212" y="7158"/>
                      <a:pt x="354804" y="4283"/>
                      <a:pt x="116642" y="95636"/>
                    </a:cubicBezTo>
                    <a:lnTo>
                      <a:pt x="62033" y="120699"/>
                    </a:lnTo>
                    <a:lnTo>
                      <a:pt x="0" y="120024"/>
                    </a:lnTo>
                    <a:cubicBezTo>
                      <a:pt x="151933" y="38171"/>
                      <a:pt x="319570" y="-1759"/>
                      <a:pt x="486753" y="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C8E1DE8-BCE7-9EC1-5770-72A6F21797C7}"/>
                  </a:ext>
                </a:extLst>
              </p:cNvPr>
              <p:cNvSpPr/>
              <p:nvPr/>
            </p:nvSpPr>
            <p:spPr>
              <a:xfrm rot="10800000">
                <a:off x="8054369" y="2787402"/>
                <a:ext cx="688532" cy="92614"/>
              </a:xfrm>
              <a:custGeom>
                <a:avLst/>
                <a:gdLst>
                  <a:gd name="connsiteX0" fmla="*/ 486753 w 970782"/>
                  <a:gd name="connsiteY0" fmla="*/ 59 h 130579"/>
                  <a:gd name="connsiteX1" fmla="*/ 970782 w 970782"/>
                  <a:gd name="connsiteY1" fmla="*/ 130579 h 130579"/>
                  <a:gd name="connsiteX2" fmla="*/ 909383 w 970782"/>
                  <a:gd name="connsiteY2" fmla="*/ 129912 h 130579"/>
                  <a:gd name="connsiteX3" fmla="*/ 855332 w 970782"/>
                  <a:gd name="connsiteY3" fmla="*/ 103668 h 130579"/>
                  <a:gd name="connsiteX4" fmla="*/ 116642 w 970782"/>
                  <a:gd name="connsiteY4" fmla="*/ 95636 h 130579"/>
                  <a:gd name="connsiteX5" fmla="*/ 62033 w 970782"/>
                  <a:gd name="connsiteY5" fmla="*/ 120699 h 130579"/>
                  <a:gd name="connsiteX6" fmla="*/ 0 w 970782"/>
                  <a:gd name="connsiteY6" fmla="*/ 120024 h 130579"/>
                  <a:gd name="connsiteX7" fmla="*/ 486753 w 970782"/>
                  <a:gd name="connsiteY7" fmla="*/ 59 h 1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782" h="130579">
                    <a:moveTo>
                      <a:pt x="486753" y="59"/>
                    </a:moveTo>
                    <a:cubicBezTo>
                      <a:pt x="653936" y="1877"/>
                      <a:pt x="820665" y="45442"/>
                      <a:pt x="970782" y="130579"/>
                    </a:cubicBezTo>
                    <a:lnTo>
                      <a:pt x="909383" y="129912"/>
                    </a:lnTo>
                    <a:lnTo>
                      <a:pt x="855332" y="103668"/>
                    </a:lnTo>
                    <a:cubicBezTo>
                      <a:pt x="619212" y="7158"/>
                      <a:pt x="354804" y="4283"/>
                      <a:pt x="116642" y="95636"/>
                    </a:cubicBezTo>
                    <a:lnTo>
                      <a:pt x="62033" y="120699"/>
                    </a:lnTo>
                    <a:lnTo>
                      <a:pt x="0" y="120024"/>
                    </a:lnTo>
                    <a:cubicBezTo>
                      <a:pt x="151933" y="38171"/>
                      <a:pt x="319570" y="-1759"/>
                      <a:pt x="486753" y="5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00F66BA-73BB-7ED9-1F0A-907B7D63A93B}"/>
                  </a:ext>
                </a:extLst>
              </p:cNvPr>
              <p:cNvSpPr/>
              <p:nvPr/>
            </p:nvSpPr>
            <p:spPr>
              <a:xfrm>
                <a:off x="8069307" y="2693909"/>
                <a:ext cx="673594" cy="1828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 name="Group 26">
            <a:extLst>
              <a:ext uri="{FF2B5EF4-FFF2-40B4-BE49-F238E27FC236}">
                <a16:creationId xmlns:a16="http://schemas.microsoft.com/office/drawing/2014/main" id="{73606E28-FCAA-910B-3DA3-8050D0FC03D4}"/>
              </a:ext>
            </a:extLst>
          </p:cNvPr>
          <p:cNvGrpSpPr/>
          <p:nvPr/>
        </p:nvGrpSpPr>
        <p:grpSpPr>
          <a:xfrm rot="672562">
            <a:off x="2664472" y="1021615"/>
            <a:ext cx="1498369" cy="1423025"/>
            <a:chOff x="346191" y="519809"/>
            <a:chExt cx="5018840" cy="5311527"/>
          </a:xfrm>
          <a:solidFill>
            <a:schemeClr val="accent3"/>
          </a:solidFill>
        </p:grpSpPr>
        <p:sp>
          <p:nvSpPr>
            <p:cNvPr id="28" name="Freeform: Shape 27">
              <a:extLst>
                <a:ext uri="{FF2B5EF4-FFF2-40B4-BE49-F238E27FC236}">
                  <a16:creationId xmlns:a16="http://schemas.microsoft.com/office/drawing/2014/main" id="{8E561C3F-9B14-0849-C488-AE926D8943BC}"/>
                </a:ext>
              </a:extLst>
            </p:cNvPr>
            <p:cNvSpPr/>
            <p:nvPr/>
          </p:nvSpPr>
          <p:spPr>
            <a:xfrm>
              <a:off x="2259877" y="2441740"/>
              <a:ext cx="1812048" cy="1359036"/>
            </a:xfrm>
            <a:custGeom>
              <a:avLst/>
              <a:gdLst>
                <a:gd name="connsiteX0" fmla="*/ 1709343 w 1812048"/>
                <a:gd name="connsiteY0" fmla="*/ 115651 h 1359035"/>
                <a:gd name="connsiteX1" fmla="*/ 1812204 w 1812048"/>
                <a:gd name="connsiteY1" fmla="*/ 15989 h 1359035"/>
                <a:gd name="connsiteX2" fmla="*/ 1498826 w 1812048"/>
                <a:gd name="connsiteY2" fmla="*/ 20785 h 1359035"/>
                <a:gd name="connsiteX3" fmla="*/ 1223288 w 1812048"/>
                <a:gd name="connsiteY3" fmla="*/ 79410 h 1359035"/>
                <a:gd name="connsiteX4" fmla="*/ 1099109 w 1812048"/>
                <a:gd name="connsiteY4" fmla="*/ 54361 h 1359035"/>
                <a:gd name="connsiteX5" fmla="*/ 797457 w 1812048"/>
                <a:gd name="connsiteY5" fmla="*/ 0 h 1359035"/>
                <a:gd name="connsiteX6" fmla="*/ 715382 w 1812048"/>
                <a:gd name="connsiteY6" fmla="*/ 36774 h 1359035"/>
                <a:gd name="connsiteX7" fmla="*/ 34265 w 1812048"/>
                <a:gd name="connsiteY7" fmla="*/ 789840 h 1359035"/>
                <a:gd name="connsiteX8" fmla="*/ 63044 w 1812048"/>
                <a:gd name="connsiteY8" fmla="*/ 953457 h 1359035"/>
                <a:gd name="connsiteX9" fmla="*/ 449970 w 1812048"/>
                <a:gd name="connsiteY9" fmla="*/ 1302543 h 1359035"/>
                <a:gd name="connsiteX10" fmla="*/ 619450 w 1812048"/>
                <a:gd name="connsiteY10" fmla="*/ 1318531 h 1359035"/>
                <a:gd name="connsiteX11" fmla="*/ 1709343 w 1812048"/>
                <a:gd name="connsiteY11" fmla="*/ 115651 h 135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12048" h="1359035">
                  <a:moveTo>
                    <a:pt x="1709343" y="115651"/>
                  </a:moveTo>
                  <a:cubicBezTo>
                    <a:pt x="1738656" y="86872"/>
                    <a:pt x="1782358" y="38906"/>
                    <a:pt x="1812204" y="15989"/>
                  </a:cubicBezTo>
                  <a:cubicBezTo>
                    <a:pt x="1761573" y="7461"/>
                    <a:pt x="1627801" y="533"/>
                    <a:pt x="1498826" y="20785"/>
                  </a:cubicBezTo>
                  <a:cubicBezTo>
                    <a:pt x="1457788" y="28780"/>
                    <a:pt x="1384774" y="69284"/>
                    <a:pt x="1223288" y="79410"/>
                  </a:cubicBezTo>
                  <a:cubicBezTo>
                    <a:pt x="1180652" y="78877"/>
                    <a:pt x="1139081" y="70350"/>
                    <a:pt x="1099109" y="54361"/>
                  </a:cubicBezTo>
                  <a:cubicBezTo>
                    <a:pt x="1002112" y="14923"/>
                    <a:pt x="901383" y="0"/>
                    <a:pt x="797457" y="0"/>
                  </a:cubicBezTo>
                  <a:cubicBezTo>
                    <a:pt x="763348" y="0"/>
                    <a:pt x="738299" y="11725"/>
                    <a:pt x="715382" y="36774"/>
                  </a:cubicBezTo>
                  <a:cubicBezTo>
                    <a:pt x="488343" y="287796"/>
                    <a:pt x="261304" y="538818"/>
                    <a:pt x="34265" y="789840"/>
                  </a:cubicBezTo>
                  <a:cubicBezTo>
                    <a:pt x="-19564" y="848998"/>
                    <a:pt x="-9970" y="898563"/>
                    <a:pt x="63044" y="953457"/>
                  </a:cubicBezTo>
                  <a:cubicBezTo>
                    <a:pt x="202146" y="1058449"/>
                    <a:pt x="333786" y="1173035"/>
                    <a:pt x="449970" y="1302543"/>
                  </a:cubicBezTo>
                  <a:cubicBezTo>
                    <a:pt x="512859" y="1373426"/>
                    <a:pt x="565088" y="1378755"/>
                    <a:pt x="619450" y="1318531"/>
                  </a:cubicBezTo>
                  <a:cubicBezTo>
                    <a:pt x="678608" y="1254044"/>
                    <a:pt x="1693355" y="133239"/>
                    <a:pt x="1709343" y="115651"/>
                  </a:cubicBezTo>
                  <a:close/>
                </a:path>
              </a:pathLst>
            </a:custGeom>
            <a:solidFill>
              <a:schemeClr val="accent6">
                <a:lumMod val="40000"/>
                <a:lumOff val="60000"/>
              </a:schemeClr>
            </a:solidFill>
            <a:ln w="5329"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22EC807-FD0E-8418-A438-940FB0BF2239}"/>
                </a:ext>
              </a:extLst>
            </p:cNvPr>
            <p:cNvSpPr/>
            <p:nvPr/>
          </p:nvSpPr>
          <p:spPr>
            <a:xfrm>
              <a:off x="346191" y="519809"/>
              <a:ext cx="5018840" cy="5311527"/>
            </a:xfrm>
            <a:custGeom>
              <a:avLst/>
              <a:gdLst>
                <a:gd name="connsiteX0" fmla="*/ 1363501 w 5018840"/>
                <a:gd name="connsiteY0" fmla="*/ 3844634 h 5311527"/>
                <a:gd name="connsiteX1" fmla="*/ 1377691 w 5018840"/>
                <a:gd name="connsiteY1" fmla="*/ 3851229 h 5311527"/>
                <a:gd name="connsiteX2" fmla="*/ 1378224 w 5018840"/>
                <a:gd name="connsiteY2" fmla="*/ 3875212 h 5311527"/>
                <a:gd name="connsiteX3" fmla="*/ 987567 w 5018840"/>
                <a:gd name="connsiteY3" fmla="*/ 4294649 h 5311527"/>
                <a:gd name="connsiteX4" fmla="*/ 229171 w 5018840"/>
                <a:gd name="connsiteY4" fmla="*/ 5109538 h 5311527"/>
                <a:gd name="connsiteX5" fmla="*/ 31977 w 5018840"/>
                <a:gd name="connsiteY5" fmla="*/ 5285946 h 5311527"/>
                <a:gd name="connsiteX6" fmla="*/ 2665 w 5018840"/>
                <a:gd name="connsiteY6" fmla="*/ 5311527 h 5311527"/>
                <a:gd name="connsiteX7" fmla="*/ 0 w 5018840"/>
                <a:gd name="connsiteY7" fmla="*/ 5308863 h 5311527"/>
                <a:gd name="connsiteX8" fmla="*/ 151359 w 5018840"/>
                <a:gd name="connsiteY8" fmla="*/ 5145779 h 5311527"/>
                <a:gd name="connsiteX9" fmla="*/ 1352109 w 5018840"/>
                <a:gd name="connsiteY9" fmla="*/ 3854427 h 5311527"/>
                <a:gd name="connsiteX10" fmla="*/ 1363501 w 5018840"/>
                <a:gd name="connsiteY10" fmla="*/ 3844634 h 5311527"/>
                <a:gd name="connsiteX11" fmla="*/ 1625514 w 5018840"/>
                <a:gd name="connsiteY11" fmla="*/ 3319871 h 5311527"/>
                <a:gd name="connsiteX12" fmla="*/ 1614855 w 5018840"/>
                <a:gd name="connsiteY12" fmla="*/ 3332129 h 5311527"/>
                <a:gd name="connsiteX13" fmla="*/ 1461364 w 5018840"/>
                <a:gd name="connsiteY13" fmla="*/ 3608201 h 5311527"/>
                <a:gd name="connsiteX14" fmla="*/ 1457633 w 5018840"/>
                <a:gd name="connsiteY14" fmla="*/ 3622058 h 5311527"/>
                <a:gd name="connsiteX15" fmla="*/ 1467760 w 5018840"/>
                <a:gd name="connsiteY15" fmla="*/ 3609800 h 5311527"/>
                <a:gd name="connsiteX16" fmla="*/ 1645767 w 5018840"/>
                <a:gd name="connsiteY16" fmla="*/ 3371568 h 5311527"/>
                <a:gd name="connsiteX17" fmla="*/ 1640970 w 5018840"/>
                <a:gd name="connsiteY17" fmla="*/ 3326800 h 5311527"/>
                <a:gd name="connsiteX18" fmla="*/ 1625514 w 5018840"/>
                <a:gd name="connsiteY18" fmla="*/ 3319871 h 5311527"/>
                <a:gd name="connsiteX19" fmla="*/ 1651230 w 5018840"/>
                <a:gd name="connsiteY19" fmla="*/ 3238396 h 5311527"/>
                <a:gd name="connsiteX20" fmla="*/ 1664953 w 5018840"/>
                <a:gd name="connsiteY20" fmla="*/ 3245791 h 5311527"/>
                <a:gd name="connsiteX21" fmla="*/ 1983126 w 5018840"/>
                <a:gd name="connsiteY21" fmla="*/ 3530922 h 5311527"/>
                <a:gd name="connsiteX22" fmla="*/ 1980461 w 5018840"/>
                <a:gd name="connsiteY22" fmla="*/ 3557037 h 5311527"/>
                <a:gd name="connsiteX23" fmla="*/ 1526918 w 5018840"/>
                <a:gd name="connsiteY23" fmla="*/ 3852294 h 5311527"/>
                <a:gd name="connsiteX24" fmla="*/ 1476820 w 5018840"/>
                <a:gd name="connsiteY24" fmla="*/ 3867750 h 5311527"/>
                <a:gd name="connsiteX25" fmla="*/ 1380888 w 5018840"/>
                <a:gd name="connsiteY25" fmla="*/ 3712127 h 5311527"/>
                <a:gd name="connsiteX26" fmla="*/ 1639904 w 5018840"/>
                <a:gd name="connsiteY26" fmla="*/ 3248988 h 5311527"/>
                <a:gd name="connsiteX27" fmla="*/ 1651230 w 5018840"/>
                <a:gd name="connsiteY27" fmla="*/ 3238396 h 5311527"/>
                <a:gd name="connsiteX28" fmla="*/ 1909644 w 5018840"/>
                <a:gd name="connsiteY28" fmla="*/ 3080042 h 5311527"/>
                <a:gd name="connsiteX29" fmla="*/ 1920236 w 5018840"/>
                <a:gd name="connsiteY29" fmla="*/ 3085905 h 5311527"/>
                <a:gd name="connsiteX30" fmla="*/ 2130221 w 5018840"/>
                <a:gd name="connsiteY30" fmla="*/ 3275637 h 5311527"/>
                <a:gd name="connsiteX31" fmla="*/ 2140880 w 5018840"/>
                <a:gd name="connsiteY31" fmla="*/ 3283098 h 5311527"/>
                <a:gd name="connsiteX32" fmla="*/ 2131287 w 5018840"/>
                <a:gd name="connsiteY32" fmla="*/ 3294823 h 5311527"/>
                <a:gd name="connsiteX33" fmla="*/ 2006042 w 5018840"/>
                <a:gd name="connsiteY33" fmla="*/ 3433924 h 5311527"/>
                <a:gd name="connsiteX34" fmla="*/ 1984724 w 5018840"/>
                <a:gd name="connsiteY34" fmla="*/ 3434990 h 5311527"/>
                <a:gd name="connsiteX35" fmla="*/ 1775806 w 5018840"/>
                <a:gd name="connsiteY35" fmla="*/ 3246857 h 5311527"/>
                <a:gd name="connsiteX36" fmla="*/ 1775273 w 5018840"/>
                <a:gd name="connsiteY36" fmla="*/ 3224473 h 5311527"/>
                <a:gd name="connsiteX37" fmla="*/ 1899451 w 5018840"/>
                <a:gd name="connsiteY37" fmla="*/ 3086971 h 5311527"/>
                <a:gd name="connsiteX38" fmla="*/ 1909644 w 5018840"/>
                <a:gd name="connsiteY38" fmla="*/ 3080042 h 5311527"/>
                <a:gd name="connsiteX39" fmla="*/ 2638128 w 5018840"/>
                <a:gd name="connsiteY39" fmla="*/ 2708040 h 5311527"/>
                <a:gd name="connsiteX40" fmla="*/ 2657847 w 5018840"/>
                <a:gd name="connsiteY40" fmla="*/ 2719232 h 5311527"/>
                <a:gd name="connsiteX41" fmla="*/ 2852377 w 5018840"/>
                <a:gd name="connsiteY41" fmla="*/ 2888180 h 5311527"/>
                <a:gd name="connsiteX42" fmla="*/ 2849179 w 5018840"/>
                <a:gd name="connsiteY42" fmla="*/ 2928684 h 5311527"/>
                <a:gd name="connsiteX43" fmla="*/ 2808142 w 5018840"/>
                <a:gd name="connsiteY43" fmla="*/ 2936679 h 5311527"/>
                <a:gd name="connsiteX44" fmla="*/ 2612013 w 5018840"/>
                <a:gd name="connsiteY44" fmla="*/ 2766132 h 5311527"/>
                <a:gd name="connsiteX45" fmla="*/ 2601887 w 5018840"/>
                <a:gd name="connsiteY45" fmla="*/ 2725627 h 5311527"/>
                <a:gd name="connsiteX46" fmla="*/ 2638128 w 5018840"/>
                <a:gd name="connsiteY46" fmla="*/ 2708040 h 5311527"/>
                <a:gd name="connsiteX47" fmla="*/ 2348467 w 5018840"/>
                <a:gd name="connsiteY47" fmla="*/ 2661939 h 5311527"/>
                <a:gd name="connsiteX48" fmla="*/ 2373249 w 5018840"/>
                <a:gd name="connsiteY48" fmla="*/ 2670733 h 5311527"/>
                <a:gd name="connsiteX49" fmla="*/ 2441467 w 5018840"/>
                <a:gd name="connsiteY49" fmla="*/ 2728825 h 5311527"/>
                <a:gd name="connsiteX50" fmla="*/ 2752714 w 5018840"/>
                <a:gd name="connsiteY50" fmla="*/ 2999034 h 5311527"/>
                <a:gd name="connsiteX51" fmla="*/ 2709012 w 5018840"/>
                <a:gd name="connsiteY51" fmla="*/ 3047533 h 5311527"/>
                <a:gd name="connsiteX52" fmla="*/ 2456923 w 5018840"/>
                <a:gd name="connsiteY52" fmla="*/ 2830087 h 5311527"/>
                <a:gd name="connsiteX53" fmla="*/ 2341805 w 5018840"/>
                <a:gd name="connsiteY53" fmla="*/ 2730423 h 5311527"/>
                <a:gd name="connsiteX54" fmla="*/ 2331146 w 5018840"/>
                <a:gd name="connsiteY54" fmla="*/ 2720830 h 5311527"/>
                <a:gd name="connsiteX55" fmla="*/ 2326882 w 5018840"/>
                <a:gd name="connsiteY55" fmla="*/ 2673930 h 5311527"/>
                <a:gd name="connsiteX56" fmla="*/ 2348467 w 5018840"/>
                <a:gd name="connsiteY56" fmla="*/ 2661939 h 5311527"/>
                <a:gd name="connsiteX57" fmla="*/ 2706879 w 5018840"/>
                <a:gd name="connsiteY57" fmla="*/ 2613640 h 5311527"/>
                <a:gd name="connsiteX58" fmla="*/ 2731395 w 5018840"/>
                <a:gd name="connsiteY58" fmla="*/ 2620102 h 5311527"/>
                <a:gd name="connsiteX59" fmla="*/ 2934985 w 5018840"/>
                <a:gd name="connsiteY59" fmla="*/ 2797577 h 5311527"/>
                <a:gd name="connsiteX60" fmla="*/ 2891815 w 5018840"/>
                <a:gd name="connsiteY60" fmla="*/ 2844477 h 5311527"/>
                <a:gd name="connsiteX61" fmla="*/ 2693555 w 5018840"/>
                <a:gd name="connsiteY61" fmla="*/ 2673397 h 5311527"/>
                <a:gd name="connsiteX62" fmla="*/ 2685560 w 5018840"/>
                <a:gd name="connsiteY62" fmla="*/ 2627563 h 5311527"/>
                <a:gd name="connsiteX63" fmla="*/ 2706879 w 5018840"/>
                <a:gd name="connsiteY63" fmla="*/ 2613640 h 5311527"/>
                <a:gd name="connsiteX64" fmla="*/ 2806542 w 5018840"/>
                <a:gd name="connsiteY64" fmla="*/ 2503386 h 5311527"/>
                <a:gd name="connsiteX65" fmla="*/ 2833190 w 5018840"/>
                <a:gd name="connsiteY65" fmla="*/ 2514044 h 5311527"/>
                <a:gd name="connsiteX66" fmla="*/ 3017060 w 5018840"/>
                <a:gd name="connsiteY66" fmla="*/ 2673399 h 5311527"/>
                <a:gd name="connsiteX67" fmla="*/ 3032516 w 5018840"/>
                <a:gd name="connsiteY67" fmla="*/ 2689921 h 5311527"/>
                <a:gd name="connsiteX68" fmla="*/ 2990946 w 5018840"/>
                <a:gd name="connsiteY68" fmla="*/ 2735755 h 5311527"/>
                <a:gd name="connsiteX69" fmla="*/ 2867299 w 5018840"/>
                <a:gd name="connsiteY69" fmla="*/ 2630763 h 5311527"/>
                <a:gd name="connsiteX70" fmla="*/ 2788954 w 5018840"/>
                <a:gd name="connsiteY70" fmla="*/ 2562543 h 5311527"/>
                <a:gd name="connsiteX71" fmla="*/ 2783092 w 5018840"/>
                <a:gd name="connsiteY71" fmla="*/ 2515110 h 5311527"/>
                <a:gd name="connsiteX72" fmla="*/ 2806542 w 5018840"/>
                <a:gd name="connsiteY72" fmla="*/ 2503386 h 5311527"/>
                <a:gd name="connsiteX73" fmla="*/ 2975955 w 5018840"/>
                <a:gd name="connsiteY73" fmla="*/ 2325178 h 5311527"/>
                <a:gd name="connsiteX74" fmla="*/ 3003735 w 5018840"/>
                <a:gd name="connsiteY74" fmla="*/ 2337636 h 5311527"/>
                <a:gd name="connsiteX75" fmla="*/ 3198797 w 5018840"/>
                <a:gd name="connsiteY75" fmla="*/ 2506583 h 5311527"/>
                <a:gd name="connsiteX76" fmla="*/ 3195067 w 5018840"/>
                <a:gd name="connsiteY76" fmla="*/ 2547621 h 5311527"/>
                <a:gd name="connsiteX77" fmla="*/ 3155095 w 5018840"/>
                <a:gd name="connsiteY77" fmla="*/ 2555082 h 5311527"/>
                <a:gd name="connsiteX78" fmla="*/ 2960033 w 5018840"/>
                <a:gd name="connsiteY78" fmla="*/ 2386667 h 5311527"/>
                <a:gd name="connsiteX79" fmla="*/ 2952571 w 5018840"/>
                <a:gd name="connsiteY79" fmla="*/ 2337103 h 5311527"/>
                <a:gd name="connsiteX80" fmla="*/ 2975955 w 5018840"/>
                <a:gd name="connsiteY80" fmla="*/ 2325178 h 5311527"/>
                <a:gd name="connsiteX81" fmla="*/ 2720003 w 5018840"/>
                <a:gd name="connsiteY81" fmla="*/ 2277678 h 5311527"/>
                <a:gd name="connsiteX82" fmla="*/ 2750049 w 5018840"/>
                <a:gd name="connsiteY82" fmla="*/ 2292334 h 5311527"/>
                <a:gd name="connsiteX83" fmla="*/ 3103931 w 5018840"/>
                <a:gd name="connsiteY83" fmla="*/ 2599318 h 5311527"/>
                <a:gd name="connsiteX84" fmla="*/ 3110860 w 5018840"/>
                <a:gd name="connsiteY84" fmla="*/ 2603581 h 5311527"/>
                <a:gd name="connsiteX85" fmla="*/ 3101266 w 5018840"/>
                <a:gd name="connsiteY85" fmla="*/ 2663805 h 5311527"/>
                <a:gd name="connsiteX86" fmla="*/ 3064492 w 5018840"/>
                <a:gd name="connsiteY86" fmla="*/ 2653679 h 5311527"/>
                <a:gd name="connsiteX87" fmla="*/ 2824130 w 5018840"/>
                <a:gd name="connsiteY87" fmla="*/ 2444228 h 5311527"/>
                <a:gd name="connsiteX88" fmla="*/ 2706346 w 5018840"/>
                <a:gd name="connsiteY88" fmla="*/ 2341899 h 5311527"/>
                <a:gd name="connsiteX89" fmla="*/ 2695154 w 5018840"/>
                <a:gd name="connsiteY89" fmla="*/ 2288604 h 5311527"/>
                <a:gd name="connsiteX90" fmla="*/ 2720003 w 5018840"/>
                <a:gd name="connsiteY90" fmla="*/ 2277678 h 5311527"/>
                <a:gd name="connsiteX91" fmla="*/ 3064159 w 5018840"/>
                <a:gd name="connsiteY91" fmla="*/ 2222052 h 5311527"/>
                <a:gd name="connsiteX92" fmla="*/ 3089541 w 5018840"/>
                <a:gd name="connsiteY92" fmla="*/ 2231045 h 5311527"/>
                <a:gd name="connsiteX93" fmla="*/ 3284071 w 5018840"/>
                <a:gd name="connsiteY93" fmla="*/ 2399993 h 5311527"/>
                <a:gd name="connsiteX94" fmla="*/ 3289400 w 5018840"/>
                <a:gd name="connsiteY94" fmla="*/ 2406388 h 5311527"/>
                <a:gd name="connsiteX95" fmla="*/ 3246231 w 5018840"/>
                <a:gd name="connsiteY95" fmla="*/ 2452755 h 5311527"/>
                <a:gd name="connsiteX96" fmla="*/ 3049569 w 5018840"/>
                <a:gd name="connsiteY96" fmla="*/ 2283275 h 5311527"/>
                <a:gd name="connsiteX97" fmla="*/ 3041575 w 5018840"/>
                <a:gd name="connsiteY97" fmla="*/ 2234243 h 5311527"/>
                <a:gd name="connsiteX98" fmla="*/ 3064159 w 5018840"/>
                <a:gd name="connsiteY98" fmla="*/ 2222052 h 5311527"/>
                <a:gd name="connsiteX99" fmla="*/ 3160224 w 5018840"/>
                <a:gd name="connsiteY99" fmla="*/ 2111130 h 5311527"/>
                <a:gd name="connsiteX100" fmla="*/ 3184407 w 5018840"/>
                <a:gd name="connsiteY100" fmla="*/ 2119657 h 5311527"/>
                <a:gd name="connsiteX101" fmla="*/ 3377871 w 5018840"/>
                <a:gd name="connsiteY101" fmla="*/ 2287006 h 5311527"/>
                <a:gd name="connsiteX102" fmla="*/ 3387464 w 5018840"/>
                <a:gd name="connsiteY102" fmla="*/ 2298198 h 5311527"/>
                <a:gd name="connsiteX103" fmla="*/ 3345361 w 5018840"/>
                <a:gd name="connsiteY103" fmla="*/ 2344032 h 5311527"/>
                <a:gd name="connsiteX104" fmla="*/ 3186006 w 5018840"/>
                <a:gd name="connsiteY104" fmla="*/ 2207595 h 5311527"/>
                <a:gd name="connsiteX105" fmla="*/ 3142304 w 5018840"/>
                <a:gd name="connsiteY105" fmla="*/ 2169222 h 5311527"/>
                <a:gd name="connsiteX106" fmla="*/ 3138040 w 5018840"/>
                <a:gd name="connsiteY106" fmla="*/ 2123387 h 5311527"/>
                <a:gd name="connsiteX107" fmla="*/ 3160224 w 5018840"/>
                <a:gd name="connsiteY107" fmla="*/ 2111130 h 5311527"/>
                <a:gd name="connsiteX108" fmla="*/ 3361482 w 5018840"/>
                <a:gd name="connsiteY108" fmla="*/ 1912537 h 5311527"/>
                <a:gd name="connsiteX109" fmla="*/ 3382666 w 5018840"/>
                <a:gd name="connsiteY109" fmla="*/ 1925128 h 5311527"/>
                <a:gd name="connsiteX110" fmla="*/ 3406649 w 5018840"/>
                <a:gd name="connsiteY110" fmla="*/ 1944847 h 5311527"/>
                <a:gd name="connsiteX111" fmla="*/ 3471138 w 5018840"/>
                <a:gd name="connsiteY111" fmla="*/ 1995478 h 5311527"/>
                <a:gd name="connsiteX112" fmla="*/ 3559075 w 5018840"/>
                <a:gd name="connsiteY112" fmla="*/ 2070626 h 5311527"/>
                <a:gd name="connsiteX113" fmla="*/ 3575064 w 5018840"/>
                <a:gd name="connsiteY113" fmla="*/ 2091411 h 5311527"/>
                <a:gd name="connsiteX114" fmla="*/ 3573465 w 5018840"/>
                <a:gd name="connsiteY114" fmla="*/ 2133515 h 5311527"/>
                <a:gd name="connsiteX115" fmla="*/ 3529763 w 5018840"/>
                <a:gd name="connsiteY115" fmla="*/ 2140443 h 5311527"/>
                <a:gd name="connsiteX116" fmla="*/ 3363480 w 5018840"/>
                <a:gd name="connsiteY116" fmla="*/ 1995478 h 5311527"/>
                <a:gd name="connsiteX117" fmla="*/ 3326173 w 5018840"/>
                <a:gd name="connsiteY117" fmla="*/ 1962435 h 5311527"/>
                <a:gd name="connsiteX118" fmla="*/ 3337898 w 5018840"/>
                <a:gd name="connsiteY118" fmla="*/ 1917134 h 5311527"/>
                <a:gd name="connsiteX119" fmla="*/ 3361482 w 5018840"/>
                <a:gd name="connsiteY119" fmla="*/ 1912537 h 5311527"/>
                <a:gd name="connsiteX120" fmla="*/ 3072619 w 5018840"/>
                <a:gd name="connsiteY120" fmla="*/ 1868302 h 5311527"/>
                <a:gd name="connsiteX121" fmla="*/ 3100200 w 5018840"/>
                <a:gd name="connsiteY121" fmla="*/ 1880360 h 5311527"/>
                <a:gd name="connsiteX122" fmla="*/ 3230774 w 5018840"/>
                <a:gd name="connsiteY122" fmla="*/ 1993347 h 5311527"/>
                <a:gd name="connsiteX123" fmla="*/ 3270746 w 5018840"/>
                <a:gd name="connsiteY123" fmla="*/ 2021594 h 5311527"/>
                <a:gd name="connsiteX124" fmla="*/ 3463675 w 5018840"/>
                <a:gd name="connsiteY124" fmla="*/ 2187876 h 5311527"/>
                <a:gd name="connsiteX125" fmla="*/ 3473269 w 5018840"/>
                <a:gd name="connsiteY125" fmla="*/ 2203332 h 5311527"/>
                <a:gd name="connsiteX126" fmla="*/ 3470071 w 5018840"/>
                <a:gd name="connsiteY126" fmla="*/ 2245435 h 5311527"/>
                <a:gd name="connsiteX127" fmla="*/ 3428500 w 5018840"/>
                <a:gd name="connsiteY127" fmla="*/ 2252364 h 5311527"/>
                <a:gd name="connsiteX128" fmla="*/ 3144435 w 5018840"/>
                <a:gd name="connsiteY128" fmla="*/ 2005072 h 5311527"/>
                <a:gd name="connsiteX129" fmla="*/ 3137507 w 5018840"/>
                <a:gd name="connsiteY129" fmla="*/ 2000808 h 5311527"/>
                <a:gd name="connsiteX130" fmla="*/ 3058096 w 5018840"/>
                <a:gd name="connsiteY130" fmla="*/ 1930458 h 5311527"/>
                <a:gd name="connsiteX131" fmla="*/ 3049036 w 5018840"/>
                <a:gd name="connsiteY131" fmla="*/ 1879827 h 5311527"/>
                <a:gd name="connsiteX132" fmla="*/ 3072619 w 5018840"/>
                <a:gd name="connsiteY132" fmla="*/ 1868302 h 5311527"/>
                <a:gd name="connsiteX133" fmla="*/ 3444089 w 5018840"/>
                <a:gd name="connsiteY133" fmla="*/ 1807346 h 5311527"/>
                <a:gd name="connsiteX134" fmla="*/ 3471670 w 5018840"/>
                <a:gd name="connsiteY134" fmla="*/ 1820136 h 5311527"/>
                <a:gd name="connsiteX135" fmla="*/ 3651810 w 5018840"/>
                <a:gd name="connsiteY135" fmla="*/ 1974694 h 5311527"/>
                <a:gd name="connsiteX136" fmla="*/ 3666732 w 5018840"/>
                <a:gd name="connsiteY136" fmla="*/ 2022127 h 5311527"/>
                <a:gd name="connsiteX137" fmla="*/ 3622497 w 5018840"/>
                <a:gd name="connsiteY137" fmla="*/ 2037050 h 5311527"/>
                <a:gd name="connsiteX138" fmla="*/ 3596915 w 5018840"/>
                <a:gd name="connsiteY138" fmla="*/ 2022127 h 5311527"/>
                <a:gd name="connsiteX139" fmla="*/ 3520170 w 5018840"/>
                <a:gd name="connsiteY139" fmla="*/ 1956574 h 5311527"/>
                <a:gd name="connsiteX140" fmla="*/ 3507379 w 5018840"/>
                <a:gd name="connsiteY140" fmla="*/ 1939519 h 5311527"/>
                <a:gd name="connsiteX141" fmla="*/ 3429566 w 5018840"/>
                <a:gd name="connsiteY141" fmla="*/ 1870767 h 5311527"/>
                <a:gd name="connsiteX142" fmla="*/ 3420506 w 5018840"/>
                <a:gd name="connsiteY142" fmla="*/ 1818537 h 5311527"/>
                <a:gd name="connsiteX143" fmla="*/ 3444089 w 5018840"/>
                <a:gd name="connsiteY143" fmla="*/ 1807346 h 5311527"/>
                <a:gd name="connsiteX144" fmla="*/ 3538622 w 5018840"/>
                <a:gd name="connsiteY144" fmla="*/ 1697690 h 5311527"/>
                <a:gd name="connsiteX145" fmla="*/ 3567602 w 5018840"/>
                <a:gd name="connsiteY145" fmla="*/ 1710881 h 5311527"/>
                <a:gd name="connsiteX146" fmla="*/ 3748808 w 5018840"/>
                <a:gd name="connsiteY146" fmla="*/ 1867570 h 5311527"/>
                <a:gd name="connsiteX147" fmla="*/ 3766395 w 5018840"/>
                <a:gd name="connsiteY147" fmla="*/ 1900081 h 5311527"/>
                <a:gd name="connsiteX148" fmla="*/ 3747742 w 5018840"/>
                <a:gd name="connsiteY148" fmla="*/ 1927261 h 5311527"/>
                <a:gd name="connsiteX149" fmla="*/ 3712567 w 5018840"/>
                <a:gd name="connsiteY149" fmla="*/ 1923531 h 5311527"/>
                <a:gd name="connsiteX150" fmla="*/ 3665134 w 5018840"/>
                <a:gd name="connsiteY150" fmla="*/ 1883026 h 5311527"/>
                <a:gd name="connsiteX151" fmla="*/ 3525498 w 5018840"/>
                <a:gd name="connsiteY151" fmla="*/ 1761511 h 5311527"/>
                <a:gd name="connsiteX152" fmla="*/ 3514839 w 5018840"/>
                <a:gd name="connsiteY152" fmla="*/ 1709282 h 5311527"/>
                <a:gd name="connsiteX153" fmla="*/ 3538622 w 5018840"/>
                <a:gd name="connsiteY153" fmla="*/ 1697690 h 5311527"/>
                <a:gd name="connsiteX154" fmla="*/ 3467606 w 5018840"/>
                <a:gd name="connsiteY154" fmla="*/ 1451865 h 5311527"/>
                <a:gd name="connsiteX155" fmla="*/ 3499383 w 5018840"/>
                <a:gd name="connsiteY155" fmla="*/ 1469453 h 5311527"/>
                <a:gd name="connsiteX156" fmla="*/ 3837811 w 5018840"/>
                <a:gd name="connsiteY156" fmla="*/ 1775369 h 5311527"/>
                <a:gd name="connsiteX157" fmla="*/ 3856998 w 5018840"/>
                <a:gd name="connsiteY157" fmla="*/ 1811077 h 5311527"/>
                <a:gd name="connsiteX158" fmla="*/ 3841542 w 5018840"/>
                <a:gd name="connsiteY158" fmla="*/ 1832928 h 5311527"/>
                <a:gd name="connsiteX159" fmla="*/ 3810098 w 5018840"/>
                <a:gd name="connsiteY159" fmla="*/ 1831862 h 5311527"/>
                <a:gd name="connsiteX160" fmla="*/ 3787713 w 5018840"/>
                <a:gd name="connsiteY160" fmla="*/ 1813209 h 5311527"/>
                <a:gd name="connsiteX161" fmla="*/ 3458346 w 5018840"/>
                <a:gd name="connsiteY161" fmla="*/ 1515820 h 5311527"/>
                <a:gd name="connsiteX162" fmla="*/ 3443423 w 5018840"/>
                <a:gd name="connsiteY162" fmla="*/ 1461458 h 5311527"/>
                <a:gd name="connsiteX163" fmla="*/ 3467606 w 5018840"/>
                <a:gd name="connsiteY163" fmla="*/ 1451865 h 5311527"/>
                <a:gd name="connsiteX164" fmla="*/ 3419707 w 5018840"/>
                <a:gd name="connsiteY164" fmla="*/ 1000785 h 5311527"/>
                <a:gd name="connsiteX165" fmla="*/ 3403985 w 5018840"/>
                <a:gd name="connsiteY165" fmla="*/ 1011110 h 5311527"/>
                <a:gd name="connsiteX166" fmla="*/ 2562448 w 5018840"/>
                <a:gd name="connsiteY166" fmla="*/ 1942182 h 5311527"/>
                <a:gd name="connsiteX167" fmla="*/ 1920770 w 5018840"/>
                <a:gd name="connsiteY167" fmla="*/ 2652078 h 5311527"/>
                <a:gd name="connsiteX168" fmla="*/ 1871738 w 5018840"/>
                <a:gd name="connsiteY168" fmla="*/ 2775191 h 5311527"/>
                <a:gd name="connsiteX169" fmla="*/ 1933028 w 5018840"/>
                <a:gd name="connsiteY169" fmla="*/ 2907364 h 5311527"/>
                <a:gd name="connsiteX170" fmla="*/ 2332211 w 5018840"/>
                <a:gd name="connsiteY170" fmla="*/ 3267642 h 5311527"/>
                <a:gd name="connsiteX171" fmla="*/ 2593892 w 5018840"/>
                <a:gd name="connsiteY171" fmla="*/ 3254851 h 5311527"/>
                <a:gd name="connsiteX172" fmla="*/ 2884887 w 5018840"/>
                <a:gd name="connsiteY172" fmla="*/ 2932946 h 5311527"/>
                <a:gd name="connsiteX173" fmla="*/ 4076575 w 5018840"/>
                <a:gd name="connsiteY173" fmla="*/ 1615480 h 5311527"/>
                <a:gd name="connsiteX174" fmla="*/ 4076042 w 5018840"/>
                <a:gd name="connsiteY174" fmla="*/ 1588300 h 5311527"/>
                <a:gd name="connsiteX175" fmla="*/ 3435429 w 5018840"/>
                <a:gd name="connsiteY175" fmla="*/ 1010045 h 5311527"/>
                <a:gd name="connsiteX176" fmla="*/ 3419707 w 5018840"/>
                <a:gd name="connsiteY176" fmla="*/ 1000785 h 5311527"/>
                <a:gd name="connsiteX177" fmla="*/ 3413644 w 5018840"/>
                <a:gd name="connsiteY177" fmla="*/ 901588 h 5311527"/>
                <a:gd name="connsiteX178" fmla="*/ 3429567 w 5018840"/>
                <a:gd name="connsiteY178" fmla="*/ 910383 h 5311527"/>
                <a:gd name="connsiteX179" fmla="*/ 4175171 w 5018840"/>
                <a:gd name="connsiteY179" fmla="*/ 1583503 h 5311527"/>
                <a:gd name="connsiteX180" fmla="*/ 4175704 w 5018840"/>
                <a:gd name="connsiteY180" fmla="*/ 1610684 h 5311527"/>
                <a:gd name="connsiteX181" fmla="*/ 2642924 w 5018840"/>
                <a:gd name="connsiteY181" fmla="*/ 3305482 h 5311527"/>
                <a:gd name="connsiteX182" fmla="*/ 2287976 w 5018840"/>
                <a:gd name="connsiteY182" fmla="*/ 3324135 h 5311527"/>
                <a:gd name="connsiteX183" fmla="*/ 1883996 w 5018840"/>
                <a:gd name="connsiteY183" fmla="*/ 2959594 h 5311527"/>
                <a:gd name="connsiteX184" fmla="*/ 1800855 w 5018840"/>
                <a:gd name="connsiteY184" fmla="*/ 2760269 h 5311527"/>
                <a:gd name="connsiteX185" fmla="*/ 1866409 w 5018840"/>
                <a:gd name="connsiteY185" fmla="*/ 2606778 h 5311527"/>
                <a:gd name="connsiteX186" fmla="*/ 2826794 w 5018840"/>
                <a:gd name="connsiteY186" fmla="*/ 1544600 h 5311527"/>
                <a:gd name="connsiteX187" fmla="*/ 3398122 w 5018840"/>
                <a:gd name="connsiteY187" fmla="*/ 911982 h 5311527"/>
                <a:gd name="connsiteX188" fmla="*/ 3413644 w 5018840"/>
                <a:gd name="connsiteY188" fmla="*/ 901588 h 5311527"/>
                <a:gd name="connsiteX189" fmla="*/ 3446622 w 5018840"/>
                <a:gd name="connsiteY189" fmla="*/ 577819 h 5311527"/>
                <a:gd name="connsiteX190" fmla="*/ 3478066 w 5018840"/>
                <a:gd name="connsiteY190" fmla="*/ 593807 h 5311527"/>
                <a:gd name="connsiteX191" fmla="*/ 3971582 w 5018840"/>
                <a:gd name="connsiteY191" fmla="*/ 1039359 h 5311527"/>
                <a:gd name="connsiteX192" fmla="*/ 4485351 w 5018840"/>
                <a:gd name="connsiteY192" fmla="*/ 1503031 h 5311527"/>
                <a:gd name="connsiteX193" fmla="*/ 4507735 w 5018840"/>
                <a:gd name="connsiteY193" fmla="*/ 1539805 h 5311527"/>
                <a:gd name="connsiteX194" fmla="*/ 4495477 w 5018840"/>
                <a:gd name="connsiteY194" fmla="*/ 1563788 h 5311527"/>
                <a:gd name="connsiteX195" fmla="*/ 4428325 w 5018840"/>
                <a:gd name="connsiteY195" fmla="*/ 1637866 h 5311527"/>
                <a:gd name="connsiteX196" fmla="*/ 4368634 w 5018840"/>
                <a:gd name="connsiteY196" fmla="*/ 1640531 h 5311527"/>
                <a:gd name="connsiteX197" fmla="*/ 3933742 w 5018840"/>
                <a:gd name="connsiteY197" fmla="*/ 1247744 h 5311527"/>
                <a:gd name="connsiteX198" fmla="*/ 3359750 w 5018840"/>
                <a:gd name="connsiteY198" fmla="*/ 729179 h 5311527"/>
                <a:gd name="connsiteX199" fmla="*/ 3356552 w 5018840"/>
                <a:gd name="connsiteY199" fmla="*/ 663624 h 5311527"/>
                <a:gd name="connsiteX200" fmla="*/ 3416776 w 5018840"/>
                <a:gd name="connsiteY200" fmla="*/ 597005 h 5311527"/>
                <a:gd name="connsiteX201" fmla="*/ 3446622 w 5018840"/>
                <a:gd name="connsiteY201" fmla="*/ 577819 h 5311527"/>
                <a:gd name="connsiteX202" fmla="*/ 4352179 w 5018840"/>
                <a:gd name="connsiteY202" fmla="*/ 270038 h 5311527"/>
                <a:gd name="connsiteX203" fmla="*/ 4367568 w 5018840"/>
                <a:gd name="connsiteY203" fmla="*/ 278299 h 5311527"/>
                <a:gd name="connsiteX204" fmla="*/ 4743302 w 5018840"/>
                <a:gd name="connsiteY204" fmla="*/ 617790 h 5311527"/>
                <a:gd name="connsiteX205" fmla="*/ 4745434 w 5018840"/>
                <a:gd name="connsiteY205" fmla="*/ 646571 h 5311527"/>
                <a:gd name="connsiteX206" fmla="*/ 4251917 w 5018840"/>
                <a:gd name="connsiteY206" fmla="*/ 1192318 h 5311527"/>
                <a:gd name="connsiteX207" fmla="*/ 4234329 w 5018840"/>
                <a:gd name="connsiteY207" fmla="*/ 1204576 h 5311527"/>
                <a:gd name="connsiteX208" fmla="*/ 4223137 w 5018840"/>
                <a:gd name="connsiteY208" fmla="*/ 1196049 h 5311527"/>
                <a:gd name="connsiteX209" fmla="*/ 3844206 w 5018840"/>
                <a:gd name="connsiteY209" fmla="*/ 853891 h 5311527"/>
                <a:gd name="connsiteX210" fmla="*/ 3843673 w 5018840"/>
                <a:gd name="connsiteY210" fmla="*/ 825111 h 5311527"/>
                <a:gd name="connsiteX211" fmla="*/ 4337190 w 5018840"/>
                <a:gd name="connsiteY211" fmla="*/ 279364 h 5311527"/>
                <a:gd name="connsiteX212" fmla="*/ 4352179 w 5018840"/>
                <a:gd name="connsiteY212" fmla="*/ 270038 h 5311527"/>
                <a:gd name="connsiteX213" fmla="*/ 4381958 w 5018840"/>
                <a:gd name="connsiteY213" fmla="*/ 29 h 5311527"/>
                <a:gd name="connsiteX214" fmla="*/ 4411803 w 5018840"/>
                <a:gd name="connsiteY214" fmla="*/ 15018 h 5311527"/>
                <a:gd name="connsiteX215" fmla="*/ 4891464 w 5018840"/>
                <a:gd name="connsiteY215" fmla="*/ 447779 h 5311527"/>
                <a:gd name="connsiteX216" fmla="*/ 4996989 w 5018840"/>
                <a:gd name="connsiteY216" fmla="*/ 542645 h 5311527"/>
                <a:gd name="connsiteX217" fmla="*/ 5018840 w 5018840"/>
                <a:gd name="connsiteY217" fmla="*/ 567694 h 5311527"/>
                <a:gd name="connsiteX218" fmla="*/ 5018307 w 5018840"/>
                <a:gd name="connsiteY218" fmla="*/ 589012 h 5311527"/>
                <a:gd name="connsiteX219" fmla="*/ 4936232 w 5018840"/>
                <a:gd name="connsiteY219" fmla="*/ 679614 h 5311527"/>
                <a:gd name="connsiteX220" fmla="*/ 4882404 w 5018840"/>
                <a:gd name="connsiteY220" fmla="*/ 682812 h 5311527"/>
                <a:gd name="connsiteX221" fmla="*/ 4288690 w 5018840"/>
                <a:gd name="connsiteY221" fmla="*/ 146126 h 5311527"/>
                <a:gd name="connsiteX222" fmla="*/ 4286559 w 5018840"/>
                <a:gd name="connsiteY222" fmla="*/ 92297 h 5311527"/>
                <a:gd name="connsiteX223" fmla="*/ 4353711 w 5018840"/>
                <a:gd name="connsiteY223" fmla="*/ 18217 h 5311527"/>
                <a:gd name="connsiteX224" fmla="*/ 4381958 w 5018840"/>
                <a:gd name="connsiteY224" fmla="*/ 29 h 531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5018840" h="5311527">
                  <a:moveTo>
                    <a:pt x="1363501" y="3844634"/>
                  </a:moveTo>
                  <a:cubicBezTo>
                    <a:pt x="1367298" y="3843368"/>
                    <a:pt x="1371562" y="3844834"/>
                    <a:pt x="1377691" y="3851229"/>
                  </a:cubicBezTo>
                  <a:cubicBezTo>
                    <a:pt x="1386751" y="3860822"/>
                    <a:pt x="1387284" y="3865619"/>
                    <a:pt x="1378224" y="3875212"/>
                  </a:cubicBezTo>
                  <a:cubicBezTo>
                    <a:pt x="1247649" y="4014846"/>
                    <a:pt x="1117608" y="4155014"/>
                    <a:pt x="987567" y="4294649"/>
                  </a:cubicBezTo>
                  <a:cubicBezTo>
                    <a:pt x="734945" y="4566456"/>
                    <a:pt x="482858" y="4838796"/>
                    <a:pt x="229171" y="5109538"/>
                  </a:cubicBezTo>
                  <a:cubicBezTo>
                    <a:pt x="168947" y="5174025"/>
                    <a:pt x="97531" y="5226788"/>
                    <a:pt x="31977" y="5285946"/>
                  </a:cubicBezTo>
                  <a:cubicBezTo>
                    <a:pt x="22384" y="5294473"/>
                    <a:pt x="12258" y="5303000"/>
                    <a:pt x="2665" y="5311527"/>
                  </a:cubicBezTo>
                  <a:cubicBezTo>
                    <a:pt x="2132" y="5310462"/>
                    <a:pt x="1066" y="5309929"/>
                    <a:pt x="0" y="5308863"/>
                  </a:cubicBezTo>
                  <a:cubicBezTo>
                    <a:pt x="50631" y="5254502"/>
                    <a:pt x="101262" y="5200140"/>
                    <a:pt x="151359" y="5145779"/>
                  </a:cubicBezTo>
                  <a:cubicBezTo>
                    <a:pt x="551609" y="4715151"/>
                    <a:pt x="951859" y="4285056"/>
                    <a:pt x="1352109" y="3854427"/>
                  </a:cubicBezTo>
                  <a:cubicBezTo>
                    <a:pt x="1356372" y="3849897"/>
                    <a:pt x="1359703" y="3845900"/>
                    <a:pt x="1363501" y="3844634"/>
                  </a:cubicBezTo>
                  <a:close/>
                  <a:moveTo>
                    <a:pt x="1625514" y="3319871"/>
                  </a:moveTo>
                  <a:cubicBezTo>
                    <a:pt x="1621651" y="3321070"/>
                    <a:pt x="1618586" y="3325467"/>
                    <a:pt x="1614855" y="3332129"/>
                  </a:cubicBezTo>
                  <a:cubicBezTo>
                    <a:pt x="1563691" y="3424330"/>
                    <a:pt x="1512528" y="3516000"/>
                    <a:pt x="1461364" y="3608201"/>
                  </a:cubicBezTo>
                  <a:cubicBezTo>
                    <a:pt x="1459232" y="3611932"/>
                    <a:pt x="1454436" y="3615129"/>
                    <a:pt x="1457633" y="3622058"/>
                  </a:cubicBezTo>
                  <a:cubicBezTo>
                    <a:pt x="1461364" y="3617261"/>
                    <a:pt x="1465095" y="3613531"/>
                    <a:pt x="1467760" y="3609800"/>
                  </a:cubicBezTo>
                  <a:cubicBezTo>
                    <a:pt x="1527451" y="3530390"/>
                    <a:pt x="1586609" y="3450979"/>
                    <a:pt x="1645767" y="3371568"/>
                  </a:cubicBezTo>
                  <a:cubicBezTo>
                    <a:pt x="1664953" y="3346519"/>
                    <a:pt x="1663887" y="3347585"/>
                    <a:pt x="1640970" y="3326800"/>
                  </a:cubicBezTo>
                  <a:cubicBezTo>
                    <a:pt x="1634042" y="3320671"/>
                    <a:pt x="1629378" y="3318672"/>
                    <a:pt x="1625514" y="3319871"/>
                  </a:cubicBezTo>
                  <a:close/>
                  <a:moveTo>
                    <a:pt x="1651230" y="3238396"/>
                  </a:moveTo>
                  <a:cubicBezTo>
                    <a:pt x="1655094" y="3238063"/>
                    <a:pt x="1659357" y="3240728"/>
                    <a:pt x="1664953" y="3245791"/>
                  </a:cubicBezTo>
                  <a:cubicBezTo>
                    <a:pt x="1771009" y="3341190"/>
                    <a:pt x="1877067" y="3436056"/>
                    <a:pt x="1983126" y="3530922"/>
                  </a:cubicBezTo>
                  <a:cubicBezTo>
                    <a:pt x="1995916" y="3542647"/>
                    <a:pt x="1994318" y="3547976"/>
                    <a:pt x="1980461" y="3557037"/>
                  </a:cubicBezTo>
                  <a:cubicBezTo>
                    <a:pt x="1829101" y="3655100"/>
                    <a:pt x="1677744" y="3753697"/>
                    <a:pt x="1526918" y="3852294"/>
                  </a:cubicBezTo>
                  <a:cubicBezTo>
                    <a:pt x="1512528" y="3861354"/>
                    <a:pt x="1496006" y="3868282"/>
                    <a:pt x="1476820" y="3867750"/>
                  </a:cubicBezTo>
                  <a:cubicBezTo>
                    <a:pt x="1401140" y="3867750"/>
                    <a:pt x="1344647" y="3777680"/>
                    <a:pt x="1380888" y="3712127"/>
                  </a:cubicBezTo>
                  <a:cubicBezTo>
                    <a:pt x="1466694" y="3557570"/>
                    <a:pt x="1554098" y="3403545"/>
                    <a:pt x="1639904" y="3248988"/>
                  </a:cubicBezTo>
                  <a:cubicBezTo>
                    <a:pt x="1643902" y="3242060"/>
                    <a:pt x="1647366" y="3238729"/>
                    <a:pt x="1651230" y="3238396"/>
                  </a:cubicBezTo>
                  <a:close/>
                  <a:moveTo>
                    <a:pt x="1909644" y="3080042"/>
                  </a:moveTo>
                  <a:cubicBezTo>
                    <a:pt x="1912775" y="3079909"/>
                    <a:pt x="1915973" y="3081908"/>
                    <a:pt x="1920236" y="3085905"/>
                  </a:cubicBezTo>
                  <a:cubicBezTo>
                    <a:pt x="1990054" y="3149327"/>
                    <a:pt x="2060404" y="3212748"/>
                    <a:pt x="2130221" y="3275637"/>
                  </a:cubicBezTo>
                  <a:cubicBezTo>
                    <a:pt x="2133952" y="3278835"/>
                    <a:pt x="2137682" y="3280966"/>
                    <a:pt x="2140880" y="3283098"/>
                  </a:cubicBezTo>
                  <a:cubicBezTo>
                    <a:pt x="2136616" y="3288428"/>
                    <a:pt x="2133952" y="3291625"/>
                    <a:pt x="2131287" y="3294823"/>
                  </a:cubicBezTo>
                  <a:cubicBezTo>
                    <a:pt x="2089183" y="3341190"/>
                    <a:pt x="2047080" y="3387557"/>
                    <a:pt x="2006042" y="3433924"/>
                  </a:cubicBezTo>
                  <a:cubicBezTo>
                    <a:pt x="1998048" y="3442985"/>
                    <a:pt x="1993784" y="3442985"/>
                    <a:pt x="1984724" y="3434990"/>
                  </a:cubicBezTo>
                  <a:cubicBezTo>
                    <a:pt x="1915440" y="3371569"/>
                    <a:pt x="1846156" y="3309213"/>
                    <a:pt x="1775806" y="3246857"/>
                  </a:cubicBezTo>
                  <a:cubicBezTo>
                    <a:pt x="1766212" y="3238330"/>
                    <a:pt x="1766745" y="3233533"/>
                    <a:pt x="1775273" y="3224473"/>
                  </a:cubicBezTo>
                  <a:cubicBezTo>
                    <a:pt x="1817376" y="3179172"/>
                    <a:pt x="1858414" y="3133338"/>
                    <a:pt x="1899451" y="3086971"/>
                  </a:cubicBezTo>
                  <a:cubicBezTo>
                    <a:pt x="1903449" y="3082441"/>
                    <a:pt x="1906513" y="3080175"/>
                    <a:pt x="1909644" y="3080042"/>
                  </a:cubicBezTo>
                  <a:close/>
                  <a:moveTo>
                    <a:pt x="2638128" y="2708040"/>
                  </a:moveTo>
                  <a:cubicBezTo>
                    <a:pt x="2646122" y="2709106"/>
                    <a:pt x="2651985" y="2713903"/>
                    <a:pt x="2657847" y="2719232"/>
                  </a:cubicBezTo>
                  <a:cubicBezTo>
                    <a:pt x="2722869" y="2775725"/>
                    <a:pt x="2787889" y="2831686"/>
                    <a:pt x="2852377" y="2888180"/>
                  </a:cubicBezTo>
                  <a:cubicBezTo>
                    <a:pt x="2858239" y="2902037"/>
                    <a:pt x="2860371" y="2915893"/>
                    <a:pt x="2849179" y="2928684"/>
                  </a:cubicBezTo>
                  <a:cubicBezTo>
                    <a:pt x="2837987" y="2941475"/>
                    <a:pt x="2823597" y="2942008"/>
                    <a:pt x="2808142" y="2936679"/>
                  </a:cubicBezTo>
                  <a:cubicBezTo>
                    <a:pt x="2742588" y="2879652"/>
                    <a:pt x="2677567" y="2823159"/>
                    <a:pt x="2612013" y="2766132"/>
                  </a:cubicBezTo>
                  <a:cubicBezTo>
                    <a:pt x="2598689" y="2754940"/>
                    <a:pt x="2594426" y="2741083"/>
                    <a:pt x="2601887" y="2725627"/>
                  </a:cubicBezTo>
                  <a:cubicBezTo>
                    <a:pt x="2608815" y="2710705"/>
                    <a:pt x="2622139" y="2705375"/>
                    <a:pt x="2638128" y="2708040"/>
                  </a:cubicBezTo>
                  <a:close/>
                  <a:moveTo>
                    <a:pt x="2348467" y="2661939"/>
                  </a:moveTo>
                  <a:cubicBezTo>
                    <a:pt x="2356461" y="2661273"/>
                    <a:pt x="2364989" y="2664071"/>
                    <a:pt x="2373249" y="2670733"/>
                  </a:cubicBezTo>
                  <a:cubicBezTo>
                    <a:pt x="2396699" y="2689386"/>
                    <a:pt x="2418550" y="2709105"/>
                    <a:pt x="2441467" y="2728825"/>
                  </a:cubicBezTo>
                  <a:cubicBezTo>
                    <a:pt x="2545395" y="2818895"/>
                    <a:pt x="2648788" y="2908964"/>
                    <a:pt x="2752714" y="2999034"/>
                  </a:cubicBezTo>
                  <a:cubicBezTo>
                    <a:pt x="2763373" y="3035275"/>
                    <a:pt x="2745253" y="3055527"/>
                    <a:pt x="2709012" y="3047533"/>
                  </a:cubicBezTo>
                  <a:cubicBezTo>
                    <a:pt x="2624805" y="2975051"/>
                    <a:pt x="2540598" y="2902569"/>
                    <a:pt x="2456923" y="2830087"/>
                  </a:cubicBezTo>
                  <a:cubicBezTo>
                    <a:pt x="2418550" y="2797043"/>
                    <a:pt x="2380178" y="2764000"/>
                    <a:pt x="2341805" y="2730423"/>
                  </a:cubicBezTo>
                  <a:cubicBezTo>
                    <a:pt x="2338074" y="2727226"/>
                    <a:pt x="2334343" y="2724028"/>
                    <a:pt x="2331146" y="2720830"/>
                  </a:cubicBezTo>
                  <a:cubicBezTo>
                    <a:pt x="2317289" y="2706440"/>
                    <a:pt x="2315690" y="2687787"/>
                    <a:pt x="2326882" y="2673930"/>
                  </a:cubicBezTo>
                  <a:cubicBezTo>
                    <a:pt x="2333011" y="2666735"/>
                    <a:pt x="2340473" y="2662605"/>
                    <a:pt x="2348467" y="2661939"/>
                  </a:cubicBezTo>
                  <a:close/>
                  <a:moveTo>
                    <a:pt x="2706879" y="2613640"/>
                  </a:moveTo>
                  <a:cubicBezTo>
                    <a:pt x="2715140" y="2612108"/>
                    <a:pt x="2723934" y="2613973"/>
                    <a:pt x="2731395" y="2620102"/>
                  </a:cubicBezTo>
                  <a:cubicBezTo>
                    <a:pt x="2800147" y="2678194"/>
                    <a:pt x="2869431" y="2735754"/>
                    <a:pt x="2934985" y="2797577"/>
                  </a:cubicBezTo>
                  <a:cubicBezTo>
                    <a:pt x="2943512" y="2832752"/>
                    <a:pt x="2929122" y="2848741"/>
                    <a:pt x="2891815" y="2844477"/>
                  </a:cubicBezTo>
                  <a:cubicBezTo>
                    <a:pt x="2825729" y="2787451"/>
                    <a:pt x="2759641" y="2730424"/>
                    <a:pt x="2693555" y="2673397"/>
                  </a:cubicBezTo>
                  <a:cubicBezTo>
                    <a:pt x="2677566" y="2659541"/>
                    <a:pt x="2674901" y="2642486"/>
                    <a:pt x="2685560" y="2627563"/>
                  </a:cubicBezTo>
                  <a:cubicBezTo>
                    <a:pt x="2690890" y="2620102"/>
                    <a:pt x="2698618" y="2615172"/>
                    <a:pt x="2706879" y="2613640"/>
                  </a:cubicBezTo>
                  <a:close/>
                  <a:moveTo>
                    <a:pt x="2806542" y="2503386"/>
                  </a:moveTo>
                  <a:cubicBezTo>
                    <a:pt x="2815336" y="2503119"/>
                    <a:pt x="2824663" y="2506583"/>
                    <a:pt x="2833190" y="2514044"/>
                  </a:cubicBezTo>
                  <a:cubicBezTo>
                    <a:pt x="2894481" y="2566807"/>
                    <a:pt x="2956304" y="2620103"/>
                    <a:pt x="3017060" y="2673399"/>
                  </a:cubicBezTo>
                  <a:cubicBezTo>
                    <a:pt x="3022923" y="2678196"/>
                    <a:pt x="3027187" y="2684591"/>
                    <a:pt x="3032516" y="2689921"/>
                  </a:cubicBezTo>
                  <a:cubicBezTo>
                    <a:pt x="3036247" y="2723497"/>
                    <a:pt x="3023989" y="2736821"/>
                    <a:pt x="2990946" y="2735755"/>
                  </a:cubicBezTo>
                  <a:cubicBezTo>
                    <a:pt x="2947243" y="2703777"/>
                    <a:pt x="2908338" y="2665938"/>
                    <a:pt x="2867299" y="2630763"/>
                  </a:cubicBezTo>
                  <a:cubicBezTo>
                    <a:pt x="2840651" y="2608378"/>
                    <a:pt x="2814536" y="2585460"/>
                    <a:pt x="2788954" y="2562543"/>
                  </a:cubicBezTo>
                  <a:cubicBezTo>
                    <a:pt x="2771900" y="2547088"/>
                    <a:pt x="2770301" y="2529500"/>
                    <a:pt x="2783092" y="2515110"/>
                  </a:cubicBezTo>
                  <a:cubicBezTo>
                    <a:pt x="2789488" y="2507649"/>
                    <a:pt x="2797748" y="2503652"/>
                    <a:pt x="2806542" y="2503386"/>
                  </a:cubicBezTo>
                  <a:close/>
                  <a:moveTo>
                    <a:pt x="2975955" y="2325178"/>
                  </a:moveTo>
                  <a:cubicBezTo>
                    <a:pt x="2984549" y="2325245"/>
                    <a:pt x="2993876" y="2329375"/>
                    <a:pt x="3003735" y="2337636"/>
                  </a:cubicBezTo>
                  <a:cubicBezTo>
                    <a:pt x="3068756" y="2393596"/>
                    <a:pt x="3133777" y="2450090"/>
                    <a:pt x="3198797" y="2506583"/>
                  </a:cubicBezTo>
                  <a:cubicBezTo>
                    <a:pt x="3205193" y="2520973"/>
                    <a:pt x="3206792" y="2534830"/>
                    <a:pt x="3195067" y="2547621"/>
                  </a:cubicBezTo>
                  <a:cubicBezTo>
                    <a:pt x="3183875" y="2559879"/>
                    <a:pt x="3170018" y="2560945"/>
                    <a:pt x="3155095" y="2555082"/>
                  </a:cubicBezTo>
                  <a:cubicBezTo>
                    <a:pt x="3090074" y="2499122"/>
                    <a:pt x="3024520" y="2443162"/>
                    <a:pt x="2960033" y="2386667"/>
                  </a:cubicBezTo>
                  <a:cubicBezTo>
                    <a:pt x="2942978" y="2371745"/>
                    <a:pt x="2940313" y="2351493"/>
                    <a:pt x="2952571" y="2337103"/>
                  </a:cubicBezTo>
                  <a:cubicBezTo>
                    <a:pt x="2959500" y="2329109"/>
                    <a:pt x="2967361" y="2325111"/>
                    <a:pt x="2975955" y="2325178"/>
                  </a:cubicBezTo>
                  <a:close/>
                  <a:moveTo>
                    <a:pt x="2720003" y="2277678"/>
                  </a:moveTo>
                  <a:cubicBezTo>
                    <a:pt x="2729397" y="2278344"/>
                    <a:pt x="2739656" y="2283274"/>
                    <a:pt x="2750049" y="2292334"/>
                  </a:cubicBezTo>
                  <a:cubicBezTo>
                    <a:pt x="2867832" y="2394662"/>
                    <a:pt x="2986148" y="2496990"/>
                    <a:pt x="3103931" y="2599318"/>
                  </a:cubicBezTo>
                  <a:cubicBezTo>
                    <a:pt x="3106063" y="2600916"/>
                    <a:pt x="3108728" y="2601982"/>
                    <a:pt x="3110860" y="2603581"/>
                  </a:cubicBezTo>
                  <a:cubicBezTo>
                    <a:pt x="3131645" y="2629696"/>
                    <a:pt x="3127381" y="2655811"/>
                    <a:pt x="3101266" y="2663805"/>
                  </a:cubicBezTo>
                  <a:cubicBezTo>
                    <a:pt x="3086343" y="2668602"/>
                    <a:pt x="3075152" y="2661673"/>
                    <a:pt x="3064492" y="2653679"/>
                  </a:cubicBezTo>
                  <a:cubicBezTo>
                    <a:pt x="2984549" y="2583862"/>
                    <a:pt x="2904073" y="2514045"/>
                    <a:pt x="2824130" y="2444228"/>
                  </a:cubicBezTo>
                  <a:cubicBezTo>
                    <a:pt x="2784691" y="2410117"/>
                    <a:pt x="2745252" y="2376008"/>
                    <a:pt x="2706346" y="2341899"/>
                  </a:cubicBezTo>
                  <a:cubicBezTo>
                    <a:pt x="2684495" y="2322713"/>
                    <a:pt x="2680765" y="2304592"/>
                    <a:pt x="2695154" y="2288604"/>
                  </a:cubicBezTo>
                  <a:cubicBezTo>
                    <a:pt x="2702083" y="2280610"/>
                    <a:pt x="2710610" y="2277012"/>
                    <a:pt x="2720003" y="2277678"/>
                  </a:cubicBezTo>
                  <a:close/>
                  <a:moveTo>
                    <a:pt x="3064159" y="2222052"/>
                  </a:moveTo>
                  <a:cubicBezTo>
                    <a:pt x="3072753" y="2221319"/>
                    <a:pt x="3081813" y="2224117"/>
                    <a:pt x="3089541" y="2231045"/>
                  </a:cubicBezTo>
                  <a:cubicBezTo>
                    <a:pt x="3154563" y="2287005"/>
                    <a:pt x="3219583" y="2343500"/>
                    <a:pt x="3284071" y="2399993"/>
                  </a:cubicBezTo>
                  <a:cubicBezTo>
                    <a:pt x="3286202" y="2401592"/>
                    <a:pt x="3287802" y="2404257"/>
                    <a:pt x="3289400" y="2406388"/>
                  </a:cubicBezTo>
                  <a:cubicBezTo>
                    <a:pt x="3298461" y="2441563"/>
                    <a:pt x="3284071" y="2457019"/>
                    <a:pt x="3246231" y="2452755"/>
                  </a:cubicBezTo>
                  <a:cubicBezTo>
                    <a:pt x="3180677" y="2396262"/>
                    <a:pt x="3115123" y="2339769"/>
                    <a:pt x="3049569" y="2283275"/>
                  </a:cubicBezTo>
                  <a:cubicBezTo>
                    <a:pt x="3031982" y="2267819"/>
                    <a:pt x="3028784" y="2249698"/>
                    <a:pt x="3041575" y="2234243"/>
                  </a:cubicBezTo>
                  <a:cubicBezTo>
                    <a:pt x="3047438" y="2227048"/>
                    <a:pt x="3055565" y="2222784"/>
                    <a:pt x="3064159" y="2222052"/>
                  </a:cubicBezTo>
                  <a:close/>
                  <a:moveTo>
                    <a:pt x="3160224" y="2111130"/>
                  </a:moveTo>
                  <a:cubicBezTo>
                    <a:pt x="3168285" y="2110330"/>
                    <a:pt x="3176679" y="2112995"/>
                    <a:pt x="3184407" y="2119657"/>
                  </a:cubicBezTo>
                  <a:cubicBezTo>
                    <a:pt x="3248896" y="2175084"/>
                    <a:pt x="3313383" y="2231045"/>
                    <a:pt x="3377871" y="2287006"/>
                  </a:cubicBezTo>
                  <a:cubicBezTo>
                    <a:pt x="3381602" y="2290204"/>
                    <a:pt x="3384266" y="2294467"/>
                    <a:pt x="3387464" y="2298198"/>
                  </a:cubicBezTo>
                  <a:cubicBezTo>
                    <a:pt x="3391195" y="2332307"/>
                    <a:pt x="3379470" y="2345098"/>
                    <a:pt x="3345361" y="2344032"/>
                  </a:cubicBezTo>
                  <a:cubicBezTo>
                    <a:pt x="3292065" y="2298731"/>
                    <a:pt x="3238770" y="2253429"/>
                    <a:pt x="3186006" y="2207595"/>
                  </a:cubicBezTo>
                  <a:cubicBezTo>
                    <a:pt x="3171083" y="2194803"/>
                    <a:pt x="3156161" y="2182546"/>
                    <a:pt x="3142304" y="2169222"/>
                  </a:cubicBezTo>
                  <a:cubicBezTo>
                    <a:pt x="3126848" y="2154299"/>
                    <a:pt x="3125782" y="2137777"/>
                    <a:pt x="3138040" y="2123387"/>
                  </a:cubicBezTo>
                  <a:cubicBezTo>
                    <a:pt x="3144436" y="2116193"/>
                    <a:pt x="3152163" y="2111929"/>
                    <a:pt x="3160224" y="2111130"/>
                  </a:cubicBezTo>
                  <a:close/>
                  <a:moveTo>
                    <a:pt x="3361482" y="1912537"/>
                  </a:moveTo>
                  <a:cubicBezTo>
                    <a:pt x="3368943" y="1914336"/>
                    <a:pt x="3376004" y="1918999"/>
                    <a:pt x="3382666" y="1925128"/>
                  </a:cubicBezTo>
                  <a:cubicBezTo>
                    <a:pt x="3390128" y="1932057"/>
                    <a:pt x="3398655" y="1938452"/>
                    <a:pt x="3406649" y="1944847"/>
                  </a:cubicBezTo>
                  <a:cubicBezTo>
                    <a:pt x="3433298" y="1954974"/>
                    <a:pt x="3449820" y="1978424"/>
                    <a:pt x="3471138" y="1995478"/>
                  </a:cubicBezTo>
                  <a:cubicBezTo>
                    <a:pt x="3501516" y="2019462"/>
                    <a:pt x="3529230" y="2046643"/>
                    <a:pt x="3559075" y="2070626"/>
                  </a:cubicBezTo>
                  <a:cubicBezTo>
                    <a:pt x="3566004" y="2076488"/>
                    <a:pt x="3572932" y="2082351"/>
                    <a:pt x="3575064" y="2091411"/>
                  </a:cubicBezTo>
                  <a:cubicBezTo>
                    <a:pt x="3581992" y="2105801"/>
                    <a:pt x="3584657" y="2120191"/>
                    <a:pt x="3573465" y="2133515"/>
                  </a:cubicBezTo>
                  <a:cubicBezTo>
                    <a:pt x="3560674" y="2146838"/>
                    <a:pt x="3545752" y="2146838"/>
                    <a:pt x="3529763" y="2140443"/>
                  </a:cubicBezTo>
                  <a:cubicBezTo>
                    <a:pt x="3474336" y="2091944"/>
                    <a:pt x="3418908" y="2043978"/>
                    <a:pt x="3363480" y="1995478"/>
                  </a:cubicBezTo>
                  <a:cubicBezTo>
                    <a:pt x="3350689" y="1984286"/>
                    <a:pt x="3338431" y="1973094"/>
                    <a:pt x="3326173" y="1962435"/>
                  </a:cubicBezTo>
                  <a:cubicBezTo>
                    <a:pt x="3318712" y="1944314"/>
                    <a:pt x="3320843" y="1928326"/>
                    <a:pt x="3337898" y="1917134"/>
                  </a:cubicBezTo>
                  <a:cubicBezTo>
                    <a:pt x="3346159" y="1911805"/>
                    <a:pt x="3354020" y="1910739"/>
                    <a:pt x="3361482" y="1912537"/>
                  </a:cubicBezTo>
                  <a:close/>
                  <a:moveTo>
                    <a:pt x="3072619" y="1868302"/>
                  </a:moveTo>
                  <a:cubicBezTo>
                    <a:pt x="3081413" y="1868368"/>
                    <a:pt x="3090873" y="1872366"/>
                    <a:pt x="3100200" y="1880360"/>
                  </a:cubicBezTo>
                  <a:cubicBezTo>
                    <a:pt x="3143902" y="1917667"/>
                    <a:pt x="3187604" y="1955507"/>
                    <a:pt x="3230774" y="1993347"/>
                  </a:cubicBezTo>
                  <a:cubicBezTo>
                    <a:pt x="3248894" y="1996011"/>
                    <a:pt x="3258488" y="2010935"/>
                    <a:pt x="3270746" y="2021594"/>
                  </a:cubicBezTo>
                  <a:cubicBezTo>
                    <a:pt x="3335233" y="2077022"/>
                    <a:pt x="3398655" y="2132982"/>
                    <a:pt x="3463675" y="2187876"/>
                  </a:cubicBezTo>
                  <a:cubicBezTo>
                    <a:pt x="3468472" y="2192140"/>
                    <a:pt x="3472735" y="2196404"/>
                    <a:pt x="3473269" y="2203332"/>
                  </a:cubicBezTo>
                  <a:cubicBezTo>
                    <a:pt x="3480730" y="2217722"/>
                    <a:pt x="3482329" y="2232111"/>
                    <a:pt x="3470071" y="2245435"/>
                  </a:cubicBezTo>
                  <a:cubicBezTo>
                    <a:pt x="3458346" y="2258759"/>
                    <a:pt x="3443956" y="2258226"/>
                    <a:pt x="3428500" y="2252364"/>
                  </a:cubicBezTo>
                  <a:cubicBezTo>
                    <a:pt x="3333634" y="2169756"/>
                    <a:pt x="3238768" y="2087681"/>
                    <a:pt x="3144435" y="2005072"/>
                  </a:cubicBezTo>
                  <a:cubicBezTo>
                    <a:pt x="3142303" y="2003473"/>
                    <a:pt x="3139638" y="2001874"/>
                    <a:pt x="3137507" y="2000808"/>
                  </a:cubicBezTo>
                  <a:cubicBezTo>
                    <a:pt x="3110859" y="1977358"/>
                    <a:pt x="3084744" y="1953908"/>
                    <a:pt x="3058096" y="1930458"/>
                  </a:cubicBezTo>
                  <a:cubicBezTo>
                    <a:pt x="3039443" y="1913936"/>
                    <a:pt x="3036245" y="1895283"/>
                    <a:pt x="3049036" y="1879827"/>
                  </a:cubicBezTo>
                  <a:cubicBezTo>
                    <a:pt x="3055698" y="1872099"/>
                    <a:pt x="3063826" y="1868235"/>
                    <a:pt x="3072619" y="1868302"/>
                  </a:cubicBezTo>
                  <a:close/>
                  <a:moveTo>
                    <a:pt x="3444089" y="1807346"/>
                  </a:moveTo>
                  <a:cubicBezTo>
                    <a:pt x="3452750" y="1807612"/>
                    <a:pt x="3462077" y="1811876"/>
                    <a:pt x="3471670" y="1820136"/>
                  </a:cubicBezTo>
                  <a:cubicBezTo>
                    <a:pt x="3531895" y="1871300"/>
                    <a:pt x="3592119" y="1922465"/>
                    <a:pt x="3651810" y="1974694"/>
                  </a:cubicBezTo>
                  <a:cubicBezTo>
                    <a:pt x="3665666" y="1986952"/>
                    <a:pt x="3677392" y="2001875"/>
                    <a:pt x="3666732" y="2022127"/>
                  </a:cubicBezTo>
                  <a:cubicBezTo>
                    <a:pt x="3657139" y="2040248"/>
                    <a:pt x="3641683" y="2044511"/>
                    <a:pt x="3622497" y="2037050"/>
                  </a:cubicBezTo>
                  <a:cubicBezTo>
                    <a:pt x="3609706" y="2039182"/>
                    <a:pt x="3604910" y="2028523"/>
                    <a:pt x="3596915" y="2022127"/>
                  </a:cubicBezTo>
                  <a:cubicBezTo>
                    <a:pt x="3570268" y="2001342"/>
                    <a:pt x="3546285" y="1977892"/>
                    <a:pt x="3520170" y="1956574"/>
                  </a:cubicBezTo>
                  <a:cubicBezTo>
                    <a:pt x="3514840" y="1952843"/>
                    <a:pt x="3508978" y="1947514"/>
                    <a:pt x="3507379" y="1939519"/>
                  </a:cubicBezTo>
                  <a:cubicBezTo>
                    <a:pt x="3481263" y="1916602"/>
                    <a:pt x="3455681" y="1893685"/>
                    <a:pt x="3429566" y="1870767"/>
                  </a:cubicBezTo>
                  <a:cubicBezTo>
                    <a:pt x="3409847" y="1853180"/>
                    <a:pt x="3406649" y="1833993"/>
                    <a:pt x="3420506" y="1818537"/>
                  </a:cubicBezTo>
                  <a:cubicBezTo>
                    <a:pt x="3427435" y="1810810"/>
                    <a:pt x="3435429" y="1807079"/>
                    <a:pt x="3444089" y="1807346"/>
                  </a:cubicBezTo>
                  <a:close/>
                  <a:moveTo>
                    <a:pt x="3538622" y="1697690"/>
                  </a:moveTo>
                  <a:cubicBezTo>
                    <a:pt x="3547616" y="1697957"/>
                    <a:pt x="3557476" y="1702354"/>
                    <a:pt x="3567602" y="1710881"/>
                  </a:cubicBezTo>
                  <a:cubicBezTo>
                    <a:pt x="3627827" y="1763110"/>
                    <a:pt x="3688051" y="1815341"/>
                    <a:pt x="3748808" y="1867570"/>
                  </a:cubicBezTo>
                  <a:cubicBezTo>
                    <a:pt x="3758401" y="1876098"/>
                    <a:pt x="3766395" y="1885158"/>
                    <a:pt x="3766395" y="1900081"/>
                  </a:cubicBezTo>
                  <a:cubicBezTo>
                    <a:pt x="3765329" y="1911273"/>
                    <a:pt x="3759467" y="1921399"/>
                    <a:pt x="3747742" y="1927261"/>
                  </a:cubicBezTo>
                  <a:cubicBezTo>
                    <a:pt x="3735484" y="1933657"/>
                    <a:pt x="3723226" y="1932058"/>
                    <a:pt x="3712567" y="1923531"/>
                  </a:cubicBezTo>
                  <a:cubicBezTo>
                    <a:pt x="3696578" y="1910207"/>
                    <a:pt x="3681122" y="1896350"/>
                    <a:pt x="3665134" y="1883026"/>
                  </a:cubicBezTo>
                  <a:cubicBezTo>
                    <a:pt x="3618234" y="1842522"/>
                    <a:pt x="3571866" y="1802017"/>
                    <a:pt x="3525498" y="1761511"/>
                  </a:cubicBezTo>
                  <a:cubicBezTo>
                    <a:pt x="3505779" y="1743924"/>
                    <a:pt x="3502048" y="1724737"/>
                    <a:pt x="3514839" y="1709282"/>
                  </a:cubicBezTo>
                  <a:cubicBezTo>
                    <a:pt x="3521501" y="1701288"/>
                    <a:pt x="3529629" y="1697424"/>
                    <a:pt x="3538622" y="1697690"/>
                  </a:cubicBezTo>
                  <a:close/>
                  <a:moveTo>
                    <a:pt x="3467606" y="1451865"/>
                  </a:moveTo>
                  <a:cubicBezTo>
                    <a:pt x="3476866" y="1453198"/>
                    <a:pt x="3487392" y="1459060"/>
                    <a:pt x="3499383" y="1469453"/>
                  </a:cubicBezTo>
                  <a:cubicBezTo>
                    <a:pt x="3612371" y="1571248"/>
                    <a:pt x="3725358" y="1673041"/>
                    <a:pt x="3837811" y="1775369"/>
                  </a:cubicBezTo>
                  <a:cubicBezTo>
                    <a:pt x="3846871" y="1783363"/>
                    <a:pt x="3856998" y="1791357"/>
                    <a:pt x="3856998" y="1811077"/>
                  </a:cubicBezTo>
                  <a:cubicBezTo>
                    <a:pt x="3856464" y="1817472"/>
                    <a:pt x="3852201" y="1827598"/>
                    <a:pt x="3841542" y="1832928"/>
                  </a:cubicBezTo>
                  <a:cubicBezTo>
                    <a:pt x="3830883" y="1838790"/>
                    <a:pt x="3819691" y="1838790"/>
                    <a:pt x="3810098" y="1831862"/>
                  </a:cubicBezTo>
                  <a:cubicBezTo>
                    <a:pt x="3802103" y="1826000"/>
                    <a:pt x="3795175" y="1819604"/>
                    <a:pt x="3787713" y="1813209"/>
                  </a:cubicBezTo>
                  <a:cubicBezTo>
                    <a:pt x="3677924" y="1714079"/>
                    <a:pt x="3568135" y="1614949"/>
                    <a:pt x="3458346" y="1515820"/>
                  </a:cubicBezTo>
                  <a:cubicBezTo>
                    <a:pt x="3434363" y="1493969"/>
                    <a:pt x="3429566" y="1476915"/>
                    <a:pt x="3443423" y="1461458"/>
                  </a:cubicBezTo>
                  <a:cubicBezTo>
                    <a:pt x="3450352" y="1453730"/>
                    <a:pt x="3458346" y="1450533"/>
                    <a:pt x="3467606" y="1451865"/>
                  </a:cubicBezTo>
                  <a:close/>
                  <a:moveTo>
                    <a:pt x="3419707" y="1000785"/>
                  </a:moveTo>
                  <a:cubicBezTo>
                    <a:pt x="3415044" y="1000851"/>
                    <a:pt x="3410380" y="1004183"/>
                    <a:pt x="3403985" y="1011110"/>
                  </a:cubicBezTo>
                  <a:cubicBezTo>
                    <a:pt x="3123651" y="1321824"/>
                    <a:pt x="2842783" y="1632002"/>
                    <a:pt x="2562448" y="1942182"/>
                  </a:cubicBezTo>
                  <a:cubicBezTo>
                    <a:pt x="2348733" y="2178814"/>
                    <a:pt x="2135018" y="2415446"/>
                    <a:pt x="1920770" y="2652078"/>
                  </a:cubicBezTo>
                  <a:cubicBezTo>
                    <a:pt x="1889858" y="2686187"/>
                    <a:pt x="1872271" y="2725093"/>
                    <a:pt x="1871738" y="2775191"/>
                  </a:cubicBezTo>
                  <a:cubicBezTo>
                    <a:pt x="1871205" y="2825289"/>
                    <a:pt x="1892523" y="2870057"/>
                    <a:pt x="1933028" y="2907364"/>
                  </a:cubicBezTo>
                  <a:cubicBezTo>
                    <a:pt x="2066266" y="3027279"/>
                    <a:pt x="2198972" y="3147727"/>
                    <a:pt x="2332211" y="3267642"/>
                  </a:cubicBezTo>
                  <a:cubicBezTo>
                    <a:pt x="2415885" y="3342789"/>
                    <a:pt x="2518745" y="3337992"/>
                    <a:pt x="2593892" y="3254851"/>
                  </a:cubicBezTo>
                  <a:cubicBezTo>
                    <a:pt x="2690891" y="3147194"/>
                    <a:pt x="2787889" y="3040070"/>
                    <a:pt x="2884887" y="2932946"/>
                  </a:cubicBezTo>
                  <a:cubicBezTo>
                    <a:pt x="3281938" y="2493791"/>
                    <a:pt x="3678990" y="2054635"/>
                    <a:pt x="4076575" y="1615480"/>
                  </a:cubicBezTo>
                  <a:cubicBezTo>
                    <a:pt x="4086168" y="1604288"/>
                    <a:pt x="4088300" y="1599492"/>
                    <a:pt x="4076042" y="1588300"/>
                  </a:cubicBezTo>
                  <a:cubicBezTo>
                    <a:pt x="3862327" y="1395905"/>
                    <a:pt x="3648612" y="1203508"/>
                    <a:pt x="3435429" y="1010045"/>
                  </a:cubicBezTo>
                  <a:cubicBezTo>
                    <a:pt x="3429034" y="1003916"/>
                    <a:pt x="3424371" y="1000717"/>
                    <a:pt x="3419707" y="1000785"/>
                  </a:cubicBezTo>
                  <a:close/>
                  <a:moveTo>
                    <a:pt x="3413644" y="901588"/>
                  </a:moveTo>
                  <a:cubicBezTo>
                    <a:pt x="3418374" y="901456"/>
                    <a:pt x="3423171" y="904521"/>
                    <a:pt x="3429567" y="910383"/>
                  </a:cubicBezTo>
                  <a:cubicBezTo>
                    <a:pt x="3677924" y="1135290"/>
                    <a:pt x="3926281" y="1359664"/>
                    <a:pt x="4175171" y="1583503"/>
                  </a:cubicBezTo>
                  <a:cubicBezTo>
                    <a:pt x="4186896" y="1594163"/>
                    <a:pt x="4185830" y="1599492"/>
                    <a:pt x="4175704" y="1610684"/>
                  </a:cubicBezTo>
                  <a:cubicBezTo>
                    <a:pt x="3664600" y="2175617"/>
                    <a:pt x="3154029" y="2740549"/>
                    <a:pt x="2642924" y="3305482"/>
                  </a:cubicBezTo>
                  <a:cubicBezTo>
                    <a:pt x="2545394" y="3413139"/>
                    <a:pt x="2395100" y="3421133"/>
                    <a:pt x="2287976" y="3324135"/>
                  </a:cubicBezTo>
                  <a:cubicBezTo>
                    <a:pt x="2153139" y="3202622"/>
                    <a:pt x="2018834" y="3081108"/>
                    <a:pt x="1883996" y="2959594"/>
                  </a:cubicBezTo>
                  <a:cubicBezTo>
                    <a:pt x="1828569" y="2907364"/>
                    <a:pt x="1800855" y="2845542"/>
                    <a:pt x="1800855" y="2760269"/>
                  </a:cubicBezTo>
                  <a:cubicBezTo>
                    <a:pt x="1801388" y="2709105"/>
                    <a:pt x="1823772" y="2653678"/>
                    <a:pt x="1866409" y="2606778"/>
                  </a:cubicBezTo>
                  <a:cubicBezTo>
                    <a:pt x="2186715" y="2252895"/>
                    <a:pt x="2507021" y="1898480"/>
                    <a:pt x="2826794" y="1544600"/>
                  </a:cubicBezTo>
                  <a:cubicBezTo>
                    <a:pt x="3017592" y="1333549"/>
                    <a:pt x="3208390" y="1123032"/>
                    <a:pt x="3398122" y="911982"/>
                  </a:cubicBezTo>
                  <a:cubicBezTo>
                    <a:pt x="3404251" y="905054"/>
                    <a:pt x="3408914" y="901723"/>
                    <a:pt x="3413644" y="901588"/>
                  </a:cubicBezTo>
                  <a:close/>
                  <a:moveTo>
                    <a:pt x="3446622" y="577819"/>
                  </a:moveTo>
                  <a:cubicBezTo>
                    <a:pt x="3456082" y="577286"/>
                    <a:pt x="3465808" y="582615"/>
                    <a:pt x="3478066" y="593807"/>
                  </a:cubicBezTo>
                  <a:cubicBezTo>
                    <a:pt x="3642749" y="742503"/>
                    <a:pt x="3806899" y="891197"/>
                    <a:pt x="3971582" y="1039359"/>
                  </a:cubicBezTo>
                  <a:cubicBezTo>
                    <a:pt x="4142661" y="1193916"/>
                    <a:pt x="4314273" y="1348474"/>
                    <a:pt x="4485351" y="1503031"/>
                  </a:cubicBezTo>
                  <a:cubicBezTo>
                    <a:pt x="4496010" y="1513157"/>
                    <a:pt x="4507735" y="1521684"/>
                    <a:pt x="4507735" y="1539805"/>
                  </a:cubicBezTo>
                  <a:cubicBezTo>
                    <a:pt x="4507202" y="1547799"/>
                    <a:pt x="4502406" y="1556326"/>
                    <a:pt x="4495477" y="1563788"/>
                  </a:cubicBezTo>
                  <a:cubicBezTo>
                    <a:pt x="4473093" y="1588302"/>
                    <a:pt x="4450709" y="1613351"/>
                    <a:pt x="4428325" y="1637866"/>
                  </a:cubicBezTo>
                  <a:cubicBezTo>
                    <a:pt x="4406474" y="1661849"/>
                    <a:pt x="4393150" y="1662915"/>
                    <a:pt x="4368634" y="1640531"/>
                  </a:cubicBezTo>
                  <a:cubicBezTo>
                    <a:pt x="4223670" y="1509959"/>
                    <a:pt x="4078706" y="1378852"/>
                    <a:pt x="3933742" y="1247744"/>
                  </a:cubicBezTo>
                  <a:cubicBezTo>
                    <a:pt x="3742412" y="1075067"/>
                    <a:pt x="3551080" y="902389"/>
                    <a:pt x="3359750" y="729179"/>
                  </a:cubicBezTo>
                  <a:cubicBezTo>
                    <a:pt x="3332036" y="704129"/>
                    <a:pt x="3331503" y="691871"/>
                    <a:pt x="3356552" y="663624"/>
                  </a:cubicBezTo>
                  <a:cubicBezTo>
                    <a:pt x="3376804" y="641240"/>
                    <a:pt x="3396523" y="619389"/>
                    <a:pt x="3416776" y="597005"/>
                  </a:cubicBezTo>
                  <a:cubicBezTo>
                    <a:pt x="3427968" y="584747"/>
                    <a:pt x="3437162" y="578352"/>
                    <a:pt x="3446622" y="577819"/>
                  </a:cubicBezTo>
                  <a:close/>
                  <a:moveTo>
                    <a:pt x="4352179" y="270038"/>
                  </a:moveTo>
                  <a:cubicBezTo>
                    <a:pt x="4356909" y="270038"/>
                    <a:pt x="4361706" y="272969"/>
                    <a:pt x="4367568" y="278299"/>
                  </a:cubicBezTo>
                  <a:cubicBezTo>
                    <a:pt x="4492813" y="391817"/>
                    <a:pt x="4618057" y="504805"/>
                    <a:pt x="4743302" y="617790"/>
                  </a:cubicBezTo>
                  <a:cubicBezTo>
                    <a:pt x="4754494" y="627917"/>
                    <a:pt x="4756093" y="634846"/>
                    <a:pt x="4745434" y="646571"/>
                  </a:cubicBezTo>
                  <a:cubicBezTo>
                    <a:pt x="4580750" y="828309"/>
                    <a:pt x="4416067" y="1010046"/>
                    <a:pt x="4251917" y="1192318"/>
                  </a:cubicBezTo>
                  <a:cubicBezTo>
                    <a:pt x="4247120" y="1197648"/>
                    <a:pt x="4243390" y="1203510"/>
                    <a:pt x="4234329" y="1204576"/>
                  </a:cubicBezTo>
                  <a:cubicBezTo>
                    <a:pt x="4231132" y="1201911"/>
                    <a:pt x="4226868" y="1199247"/>
                    <a:pt x="4223137" y="1196049"/>
                  </a:cubicBezTo>
                  <a:cubicBezTo>
                    <a:pt x="4096827" y="1081996"/>
                    <a:pt x="3970516" y="967944"/>
                    <a:pt x="3844206" y="853891"/>
                  </a:cubicBezTo>
                  <a:cubicBezTo>
                    <a:pt x="3832481" y="843231"/>
                    <a:pt x="3833547" y="835770"/>
                    <a:pt x="3843673" y="825111"/>
                  </a:cubicBezTo>
                  <a:cubicBezTo>
                    <a:pt x="4008356" y="643373"/>
                    <a:pt x="4173039" y="461635"/>
                    <a:pt x="4337190" y="279364"/>
                  </a:cubicBezTo>
                  <a:cubicBezTo>
                    <a:pt x="4342786" y="272969"/>
                    <a:pt x="4347449" y="270038"/>
                    <a:pt x="4352179" y="270038"/>
                  </a:cubicBezTo>
                  <a:close/>
                  <a:moveTo>
                    <a:pt x="4381958" y="29"/>
                  </a:moveTo>
                  <a:cubicBezTo>
                    <a:pt x="4390885" y="-437"/>
                    <a:pt x="4400078" y="4626"/>
                    <a:pt x="4411803" y="15018"/>
                  </a:cubicBezTo>
                  <a:cubicBezTo>
                    <a:pt x="4571691" y="159450"/>
                    <a:pt x="4731577" y="303348"/>
                    <a:pt x="4891464" y="447779"/>
                  </a:cubicBezTo>
                  <a:cubicBezTo>
                    <a:pt x="4926639" y="479223"/>
                    <a:pt x="4961814" y="511200"/>
                    <a:pt x="4996989" y="542645"/>
                  </a:cubicBezTo>
                  <a:cubicBezTo>
                    <a:pt x="5005516" y="550106"/>
                    <a:pt x="5012978" y="558100"/>
                    <a:pt x="5018840" y="567694"/>
                  </a:cubicBezTo>
                  <a:cubicBezTo>
                    <a:pt x="5018307" y="574622"/>
                    <a:pt x="5018307" y="582083"/>
                    <a:pt x="5018307" y="589012"/>
                  </a:cubicBezTo>
                  <a:cubicBezTo>
                    <a:pt x="4991127" y="619390"/>
                    <a:pt x="4963946" y="649769"/>
                    <a:pt x="4936232" y="679614"/>
                  </a:cubicBezTo>
                  <a:cubicBezTo>
                    <a:pt x="4918112" y="699333"/>
                    <a:pt x="4902123" y="700399"/>
                    <a:pt x="4882404" y="682812"/>
                  </a:cubicBezTo>
                  <a:cubicBezTo>
                    <a:pt x="4684144" y="503739"/>
                    <a:pt x="4486418" y="325199"/>
                    <a:pt x="4288690" y="146126"/>
                  </a:cubicBezTo>
                  <a:cubicBezTo>
                    <a:pt x="4268971" y="128005"/>
                    <a:pt x="4268438" y="112550"/>
                    <a:pt x="4286559" y="92297"/>
                  </a:cubicBezTo>
                  <a:cubicBezTo>
                    <a:pt x="4308943" y="67249"/>
                    <a:pt x="4331327" y="42733"/>
                    <a:pt x="4353711" y="18217"/>
                  </a:cubicBezTo>
                  <a:cubicBezTo>
                    <a:pt x="4364370" y="6492"/>
                    <a:pt x="4373031" y="496"/>
                    <a:pt x="4381958" y="29"/>
                  </a:cubicBezTo>
                  <a:close/>
                </a:path>
              </a:pathLst>
            </a:custGeom>
            <a:grpFill/>
            <a:ln w="5329" cap="flat">
              <a:noFill/>
              <a:prstDash val="solid"/>
              <a:miter/>
            </a:ln>
          </p:spPr>
          <p:txBody>
            <a:bodyPr rtlCol="0" anchor="ctr"/>
            <a:lstStyle/>
            <a:p>
              <a:endParaRPr lang="en-US"/>
            </a:p>
          </p:txBody>
        </p:sp>
      </p:grpSp>
    </p:spTree>
    <p:extLst>
      <p:ext uri="{BB962C8B-B14F-4D97-AF65-F5344CB8AC3E}">
        <p14:creationId xmlns:p14="http://schemas.microsoft.com/office/powerpoint/2010/main" val="2184688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3" grpId="0" animBg="1"/>
      <p:bldP spid="5" grpId="0" animBg="1"/>
      <p:bldP spid="7" grpId="0" animBg="1"/>
      <p:bldP spid="8"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6B7D8ABE-CEF6-69A2-079E-5C0AB79FCEFC}"/>
              </a:ext>
            </a:extLst>
          </p:cNvPr>
          <p:cNvSpPr/>
          <p:nvPr/>
        </p:nvSpPr>
        <p:spPr>
          <a:xfrm>
            <a:off x="5400136" y="355209"/>
            <a:ext cx="6478435" cy="11521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5973E016-D16F-ECD2-20CE-ECE206DDA43C}"/>
              </a:ext>
            </a:extLst>
          </p:cNvPr>
          <p:cNvSpPr txBox="1"/>
          <p:nvPr/>
        </p:nvSpPr>
        <p:spPr>
          <a:xfrm>
            <a:off x="5300931" y="439456"/>
            <a:ext cx="6676844" cy="830997"/>
          </a:xfrm>
          <a:prstGeom prst="rect">
            <a:avLst/>
          </a:prstGeom>
          <a:noFill/>
        </p:spPr>
        <p:txBody>
          <a:bodyPr wrap="square" rtlCol="0" anchor="ctr">
            <a:spAutoFit/>
          </a:bodyPr>
          <a:lstStyle/>
          <a:p>
            <a:pPr algn="ctr"/>
            <a:r>
              <a:rPr lang="en-US" altLang="ko-KR" sz="4800" b="1" dirty="0" err="1">
                <a:solidFill>
                  <a:schemeClr val="bg1"/>
                </a:solidFill>
                <a:cs typeface="Arial" pitchFamily="34" charset="0"/>
              </a:rPr>
              <a:t>Știri</a:t>
            </a:r>
            <a:r>
              <a:rPr lang="en-US" altLang="ko-KR" sz="4800" b="1" dirty="0">
                <a:solidFill>
                  <a:schemeClr val="bg1"/>
                </a:solidFill>
                <a:cs typeface="Arial" pitchFamily="34" charset="0"/>
              </a:rPr>
              <a:t> false </a:t>
            </a:r>
            <a:r>
              <a:rPr lang="en-US" altLang="ko-KR" sz="4800" b="1" dirty="0" err="1">
                <a:solidFill>
                  <a:schemeClr val="bg1"/>
                </a:solidFill>
                <a:cs typeface="Arial" pitchFamily="34" charset="0"/>
              </a:rPr>
              <a:t>în</a:t>
            </a:r>
            <a:r>
              <a:rPr lang="en-US" altLang="ko-KR" sz="4800" b="1" dirty="0">
                <a:solidFill>
                  <a:schemeClr val="bg1"/>
                </a:solidFill>
                <a:cs typeface="Arial" pitchFamily="34" charset="0"/>
              </a:rPr>
              <a:t> </a:t>
            </a:r>
            <a:r>
              <a:rPr lang="en-US" altLang="ko-KR" sz="4800" b="1" dirty="0" err="1">
                <a:solidFill>
                  <a:schemeClr val="bg1"/>
                </a:solidFill>
                <a:cs typeface="Arial" pitchFamily="34" charset="0"/>
              </a:rPr>
              <a:t>România</a:t>
            </a:r>
            <a:endParaRPr lang="ko-KR" altLang="en-US" sz="4800" b="1" dirty="0">
              <a:solidFill>
                <a:schemeClr val="bg1"/>
              </a:solidFill>
              <a:cs typeface="Arial" pitchFamily="34" charset="0"/>
            </a:endParaRPr>
          </a:p>
        </p:txBody>
      </p:sp>
      <p:pic>
        <p:nvPicPr>
          <p:cNvPr id="9" name="Picture 2">
            <a:extLst>
              <a:ext uri="{FF2B5EF4-FFF2-40B4-BE49-F238E27FC236}">
                <a16:creationId xmlns:a16="http://schemas.microsoft.com/office/drawing/2014/main" id="{DFD8FEF9-953C-7858-A4EC-25D57BD249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40" t="1663" r="5161" b="2757"/>
          <a:stretch/>
        </p:blipFill>
        <p:spPr bwMode="auto">
          <a:xfrm>
            <a:off x="6173636" y="1686721"/>
            <a:ext cx="4882551" cy="2921809"/>
          </a:xfrm>
          <a:prstGeom prst="rect">
            <a:avLst/>
          </a:prstGeom>
          <a:noFill/>
          <a:ln w="76200">
            <a:solidFill>
              <a:srgbClr val="3494BA"/>
            </a:solidFill>
          </a:ln>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A049469-5638-0733-9918-4D5E6276B1CC}"/>
              </a:ext>
            </a:extLst>
          </p:cNvPr>
          <p:cNvPicPr>
            <a:picLocks noChangeAspect="1"/>
          </p:cNvPicPr>
          <p:nvPr/>
        </p:nvPicPr>
        <p:blipFill>
          <a:blip r:embed="rId3"/>
          <a:srcRect r="1771"/>
          <a:stretch/>
        </p:blipFill>
        <p:spPr>
          <a:xfrm>
            <a:off x="1320504" y="355209"/>
            <a:ext cx="3562994" cy="4485288"/>
          </a:xfrm>
          <a:prstGeom prst="rect">
            <a:avLst/>
          </a:prstGeom>
          <a:ln w="76200">
            <a:solidFill>
              <a:srgbClr val="3494BA"/>
            </a:solidFill>
          </a:ln>
        </p:spPr>
      </p:pic>
      <p:grpSp>
        <p:nvGrpSpPr>
          <p:cNvPr id="11" name="Group 21">
            <a:extLst>
              <a:ext uri="{FF2B5EF4-FFF2-40B4-BE49-F238E27FC236}">
                <a16:creationId xmlns:a16="http://schemas.microsoft.com/office/drawing/2014/main" id="{0C2C3191-AA97-6111-B5BA-85909E358482}"/>
              </a:ext>
            </a:extLst>
          </p:cNvPr>
          <p:cNvGrpSpPr/>
          <p:nvPr/>
        </p:nvGrpSpPr>
        <p:grpSpPr>
          <a:xfrm>
            <a:off x="6173636" y="5033769"/>
            <a:ext cx="4979095" cy="1232732"/>
            <a:chOff x="-2335973" y="6233712"/>
            <a:chExt cx="4020785" cy="1232732"/>
          </a:xfrm>
        </p:grpSpPr>
        <p:sp>
          <p:nvSpPr>
            <p:cNvPr id="12" name="TextBox 11">
              <a:extLst>
                <a:ext uri="{FF2B5EF4-FFF2-40B4-BE49-F238E27FC236}">
                  <a16:creationId xmlns:a16="http://schemas.microsoft.com/office/drawing/2014/main" id="{7907A69D-8111-39B2-05F0-24068287DC0E}"/>
                </a:ext>
              </a:extLst>
            </p:cNvPr>
            <p:cNvSpPr txBox="1"/>
            <p:nvPr/>
          </p:nvSpPr>
          <p:spPr>
            <a:xfrm>
              <a:off x="-2335973" y="6233712"/>
              <a:ext cx="3972999" cy="276999"/>
            </a:xfrm>
            <a:prstGeom prst="rect">
              <a:avLst/>
            </a:prstGeom>
            <a:solidFill>
              <a:schemeClr val="accent2"/>
            </a:solidFill>
          </p:spPr>
          <p:txBody>
            <a:bodyPr wrap="square" rtlCol="0" anchor="ctr">
              <a:spAutoFit/>
            </a:bodyPr>
            <a:lstStyle/>
            <a:p>
              <a:r>
                <a:rPr lang="en-US" altLang="ko-KR" sz="1200" b="1" dirty="0">
                  <a:solidFill>
                    <a:schemeClr val="bg1"/>
                  </a:solidFill>
                  <a:cs typeface="Arial" pitchFamily="34" charset="0"/>
                </a:rPr>
                <a:t>Fake news </a:t>
              </a:r>
              <a:r>
                <a:rPr lang="en-US" altLang="ko-KR" sz="1200" b="1" dirty="0" err="1">
                  <a:solidFill>
                    <a:schemeClr val="bg1"/>
                  </a:solidFill>
                  <a:cs typeface="Arial" pitchFamily="34" charset="0"/>
                </a:rPr>
                <a:t>despre</a:t>
              </a:r>
              <a:r>
                <a:rPr lang="en-US" altLang="ko-KR" sz="1200" b="1" dirty="0">
                  <a:solidFill>
                    <a:schemeClr val="bg1"/>
                  </a:solidFill>
                  <a:cs typeface="Arial" pitchFamily="34" charset="0"/>
                </a:rPr>
                <a:t> COVID-19 </a:t>
              </a:r>
              <a:r>
                <a:rPr lang="en-US" altLang="ko-KR" sz="1200" b="1" dirty="0" err="1">
                  <a:solidFill>
                    <a:schemeClr val="bg1"/>
                  </a:solidFill>
                  <a:cs typeface="Arial" pitchFamily="34" charset="0"/>
                </a:rPr>
                <a:t>și</a:t>
              </a:r>
              <a:r>
                <a:rPr lang="en-US" altLang="ko-KR" sz="1200" b="1" dirty="0">
                  <a:solidFill>
                    <a:schemeClr val="bg1"/>
                  </a:solidFill>
                  <a:cs typeface="Arial" pitchFamily="34" charset="0"/>
                </a:rPr>
                <a:t> </a:t>
              </a:r>
              <a:r>
                <a:rPr lang="en-US" altLang="ko-KR" sz="1200" b="1" dirty="0" err="1">
                  <a:solidFill>
                    <a:schemeClr val="bg1"/>
                  </a:solidFill>
                  <a:cs typeface="Arial" pitchFamily="34" charset="0"/>
                </a:rPr>
                <a:t>manipulare</a:t>
              </a:r>
              <a:r>
                <a:rPr lang="en-US" altLang="ko-KR" sz="1200" b="1" dirty="0">
                  <a:solidFill>
                    <a:schemeClr val="bg1"/>
                  </a:solidFill>
                  <a:cs typeface="Arial" pitchFamily="34" charset="0"/>
                </a:rPr>
                <a:t> online</a:t>
              </a:r>
              <a:endParaRPr lang="ko-KR" altLang="en-US" sz="1200" b="1" dirty="0">
                <a:solidFill>
                  <a:schemeClr val="bg1"/>
                </a:solidFill>
                <a:cs typeface="Arial" pitchFamily="34" charset="0"/>
              </a:endParaRPr>
            </a:p>
          </p:txBody>
        </p:sp>
        <p:sp>
          <p:nvSpPr>
            <p:cNvPr id="13" name="TextBox 12">
              <a:extLst>
                <a:ext uri="{FF2B5EF4-FFF2-40B4-BE49-F238E27FC236}">
                  <a16:creationId xmlns:a16="http://schemas.microsoft.com/office/drawing/2014/main" id="{CF4B7491-E9F7-48EE-B88D-F940B00952EE}"/>
                </a:ext>
              </a:extLst>
            </p:cNvPr>
            <p:cNvSpPr txBox="1"/>
            <p:nvPr/>
          </p:nvSpPr>
          <p:spPr>
            <a:xfrm>
              <a:off x="-2288185" y="6512337"/>
              <a:ext cx="3972997" cy="954107"/>
            </a:xfrm>
            <a:prstGeom prst="rect">
              <a:avLst/>
            </a:prstGeom>
            <a:noFill/>
          </p:spPr>
          <p:txBody>
            <a:bodyPr wrap="square" rtlCol="0">
              <a:spAutoFit/>
            </a:bodyPr>
            <a:lstStyle/>
            <a:p>
              <a:r>
                <a:rPr lang="en-US" sz="1400" dirty="0"/>
                <a:t>Site-</a:t>
              </a:r>
              <a:r>
                <a:rPr lang="en-US" sz="1400" dirty="0" err="1"/>
                <a:t>ul</a:t>
              </a:r>
              <a:r>
                <a:rPr lang="en-US" sz="1400" dirty="0"/>
                <a:t> </a:t>
              </a:r>
              <a:r>
                <a:rPr lang="en-US" sz="1400" i="1" dirty="0" err="1"/>
                <a:t>antenanews.xyz</a:t>
              </a:r>
              <a:r>
                <a:rPr lang="en-US" sz="1400" dirty="0"/>
                <a:t> </a:t>
              </a:r>
              <a:r>
                <a:rPr lang="en-US" sz="1400" dirty="0" err="1"/>
                <a:t>forța</a:t>
              </a:r>
              <a:r>
                <a:rPr lang="en-US" sz="1400" dirty="0"/>
                <a:t> </a:t>
              </a:r>
              <a:r>
                <a:rPr lang="en-US" sz="1400" dirty="0" err="1"/>
                <a:t>distribuirea</a:t>
              </a:r>
              <a:r>
                <a:rPr lang="en-US" sz="1400" dirty="0"/>
                <a:t> </a:t>
              </a:r>
              <a:r>
                <a:rPr lang="en-US" sz="1400" dirty="0" err="1"/>
                <a:t>articolelor</a:t>
              </a:r>
              <a:r>
                <a:rPr lang="en-US" sz="1400" dirty="0"/>
                <a:t> pe Facebook. </a:t>
              </a:r>
              <a:r>
                <a:rPr lang="en-US" sz="1400" dirty="0" err="1"/>
                <a:t>Imaginea</a:t>
              </a:r>
              <a:r>
                <a:rPr lang="en-US" sz="1400" dirty="0"/>
                <a:t> </a:t>
              </a:r>
              <a:r>
                <a:rPr lang="en-US" sz="1400" dirty="0" err="1"/>
                <a:t>folosită</a:t>
              </a:r>
              <a:r>
                <a:rPr lang="en-US" sz="1400" dirty="0"/>
                <a:t> era din 2018 (</a:t>
              </a:r>
              <a:r>
                <a:rPr lang="en-US" sz="1400" dirty="0" err="1"/>
                <a:t>Mexic</a:t>
              </a:r>
              <a:r>
                <a:rPr lang="en-US" sz="1400" dirty="0"/>
                <a:t>) </a:t>
              </a:r>
              <a:r>
                <a:rPr lang="en-US" sz="1400" dirty="0" err="1"/>
                <a:t>și</a:t>
              </a:r>
              <a:r>
                <a:rPr lang="en-US" sz="1400" dirty="0"/>
                <a:t> </a:t>
              </a:r>
              <a:r>
                <a:rPr lang="en-US" sz="1400" dirty="0" err="1"/>
                <a:t>fără</a:t>
              </a:r>
              <a:r>
                <a:rPr lang="en-US" sz="1400" dirty="0"/>
                <a:t> </a:t>
              </a:r>
              <a:r>
                <a:rPr lang="en-US" sz="1400" dirty="0" err="1"/>
                <a:t>legătură</a:t>
              </a:r>
              <a:r>
                <a:rPr lang="en-US" sz="1400" dirty="0"/>
                <a:t> cu </a:t>
              </a:r>
              <a:r>
                <a:rPr lang="en-US" sz="1400" dirty="0" err="1"/>
                <a:t>evenimentul</a:t>
              </a:r>
              <a:r>
                <a:rPr lang="en-US" sz="1400" dirty="0"/>
                <a:t>. </a:t>
              </a:r>
              <a:r>
                <a:rPr lang="en-US" sz="1400" dirty="0" err="1"/>
                <a:t>Autoritățile</a:t>
              </a:r>
              <a:r>
                <a:rPr lang="en-US" sz="1400" dirty="0"/>
                <a:t> au </a:t>
              </a:r>
              <a:r>
                <a:rPr lang="en-US" sz="1400" dirty="0" err="1"/>
                <a:t>confirmat</a:t>
              </a:r>
              <a:r>
                <a:rPr lang="en-US" sz="1400" dirty="0"/>
                <a:t> </a:t>
              </a:r>
              <a:r>
                <a:rPr lang="en-US" sz="1400" dirty="0" err="1"/>
                <a:t>că</a:t>
              </a:r>
              <a:r>
                <a:rPr lang="en-US" sz="1400" dirty="0"/>
                <a:t> </a:t>
              </a:r>
              <a:r>
                <a:rPr lang="en-US" sz="1400" dirty="0" err="1"/>
                <a:t>informațiile</a:t>
              </a:r>
              <a:r>
                <a:rPr lang="en-US" sz="1400" dirty="0"/>
                <a:t> </a:t>
              </a:r>
              <a:r>
                <a:rPr lang="en-US" sz="1400" dirty="0" err="1"/>
                <a:t>erau</a:t>
              </a:r>
              <a:r>
                <a:rPr lang="en-US" sz="1400" dirty="0"/>
                <a:t> false </a:t>
              </a:r>
              <a:r>
                <a:rPr lang="en-US" sz="1400" dirty="0" err="1"/>
                <a:t>și</a:t>
              </a:r>
              <a:r>
                <a:rPr lang="en-US" sz="1400" dirty="0"/>
                <a:t> au </a:t>
              </a:r>
              <a:r>
                <a:rPr lang="en-US" sz="1400" dirty="0" err="1"/>
                <a:t>recomandat</a:t>
              </a:r>
              <a:r>
                <a:rPr lang="en-US" sz="1400" dirty="0"/>
                <a:t> </a:t>
              </a:r>
              <a:r>
                <a:rPr lang="en-US" sz="1400" dirty="0" err="1"/>
                <a:t>surse</a:t>
              </a:r>
              <a:r>
                <a:rPr lang="en-US" sz="1400" dirty="0"/>
                <a:t> </a:t>
              </a:r>
              <a:r>
                <a:rPr lang="en-US" sz="1400" dirty="0" err="1"/>
                <a:t>oficiale</a:t>
              </a:r>
              <a:r>
                <a:rPr lang="en-US" sz="1400" dirty="0"/>
                <a:t>.</a:t>
              </a:r>
              <a:endParaRPr lang="en-US" altLang="ko-KR" sz="1400" dirty="0">
                <a:solidFill>
                  <a:schemeClr val="tx1">
                    <a:lumMod val="75000"/>
                    <a:lumOff val="25000"/>
                  </a:schemeClr>
                </a:solidFill>
                <a:cs typeface="Arial" pitchFamily="34" charset="0"/>
              </a:endParaRPr>
            </a:p>
          </p:txBody>
        </p:sp>
      </p:grpSp>
      <p:grpSp>
        <p:nvGrpSpPr>
          <p:cNvPr id="14" name="Group 21">
            <a:extLst>
              <a:ext uri="{FF2B5EF4-FFF2-40B4-BE49-F238E27FC236}">
                <a16:creationId xmlns:a16="http://schemas.microsoft.com/office/drawing/2014/main" id="{93BEB084-F259-89E6-871A-B45AD555E86F}"/>
              </a:ext>
            </a:extLst>
          </p:cNvPr>
          <p:cNvGrpSpPr/>
          <p:nvPr/>
        </p:nvGrpSpPr>
        <p:grpSpPr>
          <a:xfrm>
            <a:off x="620816" y="5033769"/>
            <a:ext cx="4962369" cy="1211892"/>
            <a:chOff x="-2288188" y="6182286"/>
            <a:chExt cx="3972999" cy="1211892"/>
          </a:xfrm>
        </p:grpSpPr>
        <p:sp>
          <p:nvSpPr>
            <p:cNvPr id="15" name="TextBox 14">
              <a:extLst>
                <a:ext uri="{FF2B5EF4-FFF2-40B4-BE49-F238E27FC236}">
                  <a16:creationId xmlns:a16="http://schemas.microsoft.com/office/drawing/2014/main" id="{84DB9B7F-D96E-73F8-2E0D-A96D816C5FAB}"/>
                </a:ext>
              </a:extLst>
            </p:cNvPr>
            <p:cNvSpPr txBox="1"/>
            <p:nvPr/>
          </p:nvSpPr>
          <p:spPr>
            <a:xfrm>
              <a:off x="-2288188" y="6182286"/>
              <a:ext cx="3972999" cy="276999"/>
            </a:xfrm>
            <a:prstGeom prst="rect">
              <a:avLst/>
            </a:prstGeom>
            <a:solidFill>
              <a:schemeClr val="accent2"/>
            </a:solidFill>
          </p:spPr>
          <p:txBody>
            <a:bodyPr wrap="square" rtlCol="0" anchor="ctr">
              <a:spAutoFit/>
            </a:bodyPr>
            <a:lstStyle/>
            <a:p>
              <a:r>
                <a:rPr lang="en-US" altLang="ko-KR" sz="1200" b="1" dirty="0">
                  <a:solidFill>
                    <a:schemeClr val="bg1"/>
                  </a:solidFill>
                  <a:cs typeface="Arial" pitchFamily="34" charset="0"/>
                </a:rPr>
                <a:t>Clickbait </a:t>
              </a:r>
              <a:r>
                <a:rPr lang="en-US" altLang="ko-KR" sz="1200" b="1" dirty="0" err="1">
                  <a:solidFill>
                    <a:schemeClr val="bg1"/>
                  </a:solidFill>
                  <a:cs typeface="Arial" pitchFamily="34" charset="0"/>
                </a:rPr>
                <a:t>și</a:t>
              </a:r>
              <a:r>
                <a:rPr lang="en-US" altLang="ko-KR" sz="1200" b="1" dirty="0">
                  <a:solidFill>
                    <a:schemeClr val="bg1"/>
                  </a:solidFill>
                  <a:cs typeface="Arial" pitchFamily="34" charset="0"/>
                </a:rPr>
                <a:t> </a:t>
              </a:r>
              <a:r>
                <a:rPr lang="en-US" altLang="ko-KR" sz="1200" b="1" dirty="0" err="1">
                  <a:solidFill>
                    <a:schemeClr val="bg1"/>
                  </a:solidFill>
                  <a:cs typeface="Arial" pitchFamily="34" charset="0"/>
                </a:rPr>
                <a:t>dezinformare</a:t>
              </a:r>
              <a:r>
                <a:rPr lang="en-US" altLang="ko-KR" sz="1200" b="1" dirty="0">
                  <a:solidFill>
                    <a:schemeClr val="bg1"/>
                  </a:solidFill>
                  <a:cs typeface="Arial" pitchFamily="34" charset="0"/>
                </a:rPr>
                <a:t> </a:t>
              </a:r>
              <a:r>
                <a:rPr lang="en-US" altLang="ko-KR" sz="1200" b="1" dirty="0" err="1">
                  <a:solidFill>
                    <a:schemeClr val="bg1"/>
                  </a:solidFill>
                  <a:cs typeface="Arial" pitchFamily="34" charset="0"/>
                </a:rPr>
                <a:t>despre</a:t>
              </a:r>
              <a:r>
                <a:rPr lang="en-US" altLang="ko-KR" sz="1200" b="1" dirty="0">
                  <a:solidFill>
                    <a:schemeClr val="bg1"/>
                  </a:solidFill>
                  <a:cs typeface="Arial" pitchFamily="34" charset="0"/>
                </a:rPr>
                <a:t> </a:t>
              </a:r>
              <a:r>
                <a:rPr lang="en-US" altLang="ko-KR" sz="1200" b="1" dirty="0" err="1">
                  <a:solidFill>
                    <a:schemeClr val="bg1"/>
                  </a:solidFill>
                  <a:cs typeface="Arial" pitchFamily="34" charset="0"/>
                </a:rPr>
                <a:t>deportarea</a:t>
              </a:r>
              <a:r>
                <a:rPr lang="en-US" altLang="ko-KR" sz="1200" b="1" dirty="0">
                  <a:solidFill>
                    <a:schemeClr val="bg1"/>
                  </a:solidFill>
                  <a:cs typeface="Arial" pitchFamily="34" charset="0"/>
                </a:rPr>
                <a:t> </a:t>
              </a:r>
              <a:r>
                <a:rPr lang="en-US" altLang="ko-KR" sz="1200" b="1" dirty="0" err="1">
                  <a:solidFill>
                    <a:schemeClr val="bg1"/>
                  </a:solidFill>
                  <a:cs typeface="Arial" pitchFamily="34" charset="0"/>
                </a:rPr>
                <a:t>românilor</a:t>
              </a:r>
              <a:r>
                <a:rPr lang="en-US" altLang="ko-KR" sz="1200" b="1" dirty="0">
                  <a:solidFill>
                    <a:schemeClr val="bg1"/>
                  </a:solidFill>
                  <a:cs typeface="Arial" pitchFamily="34" charset="0"/>
                </a:rPr>
                <a:t> anti-</a:t>
              </a:r>
              <a:r>
                <a:rPr lang="en-US" altLang="ko-KR" sz="1200" b="1" dirty="0" err="1">
                  <a:solidFill>
                    <a:schemeClr val="bg1"/>
                  </a:solidFill>
                  <a:cs typeface="Arial" pitchFamily="34" charset="0"/>
                </a:rPr>
                <a:t>vaccin</a:t>
              </a:r>
              <a:endParaRPr lang="ko-KR" altLang="en-US" sz="1200" b="1" dirty="0">
                <a:solidFill>
                  <a:schemeClr val="bg1"/>
                </a:solidFill>
                <a:cs typeface="Arial" pitchFamily="34" charset="0"/>
              </a:endParaRPr>
            </a:p>
          </p:txBody>
        </p:sp>
        <p:sp>
          <p:nvSpPr>
            <p:cNvPr id="16" name="TextBox 15">
              <a:extLst>
                <a:ext uri="{FF2B5EF4-FFF2-40B4-BE49-F238E27FC236}">
                  <a16:creationId xmlns:a16="http://schemas.microsoft.com/office/drawing/2014/main" id="{6EA73389-C7A5-F1B1-456A-8F835562E57A}"/>
                </a:ext>
              </a:extLst>
            </p:cNvPr>
            <p:cNvSpPr txBox="1"/>
            <p:nvPr/>
          </p:nvSpPr>
          <p:spPr>
            <a:xfrm>
              <a:off x="-2288186" y="6440071"/>
              <a:ext cx="3972997" cy="954107"/>
            </a:xfrm>
            <a:prstGeom prst="rect">
              <a:avLst/>
            </a:prstGeom>
            <a:noFill/>
          </p:spPr>
          <p:txBody>
            <a:bodyPr wrap="square" rtlCol="0">
              <a:spAutoFit/>
            </a:bodyPr>
            <a:lstStyle/>
            <a:p>
              <a:r>
                <a:rPr lang="en-US" altLang="ko-KR" sz="1400" dirty="0" err="1">
                  <a:solidFill>
                    <a:schemeClr val="tx1">
                      <a:lumMod val="75000"/>
                      <a:lumOff val="25000"/>
                    </a:schemeClr>
                  </a:solidFill>
                  <a:cs typeface="Arial" pitchFamily="34" charset="0"/>
                </a:rPr>
                <a:t>Articolul</a:t>
              </a:r>
              <a:r>
                <a:rPr lang="en-US" altLang="ko-KR" sz="1400" dirty="0">
                  <a:solidFill>
                    <a:schemeClr val="tx1">
                      <a:lumMod val="75000"/>
                      <a:lumOff val="25000"/>
                    </a:schemeClr>
                  </a:solidFill>
                  <a:cs typeface="Arial" pitchFamily="34" charset="0"/>
                </a:rPr>
                <a:t> de pe </a:t>
              </a:r>
              <a:r>
                <a:rPr lang="en-US" altLang="ko-KR" sz="1400" dirty="0" err="1">
                  <a:solidFill>
                    <a:schemeClr val="tx1">
                      <a:lumMod val="75000"/>
                      <a:lumOff val="25000"/>
                    </a:schemeClr>
                  </a:solidFill>
                  <a:cs typeface="Arial" pitchFamily="34" charset="0"/>
                </a:rPr>
                <a:t>todayactual.site</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folosește</a:t>
              </a:r>
              <a:r>
                <a:rPr lang="en-US" altLang="ko-KR" sz="1400" dirty="0">
                  <a:solidFill>
                    <a:schemeClr val="tx1">
                      <a:lumMod val="75000"/>
                      <a:lumOff val="25000"/>
                    </a:schemeClr>
                  </a:solidFill>
                  <a:cs typeface="Arial" pitchFamily="34" charset="0"/>
                </a:rPr>
                <a:t> un </a:t>
              </a:r>
              <a:r>
                <a:rPr lang="en-US" altLang="ko-KR" sz="1400" dirty="0" err="1">
                  <a:solidFill>
                    <a:schemeClr val="tx1">
                      <a:lumMod val="75000"/>
                      <a:lumOff val="25000"/>
                    </a:schemeClr>
                  </a:solidFill>
                  <a:cs typeface="Arial" pitchFamily="34" charset="0"/>
                </a:rPr>
                <a:t>titlu</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fals</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și</a:t>
              </a:r>
              <a:r>
                <a:rPr lang="en-US" altLang="ko-KR" sz="1400" dirty="0">
                  <a:solidFill>
                    <a:schemeClr val="tx1">
                      <a:lumMod val="75000"/>
                      <a:lumOff val="25000"/>
                    </a:schemeClr>
                  </a:solidFill>
                  <a:cs typeface="Arial" pitchFamily="34" charset="0"/>
                </a:rPr>
                <a:t> alarmist </a:t>
              </a:r>
              <a:r>
                <a:rPr lang="en-US" altLang="ko-KR" sz="1400" dirty="0" err="1">
                  <a:solidFill>
                    <a:schemeClr val="tx1">
                      <a:lumMod val="75000"/>
                      <a:lumOff val="25000"/>
                    </a:schemeClr>
                  </a:solidFill>
                  <a:cs typeface="Arial" pitchFamily="34" charset="0"/>
                </a:rPr>
                <a:t>pentru</a:t>
              </a:r>
              <a:r>
                <a:rPr lang="en-US" altLang="ko-KR" sz="1400" dirty="0">
                  <a:solidFill>
                    <a:schemeClr val="tx1">
                      <a:lumMod val="75000"/>
                      <a:lumOff val="25000"/>
                    </a:schemeClr>
                  </a:solidFill>
                  <a:cs typeface="Arial" pitchFamily="34" charset="0"/>
                </a:rPr>
                <a:t> a </a:t>
              </a:r>
              <a:r>
                <a:rPr lang="en-US" altLang="ko-KR" sz="1400" dirty="0" err="1">
                  <a:solidFill>
                    <a:schemeClr val="tx1">
                      <a:lumMod val="75000"/>
                      <a:lumOff val="25000"/>
                    </a:schemeClr>
                  </a:solidFill>
                  <a:cs typeface="Arial" pitchFamily="34" charset="0"/>
                </a:rPr>
                <a:t>atrage</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cititori</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Totuși</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conținutul</a:t>
              </a:r>
              <a:r>
                <a:rPr lang="en-US" altLang="ko-KR" sz="1400" dirty="0">
                  <a:solidFill>
                    <a:schemeClr val="tx1">
                      <a:lumMod val="75000"/>
                      <a:lumOff val="25000"/>
                    </a:schemeClr>
                  </a:solidFill>
                  <a:cs typeface="Arial" pitchFamily="34" charset="0"/>
                </a:rPr>
                <a:t> nu </a:t>
              </a:r>
              <a:r>
                <a:rPr lang="en-US" altLang="ko-KR" sz="1400" dirty="0" err="1">
                  <a:solidFill>
                    <a:schemeClr val="tx1">
                      <a:lumMod val="75000"/>
                      <a:lumOff val="25000"/>
                    </a:schemeClr>
                  </a:solidFill>
                  <a:cs typeface="Arial" pitchFamily="34" charset="0"/>
                </a:rPr>
                <a:t>confirmă</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această</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afirmație</a:t>
              </a:r>
              <a:r>
                <a:rPr lang="en-US" altLang="ko-KR" sz="1400" dirty="0">
                  <a:solidFill>
                    <a:schemeClr val="tx1">
                      <a:lumMod val="75000"/>
                      <a:lumOff val="25000"/>
                    </a:schemeClr>
                  </a:solidFill>
                  <a:cs typeface="Arial" pitchFamily="34" charset="0"/>
                </a:rPr>
                <a:t>, ci </a:t>
              </a:r>
              <a:r>
                <a:rPr lang="en-US" altLang="ko-KR" sz="1400" dirty="0" err="1">
                  <a:solidFill>
                    <a:schemeClr val="tx1">
                      <a:lumMod val="75000"/>
                      <a:lumOff val="25000"/>
                    </a:schemeClr>
                  </a:solidFill>
                  <a:cs typeface="Arial" pitchFamily="34" charset="0"/>
                </a:rPr>
                <a:t>doar</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exploatează</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curiozitatea</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publicului</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pentru</a:t>
              </a:r>
              <a:r>
                <a:rPr lang="en-US" altLang="ko-KR" sz="1400" dirty="0">
                  <a:solidFill>
                    <a:schemeClr val="tx1">
                      <a:lumMod val="75000"/>
                      <a:lumOff val="25000"/>
                    </a:schemeClr>
                  </a:solidFill>
                  <a:cs typeface="Arial" pitchFamily="34" charset="0"/>
                </a:rPr>
                <a:t> a </a:t>
              </a:r>
              <a:r>
                <a:rPr lang="en-US" altLang="ko-KR" sz="1400" dirty="0" err="1">
                  <a:solidFill>
                    <a:schemeClr val="tx1">
                      <a:lumMod val="75000"/>
                      <a:lumOff val="25000"/>
                    </a:schemeClr>
                  </a:solidFill>
                  <a:cs typeface="Arial" pitchFamily="34" charset="0"/>
                </a:rPr>
                <a:t>obține</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mai</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multe</a:t>
              </a:r>
              <a:r>
                <a:rPr lang="en-US" altLang="ko-KR" sz="1400" dirty="0">
                  <a:solidFill>
                    <a:schemeClr val="tx1">
                      <a:lumMod val="75000"/>
                      <a:lumOff val="25000"/>
                    </a:schemeClr>
                  </a:solidFill>
                  <a:cs typeface="Arial" pitchFamily="34" charset="0"/>
                </a:rPr>
                <a:t> </a:t>
              </a:r>
              <a:r>
                <a:rPr lang="en-US" altLang="ko-KR" sz="1400" dirty="0" err="1">
                  <a:solidFill>
                    <a:schemeClr val="tx1">
                      <a:lumMod val="75000"/>
                      <a:lumOff val="25000"/>
                    </a:schemeClr>
                  </a:solidFill>
                  <a:cs typeface="Arial" pitchFamily="34" charset="0"/>
                </a:rPr>
                <a:t>accesări</a:t>
              </a:r>
              <a:r>
                <a:rPr lang="en-US" altLang="ko-KR" sz="1400" dirty="0">
                  <a:solidFill>
                    <a:schemeClr val="tx1">
                      <a:lumMod val="75000"/>
                      <a:lumOff val="25000"/>
                    </a:schemeClr>
                  </a:solidFill>
                  <a:cs typeface="Arial" pitchFamily="34" charset="0"/>
                </a:rPr>
                <a:t>.</a:t>
              </a:r>
            </a:p>
          </p:txBody>
        </p:sp>
      </p:grpSp>
    </p:spTree>
    <p:extLst>
      <p:ext uri="{BB962C8B-B14F-4D97-AF65-F5344CB8AC3E}">
        <p14:creationId xmlns:p14="http://schemas.microsoft.com/office/powerpoint/2010/main" val="1587293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CC5A-DBD0-E2DD-E973-3DF25BF6D0FE}"/>
              </a:ext>
            </a:extLst>
          </p:cNvPr>
          <p:cNvSpPr>
            <a:spLocks noGrp="1"/>
          </p:cNvSpPr>
          <p:nvPr>
            <p:ph type="title"/>
          </p:nvPr>
        </p:nvSpPr>
        <p:spPr>
          <a:xfrm>
            <a:off x="356616" y="710184"/>
            <a:ext cx="11695176" cy="451104"/>
          </a:xfrm>
        </p:spPr>
        <p:txBody>
          <a:bodyPr>
            <a:normAutofit fontScale="90000"/>
          </a:bodyPr>
          <a:lstStyle/>
          <a:p>
            <a:r>
              <a:rPr lang="en-US" sz="4400" dirty="0" err="1"/>
              <a:t>Etica</a:t>
            </a:r>
            <a:r>
              <a:rPr lang="en-US" sz="4400" dirty="0"/>
              <a:t> </a:t>
            </a:r>
            <a:r>
              <a:rPr lang="en-US" sz="4400" dirty="0" err="1"/>
              <a:t>în</a:t>
            </a:r>
            <a:r>
              <a:rPr lang="en-US" sz="4400" dirty="0"/>
              <a:t> </a:t>
            </a:r>
            <a:r>
              <a:rPr lang="en-US" sz="4400" dirty="0" err="1"/>
              <a:t>mediile</a:t>
            </a:r>
            <a:r>
              <a:rPr lang="en-US" sz="4400" dirty="0"/>
              <a:t> </a:t>
            </a:r>
            <a:r>
              <a:rPr lang="en-US" sz="4400" dirty="0" err="1"/>
              <a:t>sociale</a:t>
            </a:r>
            <a:r>
              <a:rPr lang="en-US" sz="4400" dirty="0"/>
              <a:t> </a:t>
            </a:r>
            <a:r>
              <a:rPr lang="en-US" sz="4400" dirty="0" err="1"/>
              <a:t>în</a:t>
            </a:r>
            <a:r>
              <a:rPr lang="en-US" sz="4400" dirty="0"/>
              <a:t> </a:t>
            </a:r>
            <a:r>
              <a:rPr lang="en-US" sz="4400" dirty="0" err="1"/>
              <a:t>timpul</a:t>
            </a:r>
            <a:r>
              <a:rPr lang="en-US" sz="4400" dirty="0"/>
              <a:t> </a:t>
            </a:r>
            <a:r>
              <a:rPr lang="en-US" sz="4400" dirty="0" err="1"/>
              <a:t>pandemiei</a:t>
            </a:r>
            <a:r>
              <a:rPr lang="en-US" sz="4400" dirty="0"/>
              <a:t> COVID-19</a:t>
            </a:r>
            <a:br>
              <a:rPr lang="en-US" sz="4400" dirty="0"/>
            </a:br>
            <a:endParaRPr lang="en-US" dirty="0"/>
          </a:p>
        </p:txBody>
      </p:sp>
      <p:sp>
        <p:nvSpPr>
          <p:cNvPr id="3" name="Freeform 14">
            <a:extLst>
              <a:ext uri="{FF2B5EF4-FFF2-40B4-BE49-F238E27FC236}">
                <a16:creationId xmlns:a16="http://schemas.microsoft.com/office/drawing/2014/main" id="{556B350A-4BB6-48EF-AB33-2F9631958CF4}"/>
              </a:ext>
            </a:extLst>
          </p:cNvPr>
          <p:cNvSpPr/>
          <p:nvPr/>
        </p:nvSpPr>
        <p:spPr>
          <a:xfrm>
            <a:off x="1264756" y="5035040"/>
            <a:ext cx="2812211" cy="940280"/>
          </a:xfrm>
          <a:custGeom>
            <a:avLst/>
            <a:gdLst>
              <a:gd name="connsiteX0" fmla="*/ 2812211 w 2812211"/>
              <a:gd name="connsiteY0" fmla="*/ 0 h 940280"/>
              <a:gd name="connsiteX1" fmla="*/ 1949570 w 2812211"/>
              <a:gd name="connsiteY1" fmla="*/ 940280 h 940280"/>
              <a:gd name="connsiteX2" fmla="*/ 0 w 2812211"/>
              <a:gd name="connsiteY2" fmla="*/ 940280 h 940280"/>
            </a:gdLst>
            <a:ahLst/>
            <a:cxnLst>
              <a:cxn ang="0">
                <a:pos x="connsiteX0" y="connsiteY0"/>
              </a:cxn>
              <a:cxn ang="0">
                <a:pos x="connsiteX1" y="connsiteY1"/>
              </a:cxn>
              <a:cxn ang="0">
                <a:pos x="connsiteX2" y="connsiteY2"/>
              </a:cxn>
            </a:cxnLst>
            <a:rect l="l" t="t" r="r" b="b"/>
            <a:pathLst>
              <a:path w="2812211" h="940280">
                <a:moveTo>
                  <a:pt x="2812211" y="0"/>
                </a:moveTo>
                <a:lnTo>
                  <a:pt x="1949570" y="940280"/>
                </a:lnTo>
                <a:lnTo>
                  <a:pt x="0" y="940280"/>
                </a:lnTo>
              </a:path>
            </a:pathLst>
          </a:custGeom>
          <a:ln w="508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4" name="Freeform 13">
            <a:extLst>
              <a:ext uri="{FF2B5EF4-FFF2-40B4-BE49-F238E27FC236}">
                <a16:creationId xmlns:a16="http://schemas.microsoft.com/office/drawing/2014/main" id="{C4C52189-AF27-BA5C-0702-FDE8C11561C5}"/>
              </a:ext>
            </a:extLst>
          </p:cNvPr>
          <p:cNvSpPr/>
          <p:nvPr/>
        </p:nvSpPr>
        <p:spPr>
          <a:xfrm>
            <a:off x="8027751" y="2010660"/>
            <a:ext cx="2631058" cy="936000"/>
          </a:xfrm>
          <a:custGeom>
            <a:avLst/>
            <a:gdLst>
              <a:gd name="connsiteX0" fmla="*/ 0 w 2631057"/>
              <a:gd name="connsiteY0" fmla="*/ 793631 h 793631"/>
              <a:gd name="connsiteX1" fmla="*/ 603849 w 2631057"/>
              <a:gd name="connsiteY1" fmla="*/ 0 h 793631"/>
              <a:gd name="connsiteX2" fmla="*/ 2631057 w 2631057"/>
              <a:gd name="connsiteY2" fmla="*/ 0 h 793631"/>
            </a:gdLst>
            <a:ahLst/>
            <a:cxnLst>
              <a:cxn ang="0">
                <a:pos x="connsiteX0" y="connsiteY0"/>
              </a:cxn>
              <a:cxn ang="0">
                <a:pos x="connsiteX1" y="connsiteY1"/>
              </a:cxn>
              <a:cxn ang="0">
                <a:pos x="connsiteX2" y="connsiteY2"/>
              </a:cxn>
            </a:cxnLst>
            <a:rect l="l" t="t" r="r" b="b"/>
            <a:pathLst>
              <a:path w="2631057" h="793631">
                <a:moveTo>
                  <a:pt x="0" y="793631"/>
                </a:moveTo>
                <a:lnTo>
                  <a:pt x="603849" y="0"/>
                </a:lnTo>
                <a:lnTo>
                  <a:pt x="2631057" y="0"/>
                </a:lnTo>
              </a:path>
            </a:pathLst>
          </a:custGeom>
          <a:ln w="476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1"/>
          </a:p>
        </p:txBody>
      </p:sp>
      <p:sp>
        <p:nvSpPr>
          <p:cNvPr id="5" name="Oval 6">
            <a:extLst>
              <a:ext uri="{FF2B5EF4-FFF2-40B4-BE49-F238E27FC236}">
                <a16:creationId xmlns:a16="http://schemas.microsoft.com/office/drawing/2014/main" id="{0DADEFA0-E4B2-1F0A-02EC-6CC588E7CE3F}"/>
              </a:ext>
            </a:extLst>
          </p:cNvPr>
          <p:cNvSpPr/>
          <p:nvPr/>
        </p:nvSpPr>
        <p:spPr>
          <a:xfrm rot="19643215">
            <a:off x="6180740" y="3116403"/>
            <a:ext cx="2374296" cy="1768834"/>
          </a:xfrm>
          <a:custGeom>
            <a:avLst/>
            <a:gdLst/>
            <a:ahLst/>
            <a:cxnLst/>
            <a:rect l="l" t="t" r="r" b="b"/>
            <a:pathLst>
              <a:path w="2374296" h="1768833">
                <a:moveTo>
                  <a:pt x="2122319" y="274160"/>
                </a:moveTo>
                <a:cubicBezTo>
                  <a:pt x="2279947" y="434566"/>
                  <a:pt x="2376382" y="655105"/>
                  <a:pt x="2374262" y="897757"/>
                </a:cubicBezTo>
                <a:cubicBezTo>
                  <a:pt x="2370023" y="1383058"/>
                  <a:pt x="1973171" y="1773038"/>
                  <a:pt x="1487868" y="1768799"/>
                </a:cubicBezTo>
                <a:lnTo>
                  <a:pt x="244916" y="1757941"/>
                </a:lnTo>
                <a:cubicBezTo>
                  <a:pt x="243021" y="1760093"/>
                  <a:pt x="240936" y="1760194"/>
                  <a:pt x="238844" y="1760193"/>
                </a:cubicBezTo>
                <a:lnTo>
                  <a:pt x="232478" y="1757834"/>
                </a:lnTo>
                <a:lnTo>
                  <a:pt x="215240" y="1757683"/>
                </a:lnTo>
                <a:lnTo>
                  <a:pt x="215239" y="1757682"/>
                </a:lnTo>
                <a:lnTo>
                  <a:pt x="215233" y="1757683"/>
                </a:lnTo>
                <a:lnTo>
                  <a:pt x="215233" y="1757679"/>
                </a:lnTo>
                <a:lnTo>
                  <a:pt x="200021" y="1745799"/>
                </a:lnTo>
                <a:cubicBezTo>
                  <a:pt x="85924" y="1677713"/>
                  <a:pt x="0" y="1316657"/>
                  <a:pt x="0" y="881792"/>
                </a:cubicBezTo>
                <a:cubicBezTo>
                  <a:pt x="0" y="483215"/>
                  <a:pt x="72182" y="146639"/>
                  <a:pt x="172783" y="42438"/>
                </a:cubicBezTo>
                <a:cubicBezTo>
                  <a:pt x="191110" y="13973"/>
                  <a:pt x="217565" y="-2559"/>
                  <a:pt x="239494" y="324"/>
                </a:cubicBezTo>
                <a:lnTo>
                  <a:pt x="1503219" y="11362"/>
                </a:lnTo>
                <a:cubicBezTo>
                  <a:pt x="1745871" y="13482"/>
                  <a:pt x="1964691" y="113754"/>
                  <a:pt x="2122319" y="2741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nvGrpSpPr>
          <p:cNvPr id="6" name="Group 5">
            <a:extLst>
              <a:ext uri="{FF2B5EF4-FFF2-40B4-BE49-F238E27FC236}">
                <a16:creationId xmlns:a16="http://schemas.microsoft.com/office/drawing/2014/main" id="{FC3238B2-EBBF-451B-9AA2-7127CA4E90D4}"/>
              </a:ext>
            </a:extLst>
          </p:cNvPr>
          <p:cNvGrpSpPr/>
          <p:nvPr/>
        </p:nvGrpSpPr>
        <p:grpSpPr>
          <a:xfrm rot="20799350">
            <a:off x="3662402" y="2796675"/>
            <a:ext cx="2518149" cy="2151435"/>
            <a:chOff x="2066735" y="1837293"/>
            <a:chExt cx="2518148" cy="2151435"/>
          </a:xfrm>
          <a:solidFill>
            <a:schemeClr val="accent3"/>
          </a:solidFill>
        </p:grpSpPr>
        <p:sp>
          <p:nvSpPr>
            <p:cNvPr id="7" name="Round Same Side Corner Rectangle 2">
              <a:extLst>
                <a:ext uri="{FF2B5EF4-FFF2-40B4-BE49-F238E27FC236}">
                  <a16:creationId xmlns:a16="http://schemas.microsoft.com/office/drawing/2014/main" id="{808320FB-C78E-FC70-04E2-AD50D8330D32}"/>
                </a:ext>
              </a:extLst>
            </p:cNvPr>
            <p:cNvSpPr/>
            <p:nvPr/>
          </p:nvSpPr>
          <p:spPr>
            <a:xfrm rot="18900000">
              <a:off x="2066735" y="1837293"/>
              <a:ext cx="1757503" cy="2151435"/>
            </a:xfrm>
            <a:prstGeom prst="round2SameRect">
              <a:avLst>
                <a:gd name="adj1" fmla="val 50000"/>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p>
          </p:txBody>
        </p:sp>
        <p:sp>
          <p:nvSpPr>
            <p:cNvPr id="8" name="Oval 7">
              <a:extLst>
                <a:ext uri="{FF2B5EF4-FFF2-40B4-BE49-F238E27FC236}">
                  <a16:creationId xmlns:a16="http://schemas.microsoft.com/office/drawing/2014/main" id="{5EC402F0-E2F0-FAEA-ED59-03DECF8A40CD}"/>
                </a:ext>
              </a:extLst>
            </p:cNvPr>
            <p:cNvSpPr/>
            <p:nvPr/>
          </p:nvSpPr>
          <p:spPr>
            <a:xfrm rot="2700000">
              <a:off x="3590577" y="2794901"/>
              <a:ext cx="231105" cy="175750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p>
          </p:txBody>
        </p:sp>
      </p:grpSp>
      <p:sp>
        <p:nvSpPr>
          <p:cNvPr id="9" name="TextBox 8">
            <a:extLst>
              <a:ext uri="{FF2B5EF4-FFF2-40B4-BE49-F238E27FC236}">
                <a16:creationId xmlns:a16="http://schemas.microsoft.com/office/drawing/2014/main" id="{D92ADF52-EEF5-689D-F2E8-B6B19CC4E307}"/>
              </a:ext>
            </a:extLst>
          </p:cNvPr>
          <p:cNvSpPr txBox="1"/>
          <p:nvPr/>
        </p:nvSpPr>
        <p:spPr>
          <a:xfrm>
            <a:off x="3792619" y="3601389"/>
            <a:ext cx="1761845" cy="923330"/>
          </a:xfrm>
          <a:prstGeom prst="rect">
            <a:avLst/>
          </a:prstGeom>
          <a:noFill/>
        </p:spPr>
        <p:txBody>
          <a:bodyPr wrap="square" lIns="0" rIns="0" rtlCol="0">
            <a:spAutoFit/>
          </a:bodyPr>
          <a:lstStyle/>
          <a:p>
            <a:pPr algn="ctr"/>
            <a:r>
              <a:rPr lang="en-US" altLang="ko-KR" b="1" dirty="0" err="1">
                <a:solidFill>
                  <a:schemeClr val="bg1"/>
                </a:solidFill>
                <a:cs typeface="Arial" pitchFamily="34" charset="0"/>
              </a:rPr>
              <a:t>Responsabilitatea</a:t>
            </a:r>
            <a:r>
              <a:rPr lang="en-US" altLang="ko-KR" b="1" dirty="0">
                <a:solidFill>
                  <a:schemeClr val="bg1"/>
                </a:solidFill>
                <a:cs typeface="Arial" pitchFamily="34" charset="0"/>
              </a:rPr>
              <a:t> </a:t>
            </a:r>
            <a:r>
              <a:rPr lang="en-US" altLang="ko-KR" b="1" dirty="0" err="1">
                <a:solidFill>
                  <a:schemeClr val="bg1"/>
                </a:solidFill>
                <a:cs typeface="Arial" pitchFamily="34" charset="0"/>
              </a:rPr>
              <a:t>platformelor</a:t>
            </a:r>
            <a:r>
              <a:rPr lang="en-US" altLang="ko-KR" b="1" dirty="0">
                <a:solidFill>
                  <a:schemeClr val="bg1"/>
                </a:solidFill>
                <a:cs typeface="Arial" pitchFamily="34" charset="0"/>
              </a:rPr>
              <a:t> </a:t>
            </a:r>
            <a:r>
              <a:rPr lang="en-US" altLang="ko-KR" b="1" dirty="0" err="1">
                <a:solidFill>
                  <a:schemeClr val="bg1"/>
                </a:solidFill>
                <a:cs typeface="Arial" pitchFamily="34" charset="0"/>
              </a:rPr>
              <a:t>sociale</a:t>
            </a:r>
            <a:endParaRPr lang="ko-KR" altLang="en-US" b="1" dirty="0">
              <a:solidFill>
                <a:schemeClr val="bg1"/>
              </a:solidFill>
              <a:cs typeface="Arial" pitchFamily="34" charset="0"/>
            </a:endParaRPr>
          </a:p>
        </p:txBody>
      </p:sp>
      <p:sp>
        <p:nvSpPr>
          <p:cNvPr id="10" name="TextBox 9">
            <a:extLst>
              <a:ext uri="{FF2B5EF4-FFF2-40B4-BE49-F238E27FC236}">
                <a16:creationId xmlns:a16="http://schemas.microsoft.com/office/drawing/2014/main" id="{95797FB0-0E9A-6E48-CDE3-58F54E588390}"/>
              </a:ext>
            </a:extLst>
          </p:cNvPr>
          <p:cNvSpPr txBox="1"/>
          <p:nvPr/>
        </p:nvSpPr>
        <p:spPr>
          <a:xfrm>
            <a:off x="6410952" y="3716450"/>
            <a:ext cx="1866887" cy="646331"/>
          </a:xfrm>
          <a:prstGeom prst="rect">
            <a:avLst/>
          </a:prstGeom>
          <a:noFill/>
        </p:spPr>
        <p:txBody>
          <a:bodyPr wrap="square" lIns="0" rIns="0" rtlCol="0">
            <a:spAutoFit/>
          </a:bodyPr>
          <a:lstStyle/>
          <a:p>
            <a:pPr algn="ctr"/>
            <a:r>
              <a:rPr lang="en-US" altLang="ko-KR" b="1" dirty="0" err="1">
                <a:solidFill>
                  <a:schemeClr val="bg1"/>
                </a:solidFill>
                <a:cs typeface="Arial" pitchFamily="34" charset="0"/>
              </a:rPr>
              <a:t>Responsabilitatea</a:t>
            </a:r>
            <a:r>
              <a:rPr lang="en-US" altLang="ko-KR" b="1" dirty="0">
                <a:solidFill>
                  <a:schemeClr val="bg1"/>
                </a:solidFill>
                <a:cs typeface="Arial" pitchFamily="34" charset="0"/>
              </a:rPr>
              <a:t> </a:t>
            </a:r>
            <a:r>
              <a:rPr lang="en-US" altLang="ko-KR" b="1" dirty="0" err="1">
                <a:solidFill>
                  <a:schemeClr val="bg1"/>
                </a:solidFill>
                <a:cs typeface="Arial" pitchFamily="34" charset="0"/>
              </a:rPr>
              <a:t>utilizatorilor</a:t>
            </a:r>
            <a:endParaRPr lang="ko-KR" altLang="en-US" b="1" dirty="0">
              <a:solidFill>
                <a:schemeClr val="bg1"/>
              </a:solidFill>
              <a:cs typeface="Arial" pitchFamily="34" charset="0"/>
            </a:endParaRPr>
          </a:p>
        </p:txBody>
      </p:sp>
      <p:sp>
        <p:nvSpPr>
          <p:cNvPr id="11" name="Oval 10">
            <a:extLst>
              <a:ext uri="{FF2B5EF4-FFF2-40B4-BE49-F238E27FC236}">
                <a16:creationId xmlns:a16="http://schemas.microsoft.com/office/drawing/2014/main" id="{EB29E6E9-C9B8-0AB7-0186-6A2DDC449F18}"/>
              </a:ext>
            </a:extLst>
          </p:cNvPr>
          <p:cNvSpPr/>
          <p:nvPr/>
        </p:nvSpPr>
        <p:spPr>
          <a:xfrm>
            <a:off x="6108012" y="4763896"/>
            <a:ext cx="208696" cy="2086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2" name="Oval 11">
            <a:extLst>
              <a:ext uri="{FF2B5EF4-FFF2-40B4-BE49-F238E27FC236}">
                <a16:creationId xmlns:a16="http://schemas.microsoft.com/office/drawing/2014/main" id="{D2E1E778-2F99-2BCD-B27A-0FE146C854D5}"/>
              </a:ext>
            </a:extLst>
          </p:cNvPr>
          <p:cNvSpPr/>
          <p:nvPr/>
        </p:nvSpPr>
        <p:spPr>
          <a:xfrm>
            <a:off x="5657663" y="4742203"/>
            <a:ext cx="208696" cy="2086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3" name="Oval 12">
            <a:extLst>
              <a:ext uri="{FF2B5EF4-FFF2-40B4-BE49-F238E27FC236}">
                <a16:creationId xmlns:a16="http://schemas.microsoft.com/office/drawing/2014/main" id="{2633E63D-C562-5199-7448-30C8E1ADDB79}"/>
              </a:ext>
            </a:extLst>
          </p:cNvPr>
          <p:cNvSpPr/>
          <p:nvPr/>
        </p:nvSpPr>
        <p:spPr>
          <a:xfrm>
            <a:off x="6109145" y="5400832"/>
            <a:ext cx="208696" cy="2086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4" name="Oval 13">
            <a:extLst>
              <a:ext uri="{FF2B5EF4-FFF2-40B4-BE49-F238E27FC236}">
                <a16:creationId xmlns:a16="http://schemas.microsoft.com/office/drawing/2014/main" id="{FBE18C21-596A-7958-33D0-79A17B95EB1B}"/>
              </a:ext>
            </a:extLst>
          </p:cNvPr>
          <p:cNvSpPr/>
          <p:nvPr/>
        </p:nvSpPr>
        <p:spPr>
          <a:xfrm>
            <a:off x="5649044" y="5401835"/>
            <a:ext cx="208696" cy="2086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5" name="Oval 14">
            <a:extLst>
              <a:ext uri="{FF2B5EF4-FFF2-40B4-BE49-F238E27FC236}">
                <a16:creationId xmlns:a16="http://schemas.microsoft.com/office/drawing/2014/main" id="{2A2A3514-DD59-BB24-F729-CBBE2E432F54}"/>
              </a:ext>
            </a:extLst>
          </p:cNvPr>
          <p:cNvSpPr/>
          <p:nvPr/>
        </p:nvSpPr>
        <p:spPr>
          <a:xfrm>
            <a:off x="5429638" y="5064033"/>
            <a:ext cx="208696" cy="2086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6" name="Oval 15">
            <a:extLst>
              <a:ext uri="{FF2B5EF4-FFF2-40B4-BE49-F238E27FC236}">
                <a16:creationId xmlns:a16="http://schemas.microsoft.com/office/drawing/2014/main" id="{FDDD0E57-D8B9-F29B-8C95-C3F5DA7B5260}"/>
              </a:ext>
            </a:extLst>
          </p:cNvPr>
          <p:cNvSpPr/>
          <p:nvPr/>
        </p:nvSpPr>
        <p:spPr>
          <a:xfrm>
            <a:off x="6317738" y="5096233"/>
            <a:ext cx="208696" cy="2086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7" name="Oval 16">
            <a:extLst>
              <a:ext uri="{FF2B5EF4-FFF2-40B4-BE49-F238E27FC236}">
                <a16:creationId xmlns:a16="http://schemas.microsoft.com/office/drawing/2014/main" id="{B3A24F8B-B40B-D80D-6730-68802C82B05B}"/>
              </a:ext>
            </a:extLst>
          </p:cNvPr>
          <p:cNvSpPr/>
          <p:nvPr/>
        </p:nvSpPr>
        <p:spPr>
          <a:xfrm>
            <a:off x="5878529" y="5082865"/>
            <a:ext cx="208696" cy="2086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8" name="Oval 17">
            <a:extLst>
              <a:ext uri="{FF2B5EF4-FFF2-40B4-BE49-F238E27FC236}">
                <a16:creationId xmlns:a16="http://schemas.microsoft.com/office/drawing/2014/main" id="{30C9666D-436E-D396-23B8-3E7A728AD32F}"/>
              </a:ext>
            </a:extLst>
          </p:cNvPr>
          <p:cNvSpPr/>
          <p:nvPr/>
        </p:nvSpPr>
        <p:spPr>
          <a:xfrm>
            <a:off x="5885689" y="4420371"/>
            <a:ext cx="208696" cy="2086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19" name="Oval 18">
            <a:extLst>
              <a:ext uri="{FF2B5EF4-FFF2-40B4-BE49-F238E27FC236}">
                <a16:creationId xmlns:a16="http://schemas.microsoft.com/office/drawing/2014/main" id="{E9C0EBFD-433F-0540-8440-EC4685CEAF60}"/>
              </a:ext>
            </a:extLst>
          </p:cNvPr>
          <p:cNvSpPr/>
          <p:nvPr/>
        </p:nvSpPr>
        <p:spPr>
          <a:xfrm>
            <a:off x="5900551" y="5705430"/>
            <a:ext cx="208696" cy="2086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nvGrpSpPr>
          <p:cNvPr id="20" name="Group 19">
            <a:extLst>
              <a:ext uri="{FF2B5EF4-FFF2-40B4-BE49-F238E27FC236}">
                <a16:creationId xmlns:a16="http://schemas.microsoft.com/office/drawing/2014/main" id="{E32DA7DE-3D63-CF7C-DB78-A7A761184CD6}"/>
              </a:ext>
            </a:extLst>
          </p:cNvPr>
          <p:cNvGrpSpPr/>
          <p:nvPr/>
        </p:nvGrpSpPr>
        <p:grpSpPr>
          <a:xfrm>
            <a:off x="8681793" y="2261359"/>
            <a:ext cx="3136252" cy="3534552"/>
            <a:chOff x="5638192" y="1404131"/>
            <a:chExt cx="2462290" cy="796538"/>
          </a:xfrm>
        </p:grpSpPr>
        <p:sp>
          <p:nvSpPr>
            <p:cNvPr id="21" name="Rectangle 20">
              <a:extLst>
                <a:ext uri="{FF2B5EF4-FFF2-40B4-BE49-F238E27FC236}">
                  <a16:creationId xmlns:a16="http://schemas.microsoft.com/office/drawing/2014/main" id="{798D5548-A349-0CF5-D95A-5005E5A8FBAE}"/>
                </a:ext>
              </a:extLst>
            </p:cNvPr>
            <p:cNvSpPr/>
            <p:nvPr/>
          </p:nvSpPr>
          <p:spPr>
            <a:xfrm>
              <a:off x="5638192" y="1666753"/>
              <a:ext cx="2448360" cy="533916"/>
            </a:xfrm>
            <a:prstGeom prst="rect">
              <a:avLst/>
            </a:prstGeom>
          </p:spPr>
          <p:txBody>
            <a:bodyPr wrap="square">
              <a:spAutoFit/>
            </a:bodyPr>
            <a:lstStyle/>
            <a:p>
              <a:pPr marL="171450" indent="-171450">
                <a:buFont typeface="Arial" panose="020B0604020202020204" pitchFamily="34" charset="0"/>
                <a:buChar char="•"/>
              </a:pPr>
              <a:r>
                <a:rPr lang="it-IT" altLang="ko-KR" sz="1200" b="1" dirty="0">
                  <a:solidFill>
                    <a:schemeClr val="tx1">
                      <a:lumMod val="75000"/>
                      <a:lumOff val="25000"/>
                    </a:schemeClr>
                  </a:solidFill>
                  <a:cs typeface="Arial" pitchFamily="34" charset="0"/>
                </a:rPr>
                <a:t>Verificarea informațiilor </a:t>
              </a:r>
              <a:r>
                <a:rPr lang="en-US" sz="1200" dirty="0" err="1"/>
                <a:t>înainte</a:t>
              </a:r>
              <a:r>
                <a:rPr lang="en-US" sz="1200" dirty="0"/>
                <a:t> de a le </a:t>
              </a:r>
              <a:r>
                <a:rPr lang="en-US" sz="1200" dirty="0" err="1"/>
                <a:t>distribui</a:t>
              </a:r>
              <a:r>
                <a:rPr lang="en-US" sz="1200" dirty="0"/>
                <a:t>.</a:t>
              </a:r>
            </a:p>
            <a:p>
              <a:endParaRPr lang="it-IT" altLang="ko-KR" sz="1200" dirty="0">
                <a:solidFill>
                  <a:schemeClr val="tx1">
                    <a:lumMod val="75000"/>
                    <a:lumOff val="25000"/>
                  </a:schemeClr>
                </a:solidFill>
                <a:cs typeface="Arial" pitchFamily="34" charset="0"/>
              </a:endParaRPr>
            </a:p>
            <a:p>
              <a:pPr marL="171450" indent="-171450">
                <a:buFont typeface="Arial" panose="020B0604020202020204" pitchFamily="34" charset="0"/>
                <a:buChar char="•"/>
              </a:pPr>
              <a:r>
                <a:rPr lang="en-US" altLang="ko-KR" sz="1200" b="1" dirty="0" err="1">
                  <a:solidFill>
                    <a:schemeClr val="tx1">
                      <a:lumMod val="75000"/>
                      <a:lumOff val="25000"/>
                    </a:schemeClr>
                  </a:solidFill>
                  <a:cs typeface="Arial" pitchFamily="34" charset="0"/>
                </a:rPr>
                <a:t>Evitarea</a:t>
              </a:r>
              <a:r>
                <a:rPr lang="en-US" altLang="ko-KR" sz="1200" b="1" dirty="0">
                  <a:solidFill>
                    <a:schemeClr val="tx1">
                      <a:lumMod val="75000"/>
                      <a:lumOff val="25000"/>
                    </a:schemeClr>
                  </a:solidFill>
                  <a:cs typeface="Arial" pitchFamily="34" charset="0"/>
                </a:rPr>
                <a:t> </a:t>
              </a:r>
              <a:r>
                <a:rPr lang="en-US" altLang="ko-KR" sz="1200" b="1" dirty="0" err="1">
                  <a:solidFill>
                    <a:schemeClr val="tx1">
                      <a:lumMod val="75000"/>
                      <a:lumOff val="25000"/>
                    </a:schemeClr>
                  </a:solidFill>
                  <a:cs typeface="Arial" pitchFamily="34" charset="0"/>
                </a:rPr>
                <a:t>promovării</a:t>
              </a:r>
              <a:r>
                <a:rPr lang="en-US" altLang="ko-KR" sz="1200" b="1" dirty="0">
                  <a:solidFill>
                    <a:schemeClr val="tx1">
                      <a:lumMod val="75000"/>
                      <a:lumOff val="25000"/>
                    </a:schemeClr>
                  </a:solidFill>
                  <a:cs typeface="Arial" pitchFamily="34" charset="0"/>
                </a:rPr>
                <a:t> </a:t>
              </a:r>
              <a:r>
                <a:rPr lang="en-US" altLang="ko-KR" sz="1200" b="1" dirty="0" err="1">
                  <a:solidFill>
                    <a:schemeClr val="tx1">
                      <a:lumMod val="75000"/>
                      <a:lumOff val="25000"/>
                    </a:schemeClr>
                  </a:solidFill>
                  <a:cs typeface="Arial" pitchFamily="34" charset="0"/>
                </a:rPr>
                <a:t>panicii</a:t>
              </a:r>
              <a:r>
                <a:rPr lang="en-US" altLang="ko-KR" sz="1200" b="1" dirty="0">
                  <a:solidFill>
                    <a:schemeClr val="tx1">
                      <a:lumMod val="75000"/>
                      <a:lumOff val="25000"/>
                    </a:schemeClr>
                  </a:solidFill>
                  <a:cs typeface="Arial" pitchFamily="34" charset="0"/>
                </a:rPr>
                <a:t> </a:t>
              </a:r>
              <a:r>
                <a:rPr lang="it-IT" altLang="ko-KR" sz="1200" dirty="0">
                  <a:solidFill>
                    <a:schemeClr val="tx1">
                      <a:lumMod val="75000"/>
                      <a:lumOff val="25000"/>
                    </a:schemeClr>
                  </a:solidFill>
                  <a:cs typeface="Arial" pitchFamily="34" charset="0"/>
                </a:rPr>
                <a:t>prin distribuirea necontrolată a zvonurilor</a:t>
              </a:r>
              <a:r>
                <a:rPr lang="it-IT" altLang="ko-KR" sz="1200" b="1" dirty="0">
                  <a:solidFill>
                    <a:schemeClr val="tx1">
                      <a:lumMod val="75000"/>
                      <a:lumOff val="25000"/>
                    </a:schemeClr>
                  </a:solidFill>
                  <a:cs typeface="Arial" pitchFamily="34" charset="0"/>
                </a:rPr>
                <a:t>.</a:t>
              </a:r>
            </a:p>
            <a:p>
              <a:endParaRPr lang="en-US" altLang="ko-KR" sz="1200" dirty="0">
                <a:solidFill>
                  <a:schemeClr val="tx1">
                    <a:lumMod val="75000"/>
                    <a:lumOff val="25000"/>
                  </a:schemeClr>
                </a:solidFill>
                <a:cs typeface="Arial" pitchFamily="34" charset="0"/>
              </a:endParaRPr>
            </a:p>
            <a:p>
              <a:pPr marL="171450" indent="-171450">
                <a:buFont typeface="Arial" panose="020B0604020202020204" pitchFamily="34" charset="0"/>
                <a:buChar char="•"/>
              </a:pPr>
              <a:r>
                <a:rPr lang="en-US" altLang="ko-KR" sz="1200" b="1" dirty="0" err="1">
                  <a:solidFill>
                    <a:schemeClr val="tx1">
                      <a:lumMod val="75000"/>
                      <a:lumOff val="25000"/>
                    </a:schemeClr>
                  </a:solidFill>
                  <a:cs typeface="Arial" pitchFamily="34" charset="0"/>
                </a:rPr>
                <a:t>Raportarea</a:t>
              </a:r>
              <a:r>
                <a:rPr lang="en-US" altLang="ko-KR" sz="1200" b="1" dirty="0">
                  <a:solidFill>
                    <a:schemeClr val="tx1">
                      <a:lumMod val="75000"/>
                      <a:lumOff val="25000"/>
                    </a:schemeClr>
                  </a:solidFill>
                  <a:cs typeface="Arial" pitchFamily="34" charset="0"/>
                </a:rPr>
                <a:t> </a:t>
              </a:r>
              <a:r>
                <a:rPr lang="en-US" altLang="ko-KR" sz="1200" b="1" dirty="0" err="1">
                  <a:solidFill>
                    <a:schemeClr val="tx1">
                      <a:lumMod val="75000"/>
                      <a:lumOff val="25000"/>
                    </a:schemeClr>
                  </a:solidFill>
                  <a:cs typeface="Arial" pitchFamily="34" charset="0"/>
                </a:rPr>
                <a:t>conținutului</a:t>
              </a:r>
              <a:r>
                <a:rPr lang="en-US" altLang="ko-KR" sz="1200" b="1" dirty="0">
                  <a:solidFill>
                    <a:schemeClr val="tx1">
                      <a:lumMod val="75000"/>
                      <a:lumOff val="25000"/>
                    </a:schemeClr>
                  </a:solidFill>
                  <a:cs typeface="Arial" pitchFamily="34" charset="0"/>
                </a:rPr>
                <a:t> </a:t>
              </a:r>
              <a:r>
                <a:rPr lang="en-US" altLang="ko-KR" sz="1200" b="1" dirty="0" err="1">
                  <a:solidFill>
                    <a:schemeClr val="tx1">
                      <a:lumMod val="75000"/>
                      <a:lumOff val="25000"/>
                    </a:schemeClr>
                  </a:solidFill>
                  <a:cs typeface="Arial" pitchFamily="34" charset="0"/>
                </a:rPr>
                <a:t>fals</a:t>
              </a:r>
              <a:r>
                <a:rPr lang="en-US" altLang="ko-KR" sz="1200" b="1" dirty="0">
                  <a:solidFill>
                    <a:schemeClr val="tx1">
                      <a:lumMod val="75000"/>
                      <a:lumOff val="25000"/>
                    </a:schemeClr>
                  </a:solidFill>
                  <a:cs typeface="Arial" pitchFamily="34" charset="0"/>
                </a:rPr>
                <a:t> </a:t>
              </a:r>
              <a:r>
                <a:rPr lang="en-US" altLang="ko-KR" sz="1200" dirty="0" err="1">
                  <a:solidFill>
                    <a:schemeClr val="tx1">
                      <a:lumMod val="75000"/>
                      <a:lumOff val="25000"/>
                    </a:schemeClr>
                  </a:solidFill>
                  <a:cs typeface="Arial" pitchFamily="34" charset="0"/>
                </a:rPr>
                <a:t>pentru</a:t>
              </a:r>
              <a:r>
                <a:rPr lang="en-US" altLang="ko-KR" sz="1200" dirty="0">
                  <a:solidFill>
                    <a:schemeClr val="tx1">
                      <a:lumMod val="75000"/>
                      <a:lumOff val="25000"/>
                    </a:schemeClr>
                  </a:solidFill>
                  <a:cs typeface="Arial" pitchFamily="34" charset="0"/>
                </a:rPr>
                <a:t> a reduce </a:t>
              </a:r>
              <a:r>
                <a:rPr lang="en-US" altLang="ko-KR" sz="1200" dirty="0" err="1">
                  <a:solidFill>
                    <a:schemeClr val="tx1">
                      <a:lumMod val="75000"/>
                      <a:lumOff val="25000"/>
                    </a:schemeClr>
                  </a:solidFill>
                  <a:cs typeface="Arial" pitchFamily="34" charset="0"/>
                </a:rPr>
                <a:t>impactul</a:t>
              </a:r>
              <a:r>
                <a:rPr lang="en-US" altLang="ko-KR" sz="1200" dirty="0">
                  <a:solidFill>
                    <a:schemeClr val="tx1">
                      <a:lumMod val="75000"/>
                      <a:lumOff val="25000"/>
                    </a:schemeClr>
                  </a:solidFill>
                  <a:cs typeface="Arial" pitchFamily="34" charset="0"/>
                </a:rPr>
                <a:t> </a:t>
              </a:r>
              <a:r>
                <a:rPr lang="en-US" altLang="ko-KR" sz="1200" dirty="0" err="1">
                  <a:solidFill>
                    <a:schemeClr val="tx1">
                      <a:lumMod val="75000"/>
                      <a:lumOff val="25000"/>
                    </a:schemeClr>
                  </a:solidFill>
                  <a:cs typeface="Arial" pitchFamily="34" charset="0"/>
                </a:rPr>
                <a:t>dezinformării</a:t>
              </a:r>
              <a:r>
                <a:rPr lang="en-US" altLang="ko-KR" sz="1200" dirty="0">
                  <a:solidFill>
                    <a:schemeClr val="tx1">
                      <a:lumMod val="75000"/>
                      <a:lumOff val="25000"/>
                    </a:schemeClr>
                  </a:solidFill>
                  <a:cs typeface="Arial" pitchFamily="34" charset="0"/>
                </a:rPr>
                <a:t>.</a:t>
              </a:r>
            </a:p>
          </p:txBody>
        </p:sp>
        <p:sp>
          <p:nvSpPr>
            <p:cNvPr id="22" name="TextBox 21">
              <a:extLst>
                <a:ext uri="{FF2B5EF4-FFF2-40B4-BE49-F238E27FC236}">
                  <a16:creationId xmlns:a16="http://schemas.microsoft.com/office/drawing/2014/main" id="{4E1D9939-260A-2FDF-C7BB-E46ED372F911}"/>
                </a:ext>
              </a:extLst>
            </p:cNvPr>
            <p:cNvSpPr txBox="1"/>
            <p:nvPr/>
          </p:nvSpPr>
          <p:spPr>
            <a:xfrm>
              <a:off x="5652121" y="1404131"/>
              <a:ext cx="2448361" cy="237817"/>
            </a:xfrm>
            <a:prstGeom prst="rect">
              <a:avLst/>
            </a:prstGeom>
            <a:noFill/>
          </p:spPr>
          <p:txBody>
            <a:bodyPr wrap="square" rtlCol="0" anchor="ctr">
              <a:spAutoFit/>
            </a:bodyPr>
            <a:lstStyle/>
            <a:p>
              <a:r>
                <a:rPr lang="en-US" altLang="ko-KR" sz="1200" b="1" dirty="0">
                  <a:solidFill>
                    <a:schemeClr val="accent1"/>
                  </a:solidFill>
                  <a:cs typeface="Arial" pitchFamily="34" charset="0"/>
                </a:rPr>
                <a:t>Din </a:t>
              </a:r>
              <a:r>
                <a:rPr lang="en-US" altLang="ko-KR" sz="1200" b="1" dirty="0" err="1">
                  <a:solidFill>
                    <a:schemeClr val="accent1"/>
                  </a:solidFill>
                  <a:cs typeface="Arial" pitchFamily="34" charset="0"/>
                </a:rPr>
                <a:t>punct</a:t>
              </a:r>
              <a:r>
                <a:rPr lang="en-US" altLang="ko-KR" sz="1200" b="1" dirty="0">
                  <a:solidFill>
                    <a:schemeClr val="accent1"/>
                  </a:solidFill>
                  <a:cs typeface="Arial" pitchFamily="34" charset="0"/>
                </a:rPr>
                <a:t> de </a:t>
              </a:r>
              <a:r>
                <a:rPr lang="en-US" altLang="ko-KR" sz="1200" b="1" dirty="0" err="1">
                  <a:solidFill>
                    <a:schemeClr val="accent1"/>
                  </a:solidFill>
                  <a:cs typeface="Arial" pitchFamily="34" charset="0"/>
                </a:rPr>
                <a:t>vedere</a:t>
              </a:r>
              <a:r>
                <a:rPr lang="en-US" altLang="ko-KR" sz="1200" b="1" dirty="0">
                  <a:solidFill>
                    <a:schemeClr val="accent1"/>
                  </a:solidFill>
                  <a:cs typeface="Arial" pitchFamily="34" charset="0"/>
                </a:rPr>
                <a:t> etic, </a:t>
              </a:r>
              <a:r>
                <a:rPr lang="en-US" altLang="ko-KR" sz="1200" b="1" dirty="0" err="1">
                  <a:solidFill>
                    <a:schemeClr val="accent1"/>
                  </a:solidFill>
                  <a:cs typeface="Arial" pitchFamily="34" charset="0"/>
                </a:rPr>
                <a:t>utilizatorii</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mediilor</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sociale</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ar</a:t>
              </a:r>
              <a:r>
                <a:rPr lang="en-US" altLang="ko-KR" sz="1200" b="1" dirty="0">
                  <a:solidFill>
                    <a:schemeClr val="accent1"/>
                  </a:solidFill>
                  <a:cs typeface="Arial" pitchFamily="34" charset="0"/>
                </a:rPr>
                <a:t> fi </a:t>
              </a:r>
              <a:r>
                <a:rPr lang="en-US" altLang="ko-KR" sz="1200" b="1" dirty="0" err="1">
                  <a:solidFill>
                    <a:schemeClr val="accent1"/>
                  </a:solidFill>
                  <a:cs typeface="Arial" pitchFamily="34" charset="0"/>
                </a:rPr>
                <a:t>trebuit</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să</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adopte</a:t>
              </a:r>
              <a:r>
                <a:rPr lang="en-US" altLang="ko-KR" sz="1200" b="1" dirty="0">
                  <a:solidFill>
                    <a:schemeClr val="accent1"/>
                  </a:solidFill>
                  <a:cs typeface="Arial" pitchFamily="34" charset="0"/>
                </a:rPr>
                <a:t> un </a:t>
              </a:r>
              <a:r>
                <a:rPr lang="en-US" altLang="ko-KR" sz="1200" b="1" dirty="0" err="1">
                  <a:solidFill>
                    <a:schemeClr val="accent1"/>
                  </a:solidFill>
                  <a:cs typeface="Arial" pitchFamily="34" charset="0"/>
                </a:rPr>
                <a:t>comportament</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conștient</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și</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responsabil</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în</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timpul</a:t>
              </a:r>
              <a:r>
                <a:rPr lang="en-US" altLang="ko-KR" sz="1200" b="1" dirty="0">
                  <a:solidFill>
                    <a:schemeClr val="accent1"/>
                  </a:solidFill>
                  <a:cs typeface="Arial" pitchFamily="34" charset="0"/>
                </a:rPr>
                <a:t> </a:t>
              </a:r>
              <a:r>
                <a:rPr lang="en-US" altLang="ko-KR" sz="1200" b="1" dirty="0" err="1">
                  <a:solidFill>
                    <a:schemeClr val="accent1"/>
                  </a:solidFill>
                  <a:cs typeface="Arial" pitchFamily="34" charset="0"/>
                </a:rPr>
                <a:t>pandemiei</a:t>
              </a:r>
              <a:r>
                <a:rPr lang="en-US" altLang="ko-KR" sz="1200" b="1" dirty="0">
                  <a:solidFill>
                    <a:schemeClr val="accent1"/>
                  </a:solidFill>
                  <a:cs typeface="Arial" pitchFamily="34" charset="0"/>
                </a:rPr>
                <a:t>:</a:t>
              </a:r>
              <a:endParaRPr lang="ko-KR" altLang="en-US" sz="1200" b="1" dirty="0">
                <a:solidFill>
                  <a:schemeClr val="accent1"/>
                </a:solidFill>
                <a:cs typeface="Arial" pitchFamily="34" charset="0"/>
              </a:endParaRPr>
            </a:p>
          </p:txBody>
        </p:sp>
      </p:grpSp>
      <p:grpSp>
        <p:nvGrpSpPr>
          <p:cNvPr id="23" name="Group 22">
            <a:extLst>
              <a:ext uri="{FF2B5EF4-FFF2-40B4-BE49-F238E27FC236}">
                <a16:creationId xmlns:a16="http://schemas.microsoft.com/office/drawing/2014/main" id="{84EFAD30-8E3A-28A1-3A66-7A0053219A04}"/>
              </a:ext>
            </a:extLst>
          </p:cNvPr>
          <p:cNvGrpSpPr/>
          <p:nvPr/>
        </p:nvGrpSpPr>
        <p:grpSpPr>
          <a:xfrm>
            <a:off x="560566" y="2155559"/>
            <a:ext cx="2837915" cy="3301655"/>
            <a:chOff x="5417921" y="1050226"/>
            <a:chExt cx="2470739" cy="1208009"/>
          </a:xfrm>
        </p:grpSpPr>
        <p:sp>
          <p:nvSpPr>
            <p:cNvPr id="24" name="Rectangle 23">
              <a:extLst>
                <a:ext uri="{FF2B5EF4-FFF2-40B4-BE49-F238E27FC236}">
                  <a16:creationId xmlns:a16="http://schemas.microsoft.com/office/drawing/2014/main" id="{F145DF62-9C2E-0B91-41A2-4ED35FDD523E}"/>
                </a:ext>
              </a:extLst>
            </p:cNvPr>
            <p:cNvSpPr/>
            <p:nvPr/>
          </p:nvSpPr>
          <p:spPr>
            <a:xfrm>
              <a:off x="5440300" y="1560520"/>
              <a:ext cx="2448360" cy="697715"/>
            </a:xfrm>
            <a:prstGeom prst="rect">
              <a:avLst/>
            </a:prstGeom>
          </p:spPr>
          <p:txBody>
            <a:bodyPr wrap="square">
              <a:spAutoFit/>
            </a:bodyPr>
            <a:lstStyle/>
            <a:p>
              <a:pPr marL="171450" indent="-171450">
                <a:buFont typeface="Arial" panose="020B0604020202020204" pitchFamily="34" charset="0"/>
                <a:buChar char="•"/>
              </a:pPr>
              <a:r>
                <a:rPr lang="it-IT" altLang="ko-KR" sz="1200" b="1" dirty="0">
                  <a:solidFill>
                    <a:schemeClr val="tx1">
                      <a:lumMod val="75000"/>
                      <a:lumOff val="25000"/>
                    </a:schemeClr>
                  </a:solidFill>
                  <a:cs typeface="Arial" pitchFamily="34" charset="0"/>
                </a:rPr>
                <a:t>Etichetarea conținutului verificat        </a:t>
              </a:r>
              <a:r>
                <a:rPr lang="it-IT" altLang="ko-KR" sz="1200" dirty="0">
                  <a:solidFill>
                    <a:schemeClr val="tx1">
                      <a:lumMod val="75000"/>
                      <a:lumOff val="25000"/>
                    </a:schemeClr>
                  </a:solidFill>
                  <a:cs typeface="Arial" pitchFamily="34" charset="0"/>
                </a:rPr>
                <a:t>Avertismente pentru postările neverificate.</a:t>
              </a:r>
            </a:p>
            <a:p>
              <a:pPr marL="171450" indent="-171450">
                <a:buFont typeface="Arial" panose="020B0604020202020204" pitchFamily="34" charset="0"/>
                <a:buChar char="•"/>
              </a:pPr>
              <a:r>
                <a:rPr lang="en-US" altLang="ko-KR" sz="1200" b="1" dirty="0" err="1">
                  <a:solidFill>
                    <a:schemeClr val="tx1">
                      <a:lumMod val="75000"/>
                      <a:lumOff val="25000"/>
                    </a:schemeClr>
                  </a:solidFill>
                  <a:cs typeface="Arial" pitchFamily="34" charset="0"/>
                </a:rPr>
                <a:t>Eliminarea</a:t>
              </a:r>
              <a:r>
                <a:rPr lang="en-US" altLang="ko-KR" sz="1200" b="1" dirty="0">
                  <a:solidFill>
                    <a:schemeClr val="tx1">
                      <a:lumMod val="75000"/>
                      <a:lumOff val="25000"/>
                    </a:schemeClr>
                  </a:solidFill>
                  <a:cs typeface="Arial" pitchFamily="34" charset="0"/>
                </a:rPr>
                <a:t> </a:t>
              </a:r>
              <a:r>
                <a:rPr lang="en-US" altLang="ko-KR" sz="1200" b="1" dirty="0" err="1">
                  <a:solidFill>
                    <a:schemeClr val="tx1">
                      <a:lumMod val="75000"/>
                      <a:lumOff val="25000"/>
                    </a:schemeClr>
                  </a:solidFill>
                  <a:cs typeface="Arial" pitchFamily="34" charset="0"/>
                </a:rPr>
                <a:t>știrilor</a:t>
              </a:r>
              <a:r>
                <a:rPr lang="en-US" altLang="ko-KR" sz="1200" b="1" dirty="0">
                  <a:solidFill>
                    <a:schemeClr val="tx1">
                      <a:lumMod val="75000"/>
                      <a:lumOff val="25000"/>
                    </a:schemeClr>
                  </a:solidFill>
                  <a:cs typeface="Arial" pitchFamily="34" charset="0"/>
                </a:rPr>
                <a:t> false 	</a:t>
              </a:r>
              <a:r>
                <a:rPr lang="en-US" altLang="ko-KR" sz="1200" dirty="0">
                  <a:solidFill>
                    <a:schemeClr val="tx1">
                      <a:lumMod val="75000"/>
                      <a:lumOff val="25000"/>
                    </a:schemeClr>
                  </a:solidFill>
                  <a:cs typeface="Arial" pitchFamily="34" charset="0"/>
                </a:rPr>
                <a:t> </a:t>
              </a:r>
              <a:r>
                <a:rPr lang="pt-BR" altLang="ko-KR" sz="1200" dirty="0">
                  <a:solidFill>
                    <a:schemeClr val="tx1">
                      <a:lumMod val="75000"/>
                      <a:lumOff val="25000"/>
                    </a:schemeClr>
                  </a:solidFill>
                  <a:cs typeface="Arial" pitchFamily="34" charset="0"/>
                </a:rPr>
                <a:t>Suspendarea conturilor care promovau conspirații.</a:t>
              </a:r>
              <a:endParaRPr lang="en-US" altLang="ko-KR" sz="1200" dirty="0">
                <a:solidFill>
                  <a:schemeClr val="tx1">
                    <a:lumMod val="75000"/>
                    <a:lumOff val="25000"/>
                  </a:schemeClr>
                </a:solidFill>
                <a:cs typeface="Arial" pitchFamily="34" charset="0"/>
              </a:endParaRPr>
            </a:p>
            <a:p>
              <a:pPr marL="171450" indent="-171450">
                <a:buFont typeface="Arial" panose="020B0604020202020204" pitchFamily="34" charset="0"/>
                <a:buChar char="•"/>
              </a:pPr>
              <a:r>
                <a:rPr lang="en-US" altLang="ko-KR" sz="1200" b="1" dirty="0" err="1">
                  <a:solidFill>
                    <a:schemeClr val="tx1">
                      <a:lumMod val="75000"/>
                      <a:lumOff val="25000"/>
                    </a:schemeClr>
                  </a:solidFill>
                  <a:cs typeface="Arial" pitchFamily="34" charset="0"/>
                </a:rPr>
                <a:t>Promovarea</a:t>
              </a:r>
              <a:r>
                <a:rPr lang="en-US" altLang="ko-KR" sz="1200" b="1" dirty="0">
                  <a:solidFill>
                    <a:schemeClr val="tx1">
                      <a:lumMod val="75000"/>
                      <a:lumOff val="25000"/>
                    </a:schemeClr>
                  </a:solidFill>
                  <a:cs typeface="Arial" pitchFamily="34" charset="0"/>
                </a:rPr>
                <a:t> </a:t>
              </a:r>
              <a:r>
                <a:rPr lang="en-US" altLang="ko-KR" sz="1200" b="1" dirty="0" err="1">
                  <a:solidFill>
                    <a:schemeClr val="tx1">
                      <a:lumMod val="75000"/>
                      <a:lumOff val="25000"/>
                    </a:schemeClr>
                  </a:solidFill>
                  <a:cs typeface="Arial" pitchFamily="34" charset="0"/>
                </a:rPr>
                <a:t>surselor</a:t>
              </a:r>
              <a:r>
                <a:rPr lang="en-US" altLang="ko-KR" sz="1200" b="1" dirty="0">
                  <a:solidFill>
                    <a:schemeClr val="tx1">
                      <a:lumMod val="75000"/>
                      <a:lumOff val="25000"/>
                    </a:schemeClr>
                  </a:solidFill>
                  <a:cs typeface="Arial" pitchFamily="34" charset="0"/>
                </a:rPr>
                <a:t> </a:t>
              </a:r>
              <a:r>
                <a:rPr lang="en-US" altLang="ko-KR" sz="1200" b="1" dirty="0" err="1">
                  <a:solidFill>
                    <a:schemeClr val="tx1">
                      <a:lumMod val="75000"/>
                      <a:lumOff val="25000"/>
                    </a:schemeClr>
                  </a:solidFill>
                  <a:cs typeface="Arial" pitchFamily="34" charset="0"/>
                </a:rPr>
                <a:t>oficiale</a:t>
              </a:r>
              <a:r>
                <a:rPr lang="en-US" altLang="ko-KR" sz="1200" dirty="0">
                  <a:solidFill>
                    <a:schemeClr val="tx1">
                      <a:lumMod val="75000"/>
                      <a:lumOff val="25000"/>
                    </a:schemeClr>
                  </a:solidFill>
                  <a:cs typeface="Arial" pitchFamily="34" charset="0"/>
                </a:rPr>
                <a:t> </a:t>
              </a:r>
              <a:r>
                <a:rPr lang="en-US" altLang="ko-KR" sz="1200" dirty="0" err="1">
                  <a:solidFill>
                    <a:schemeClr val="tx1">
                      <a:lumMod val="75000"/>
                      <a:lumOff val="25000"/>
                    </a:schemeClr>
                  </a:solidFill>
                  <a:cs typeface="Arial" pitchFamily="34" charset="0"/>
                </a:rPr>
                <a:t>Direcționarea</a:t>
              </a:r>
              <a:r>
                <a:rPr lang="en-US" altLang="ko-KR" sz="1200" dirty="0">
                  <a:solidFill>
                    <a:schemeClr val="tx1">
                      <a:lumMod val="75000"/>
                      <a:lumOff val="25000"/>
                    </a:schemeClr>
                  </a:solidFill>
                  <a:cs typeface="Arial" pitchFamily="34" charset="0"/>
                </a:rPr>
                <a:t> </a:t>
              </a:r>
              <a:r>
                <a:rPr lang="en-US" altLang="ko-KR" sz="1200" dirty="0" err="1">
                  <a:solidFill>
                    <a:schemeClr val="tx1">
                      <a:lumMod val="75000"/>
                      <a:lumOff val="25000"/>
                    </a:schemeClr>
                  </a:solidFill>
                  <a:cs typeface="Arial" pitchFamily="34" charset="0"/>
                </a:rPr>
                <a:t>utilizatorilor</a:t>
              </a:r>
              <a:r>
                <a:rPr lang="en-US" altLang="ko-KR" sz="1200" dirty="0">
                  <a:solidFill>
                    <a:schemeClr val="tx1">
                      <a:lumMod val="75000"/>
                      <a:lumOff val="25000"/>
                    </a:schemeClr>
                  </a:solidFill>
                  <a:cs typeface="Arial" pitchFamily="34" charset="0"/>
                </a:rPr>
                <a:t> </a:t>
              </a:r>
              <a:r>
                <a:rPr lang="en-US" altLang="ko-KR" sz="1200" dirty="0" err="1">
                  <a:solidFill>
                    <a:schemeClr val="tx1">
                      <a:lumMod val="75000"/>
                      <a:lumOff val="25000"/>
                    </a:schemeClr>
                  </a:solidFill>
                  <a:cs typeface="Arial" pitchFamily="34" charset="0"/>
                </a:rPr>
                <a:t>către</a:t>
              </a:r>
              <a:r>
                <a:rPr lang="en-US" altLang="ko-KR" sz="1200" dirty="0">
                  <a:solidFill>
                    <a:schemeClr val="tx1">
                      <a:lumMod val="75000"/>
                      <a:lumOff val="25000"/>
                    </a:schemeClr>
                  </a:solidFill>
                  <a:cs typeface="Arial" pitchFamily="34" charset="0"/>
                </a:rPr>
                <a:t> OMS.</a:t>
              </a:r>
            </a:p>
          </p:txBody>
        </p:sp>
        <p:sp>
          <p:nvSpPr>
            <p:cNvPr id="25" name="TextBox 24">
              <a:extLst>
                <a:ext uri="{FF2B5EF4-FFF2-40B4-BE49-F238E27FC236}">
                  <a16:creationId xmlns:a16="http://schemas.microsoft.com/office/drawing/2014/main" id="{8BC80199-6B55-BDD1-8BBF-57E32264C4EB}"/>
                </a:ext>
              </a:extLst>
            </p:cNvPr>
            <p:cNvSpPr txBox="1"/>
            <p:nvPr/>
          </p:nvSpPr>
          <p:spPr>
            <a:xfrm>
              <a:off x="5417921" y="1050226"/>
              <a:ext cx="2448361" cy="451463"/>
            </a:xfrm>
            <a:prstGeom prst="rect">
              <a:avLst/>
            </a:prstGeom>
            <a:noFill/>
          </p:spPr>
          <p:txBody>
            <a:bodyPr wrap="square" rtlCol="0" anchor="ctr">
              <a:spAutoFit/>
            </a:bodyPr>
            <a:lstStyle/>
            <a:p>
              <a:r>
                <a:rPr lang="en-US" altLang="ko-KR" sz="1200" b="1" dirty="0" err="1">
                  <a:solidFill>
                    <a:schemeClr val="accent3"/>
                  </a:solidFill>
                  <a:cs typeface="Arial" pitchFamily="34" charset="0"/>
                </a:rPr>
                <a:t>Platformele</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sociale</a:t>
              </a:r>
              <a:r>
                <a:rPr lang="en-US" altLang="ko-KR" sz="1200" b="1" dirty="0">
                  <a:solidFill>
                    <a:schemeClr val="accent3"/>
                  </a:solidFill>
                  <a:cs typeface="Arial" pitchFamily="34" charset="0"/>
                </a:rPr>
                <a:t> au </a:t>
              </a:r>
              <a:r>
                <a:rPr lang="en-US" altLang="ko-KR" sz="1200" b="1" dirty="0" err="1">
                  <a:solidFill>
                    <a:schemeClr val="accent3"/>
                  </a:solidFill>
                  <a:cs typeface="Arial" pitchFamily="34" charset="0"/>
                </a:rPr>
                <a:t>avut</a:t>
              </a:r>
              <a:r>
                <a:rPr lang="en-US" altLang="ko-KR" sz="1200" b="1" dirty="0">
                  <a:solidFill>
                    <a:schemeClr val="accent3"/>
                  </a:solidFill>
                  <a:cs typeface="Arial" pitchFamily="34" charset="0"/>
                </a:rPr>
                <a:t> un </a:t>
              </a:r>
              <a:r>
                <a:rPr lang="en-US" altLang="ko-KR" sz="1200" b="1" dirty="0" err="1">
                  <a:solidFill>
                    <a:schemeClr val="accent3"/>
                  </a:solidFill>
                  <a:cs typeface="Arial" pitchFamily="34" charset="0"/>
                </a:rPr>
                <a:t>rol</a:t>
              </a:r>
              <a:r>
                <a:rPr lang="en-US" altLang="ko-KR" sz="1200" b="1" dirty="0">
                  <a:solidFill>
                    <a:schemeClr val="accent3"/>
                  </a:solidFill>
                  <a:cs typeface="Arial" pitchFamily="34" charset="0"/>
                </a:rPr>
                <a:t> crucial </a:t>
              </a:r>
              <a:r>
                <a:rPr lang="en-US" altLang="ko-KR" sz="1200" b="1" dirty="0" err="1">
                  <a:solidFill>
                    <a:schemeClr val="accent3"/>
                  </a:solidFill>
                  <a:cs typeface="Arial" pitchFamily="34" charset="0"/>
                </a:rPr>
                <a:t>în</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răspândirea</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informațiilor</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despre</a:t>
              </a:r>
              <a:r>
                <a:rPr lang="en-US" altLang="ko-KR" sz="1200" b="1" dirty="0">
                  <a:solidFill>
                    <a:schemeClr val="accent3"/>
                  </a:solidFill>
                  <a:cs typeface="Arial" pitchFamily="34" charset="0"/>
                </a:rPr>
                <a:t> COVID-19. Etic, </a:t>
              </a:r>
              <a:r>
                <a:rPr lang="en-US" altLang="ko-KR" sz="1200" b="1" dirty="0" err="1">
                  <a:solidFill>
                    <a:schemeClr val="accent3"/>
                  </a:solidFill>
                  <a:cs typeface="Arial" pitchFamily="34" charset="0"/>
                </a:rPr>
                <a:t>acestea</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aveau</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datoria</a:t>
              </a:r>
              <a:r>
                <a:rPr lang="en-US" altLang="ko-KR" sz="1200" b="1" dirty="0">
                  <a:solidFill>
                    <a:schemeClr val="accent3"/>
                  </a:solidFill>
                  <a:cs typeface="Arial" pitchFamily="34" charset="0"/>
                </a:rPr>
                <a:t> de a </a:t>
              </a:r>
              <a:r>
                <a:rPr lang="en-US" altLang="ko-KR" sz="1200" b="1" dirty="0" err="1">
                  <a:solidFill>
                    <a:schemeClr val="accent3"/>
                  </a:solidFill>
                  <a:cs typeface="Arial" pitchFamily="34" charset="0"/>
                </a:rPr>
                <a:t>combate</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dezinformarea</a:t>
              </a:r>
              <a:r>
                <a:rPr lang="en-US" altLang="ko-KR" sz="1200" b="1" dirty="0">
                  <a:solidFill>
                    <a:schemeClr val="accent3"/>
                  </a:solidFill>
                  <a:cs typeface="Arial" pitchFamily="34" charset="0"/>
                </a:rPr>
                <a:t> </a:t>
              </a:r>
              <a:r>
                <a:rPr lang="en-US" altLang="ko-KR" sz="1200" b="1" dirty="0" err="1">
                  <a:solidFill>
                    <a:schemeClr val="accent3"/>
                  </a:solidFill>
                  <a:cs typeface="Arial" pitchFamily="34" charset="0"/>
                </a:rPr>
                <a:t>prin</a:t>
              </a:r>
              <a:r>
                <a:rPr lang="en-US" altLang="ko-KR" sz="1200" b="1" dirty="0">
                  <a:solidFill>
                    <a:schemeClr val="accent3"/>
                  </a:solidFill>
                  <a:cs typeface="Arial" pitchFamily="34" charset="0"/>
                </a:rPr>
                <a:t>:</a:t>
              </a:r>
            </a:p>
          </p:txBody>
        </p:sp>
      </p:grpSp>
      <p:sp>
        <p:nvSpPr>
          <p:cNvPr id="26" name="TextBox 25">
            <a:extLst>
              <a:ext uri="{FF2B5EF4-FFF2-40B4-BE49-F238E27FC236}">
                <a16:creationId xmlns:a16="http://schemas.microsoft.com/office/drawing/2014/main" id="{BDAC5178-76A5-A409-8596-7B27A7DA39ED}"/>
              </a:ext>
            </a:extLst>
          </p:cNvPr>
          <p:cNvSpPr txBox="1"/>
          <p:nvPr/>
        </p:nvSpPr>
        <p:spPr>
          <a:xfrm>
            <a:off x="929395" y="1017373"/>
            <a:ext cx="10194469" cy="830997"/>
          </a:xfrm>
          <a:prstGeom prst="rect">
            <a:avLst/>
          </a:prstGeom>
          <a:noFill/>
        </p:spPr>
        <p:txBody>
          <a:bodyPr wrap="square" rtlCol="0">
            <a:spAutoFit/>
          </a:bodyPr>
          <a:lstStyle/>
          <a:p>
            <a:pPr algn="ctr"/>
            <a:r>
              <a:rPr lang="en-US" altLang="ko-KR" sz="1600" dirty="0" err="1">
                <a:solidFill>
                  <a:schemeClr val="tx1">
                    <a:lumMod val="75000"/>
                    <a:lumOff val="25000"/>
                  </a:schemeClr>
                </a:solidFill>
                <a:cs typeface="Arial" pitchFamily="34" charset="0"/>
              </a:rPr>
              <a:t>În</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timpul</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pandemiei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mediile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sociale</a:t>
            </a:r>
            <a:r>
              <a:rPr lang="en-US" altLang="ko-KR" sz="1600" dirty="0">
                <a:solidFill>
                  <a:schemeClr val="tx1">
                    <a:lumMod val="75000"/>
                    <a:lumOff val="25000"/>
                  </a:schemeClr>
                </a:solidFill>
                <a:cs typeface="Arial" pitchFamily="34" charset="0"/>
              </a:rPr>
              <a:t> au </a:t>
            </a:r>
            <a:r>
              <a:rPr lang="en-US" altLang="ko-KR" sz="1600" dirty="0" err="1">
                <a:solidFill>
                  <a:schemeClr val="tx1">
                    <a:lumMod val="75000"/>
                    <a:lumOff val="25000"/>
                  </a:schemeClr>
                </a:solidFill>
                <a:cs typeface="Arial" pitchFamily="34" charset="0"/>
              </a:rPr>
              <a:t>influențat</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puternic</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distribuirea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informațiilor</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evidențiind</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probleme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majore</a:t>
            </a:r>
            <a:r>
              <a:rPr lang="en-US" altLang="ko-KR" sz="1600" dirty="0">
                <a:solidFill>
                  <a:schemeClr val="tx1">
                    <a:lumMod val="75000"/>
                    <a:lumOff val="25000"/>
                  </a:schemeClr>
                </a:solidFill>
                <a:cs typeface="Arial" pitchFamily="34" charset="0"/>
              </a:rPr>
              <a:t> de </a:t>
            </a:r>
            <a:r>
              <a:rPr lang="en-US" altLang="ko-KR" sz="1600" dirty="0" err="1">
                <a:solidFill>
                  <a:schemeClr val="tx1">
                    <a:lumMod val="75000"/>
                    <a:lumOff val="25000"/>
                  </a:schemeClr>
                </a:solidFill>
                <a:cs typeface="Arial" pitchFamily="34" charset="0"/>
              </a:rPr>
              <a:t>etică</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digitală</a:t>
            </a:r>
            <a:r>
              <a:rPr lang="en-US" altLang="ko-KR" sz="1600" dirty="0">
                <a:solidFill>
                  <a:schemeClr val="tx1">
                    <a:lumMod val="75000"/>
                    <a:lumOff val="25000"/>
                  </a:schemeClr>
                </a:solidFill>
                <a:cs typeface="Arial" pitchFamily="34" charset="0"/>
              </a:rPr>
              <a:t>. Consider </a:t>
            </a:r>
            <a:r>
              <a:rPr lang="en-US" altLang="ko-KR" sz="1600" dirty="0" err="1">
                <a:solidFill>
                  <a:schemeClr val="tx1">
                    <a:lumMod val="75000"/>
                    <a:lumOff val="25000"/>
                  </a:schemeClr>
                </a:solidFill>
                <a:cs typeface="Arial" pitchFamily="34" charset="0"/>
              </a:rPr>
              <a:t>că</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atât</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utilizatorii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cât</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și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platformele</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aveau</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responsabilitatea</a:t>
            </a:r>
            <a:r>
              <a:rPr lang="en-US" altLang="ko-KR" sz="1600" dirty="0">
                <a:solidFill>
                  <a:schemeClr val="tx1">
                    <a:lumMod val="75000"/>
                    <a:lumOff val="25000"/>
                  </a:schemeClr>
                </a:solidFill>
                <a:cs typeface="Arial" pitchFamily="34" charset="0"/>
              </a:rPr>
              <a:t> de a </a:t>
            </a:r>
            <a:r>
              <a:rPr lang="en-US" altLang="ko-KR" sz="1600" dirty="0" err="1">
                <a:solidFill>
                  <a:schemeClr val="tx1">
                    <a:lumMod val="75000"/>
                    <a:lumOff val="25000"/>
                  </a:schemeClr>
                </a:solidFill>
                <a:cs typeface="Arial" pitchFamily="34" charset="0"/>
              </a:rPr>
              <a:t>gestiona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mai</a:t>
            </a:r>
            <a:r>
              <a:rPr lang="en-US" altLang="ko-KR" sz="1600" dirty="0">
                <a:solidFill>
                  <a:schemeClr val="tx1">
                    <a:lumMod val="75000"/>
                    <a:lumOff val="25000"/>
                  </a:schemeClr>
                </a:solidFill>
                <a:cs typeface="Arial" pitchFamily="34" charset="0"/>
              </a:rPr>
              <a:t> bine </a:t>
            </a:r>
            <a:r>
              <a:rPr lang="en-US" altLang="ko-KR" sz="1600" dirty="0" err="1">
                <a:solidFill>
                  <a:schemeClr val="tx1">
                    <a:lumMod val="75000"/>
                    <a:lumOff val="25000"/>
                  </a:schemeClr>
                </a:solidFill>
                <a:cs typeface="Arial" pitchFamily="34" charset="0"/>
              </a:rPr>
              <a:t>dezinformarea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Iată</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câteva</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măsuri</a:t>
            </a:r>
            <a:r>
              <a:rPr lang="en-US" altLang="ko-KR" sz="1600" dirty="0">
                <a:solidFill>
                  <a:schemeClr val="tx1">
                    <a:lumMod val="75000"/>
                    <a:lumOff val="25000"/>
                  </a:schemeClr>
                </a:solidFill>
                <a:cs typeface="Arial" pitchFamily="34" charset="0"/>
              </a:rPr>
              <a:t> </a:t>
            </a:r>
            <a:r>
              <a:rPr lang="en-US" altLang="ko-KR" sz="1600" dirty="0" err="1">
                <a:solidFill>
                  <a:schemeClr val="tx1">
                    <a:lumMod val="75000"/>
                    <a:lumOff val="25000"/>
                  </a:schemeClr>
                </a:solidFill>
                <a:cs typeface="Arial" pitchFamily="34" charset="0"/>
              </a:rPr>
              <a:t>esențiale</a:t>
            </a:r>
            <a:r>
              <a:rPr lang="en-US" altLang="ko-KR" sz="1600" dirty="0">
                <a:solidFill>
                  <a:schemeClr val="tx1">
                    <a:lumMod val="75000"/>
                    <a:lumOff val="25000"/>
                  </a:schemeClr>
                </a:solidFill>
                <a:cs typeface="Arial" pitchFamily="34" charset="0"/>
              </a:rPr>
              <a:t>.</a:t>
            </a:r>
          </a:p>
        </p:txBody>
      </p:sp>
    </p:spTree>
    <p:extLst>
      <p:ext uri="{BB962C8B-B14F-4D97-AF65-F5344CB8AC3E}">
        <p14:creationId xmlns:p14="http://schemas.microsoft.com/office/powerpoint/2010/main" val="113425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9" grpId="0"/>
      <p:bldP spid="10" grpId="0"/>
      <p:bldP spid="11" grpId="0" animBg="1"/>
      <p:bldP spid="12" grpId="0" animBg="1"/>
      <p:bldP spid="13" grpId="0" animBg="1"/>
      <p:bldP spid="14" grpId="0" animBg="1"/>
      <p:bldP spid="15" grpId="0" animBg="1"/>
      <p:bldP spid="16" grpId="0" animBg="1"/>
      <p:bldP spid="17" grpId="0" animBg="1"/>
      <p:bldP spid="18" grpId="0" animBg="1"/>
      <p:bldP spid="19" grpId="0" animBg="1"/>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01DE1-D054-2676-EFCE-FCBDBFDD1DB8}"/>
              </a:ext>
            </a:extLst>
          </p:cNvPr>
          <p:cNvSpPr>
            <a:spLocks noGrp="1"/>
          </p:cNvSpPr>
          <p:nvPr>
            <p:ph type="title"/>
          </p:nvPr>
        </p:nvSpPr>
        <p:spPr>
          <a:xfrm>
            <a:off x="550997" y="238668"/>
            <a:ext cx="5947340" cy="1443269"/>
          </a:xfrm>
        </p:spPr>
        <p:txBody>
          <a:bodyPr vert="horz" lIns="91440" tIns="45720" rIns="91440" bIns="45720" rtlCol="0" anchor="ctr">
            <a:noAutofit/>
          </a:bodyPr>
          <a:lstStyle/>
          <a:p>
            <a:pPr algn="ctr"/>
            <a:r>
              <a:rPr lang="en-US" sz="3600" dirty="0" err="1"/>
              <a:t>Manipularea</a:t>
            </a:r>
            <a:r>
              <a:rPr lang="en-US" sz="3600" dirty="0"/>
              <a:t> </a:t>
            </a:r>
            <a:r>
              <a:rPr lang="ro-RO" sz="3600" dirty="0"/>
              <a:t>O</a:t>
            </a:r>
            <a:r>
              <a:rPr lang="en-US" sz="3600" dirty="0" err="1"/>
              <a:t>piniei</a:t>
            </a:r>
            <a:r>
              <a:rPr lang="en-US" sz="3600" dirty="0"/>
              <a:t> </a:t>
            </a:r>
            <a:r>
              <a:rPr lang="ro-RO" sz="3600" dirty="0"/>
              <a:t>P</a:t>
            </a:r>
            <a:r>
              <a:rPr lang="en-US" sz="3600" dirty="0" err="1"/>
              <a:t>ublic</a:t>
            </a:r>
            <a:r>
              <a:rPr lang="ro-RO" sz="3600" dirty="0"/>
              <a:t>e: Politica Externă și Războiul</a:t>
            </a:r>
            <a:endParaRPr lang="en-US" noProof="0" dirty="0"/>
          </a:p>
        </p:txBody>
      </p:sp>
      <p:sp>
        <p:nvSpPr>
          <p:cNvPr id="3" name="Content Placeholder 2">
            <a:extLst>
              <a:ext uri="{FF2B5EF4-FFF2-40B4-BE49-F238E27FC236}">
                <a16:creationId xmlns:a16="http://schemas.microsoft.com/office/drawing/2014/main" id="{67A99EA9-A5C5-66DB-9084-1AA9176BACAD}"/>
              </a:ext>
            </a:extLst>
          </p:cNvPr>
          <p:cNvSpPr txBox="1">
            <a:spLocks/>
          </p:cNvSpPr>
          <p:nvPr/>
        </p:nvSpPr>
        <p:spPr>
          <a:xfrm>
            <a:off x="689403" y="1600199"/>
            <a:ext cx="5947340" cy="5138005"/>
          </a:xfrm>
          <a:prstGeom prst="rect">
            <a:avLst/>
          </a:prstGeom>
        </p:spPr>
        <p:txBody>
          <a:bodyPr>
            <a:normAutofit fontScale="92500" lnSpcReduction="20000"/>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a:lnSpc>
                <a:spcPct val="110000"/>
              </a:lnSpc>
              <a:buFont typeface="Wingdings" panose="05000000000000000000" pitchFamily="2" charset="2"/>
              <a:buChar char="§"/>
            </a:pPr>
            <a:r>
              <a:rPr lang="ro-RO" dirty="0">
                <a:solidFill>
                  <a:schemeClr val="tx1"/>
                </a:solidFill>
              </a:rPr>
              <a:t> Războiul </a:t>
            </a:r>
            <a:r>
              <a:rPr lang="ro-RO" b="1" dirty="0">
                <a:solidFill>
                  <a:schemeClr val="tx1"/>
                </a:solidFill>
              </a:rPr>
              <a:t>psihologic</a:t>
            </a:r>
            <a:r>
              <a:rPr lang="ro-RO" dirty="0">
                <a:solidFill>
                  <a:schemeClr val="tx1"/>
                </a:solidFill>
              </a:rPr>
              <a:t> </a:t>
            </a:r>
            <a:r>
              <a:rPr lang="en-US" dirty="0" err="1">
                <a:solidFill>
                  <a:schemeClr val="tx1"/>
                </a:solidFill>
              </a:rPr>
              <a:t>este</a:t>
            </a:r>
            <a:r>
              <a:rPr lang="en-US" dirty="0">
                <a:solidFill>
                  <a:schemeClr val="tx1"/>
                </a:solidFill>
              </a:rPr>
              <a:t> </a:t>
            </a:r>
            <a:r>
              <a:rPr lang="en-US" dirty="0" err="1">
                <a:solidFill>
                  <a:schemeClr val="tx1"/>
                </a:solidFill>
              </a:rPr>
              <a:t>mult</a:t>
            </a:r>
            <a:r>
              <a:rPr lang="en-US" dirty="0">
                <a:solidFill>
                  <a:schemeClr val="tx1"/>
                </a:solidFill>
              </a:rPr>
              <a:t> </a:t>
            </a:r>
            <a:r>
              <a:rPr lang="en-US" dirty="0" err="1">
                <a:solidFill>
                  <a:schemeClr val="tx1"/>
                </a:solidFill>
              </a:rPr>
              <a:t>mai</a:t>
            </a:r>
            <a:r>
              <a:rPr lang="en-US" dirty="0">
                <a:solidFill>
                  <a:schemeClr val="tx1"/>
                </a:solidFill>
              </a:rPr>
              <a:t> </a:t>
            </a:r>
            <a:r>
              <a:rPr lang="en-US" dirty="0" err="1">
                <a:solidFill>
                  <a:schemeClr val="tx1"/>
                </a:solidFill>
              </a:rPr>
              <a:t>puternic</a:t>
            </a:r>
            <a:r>
              <a:rPr lang="en-US" dirty="0">
                <a:solidFill>
                  <a:schemeClr val="tx1"/>
                </a:solidFill>
              </a:rPr>
              <a:t> dec</a:t>
            </a:r>
            <a:r>
              <a:rPr lang="ro-RO" dirty="0">
                <a:solidFill>
                  <a:schemeClr val="tx1"/>
                </a:solidFill>
              </a:rPr>
              <a:t>ât războiul </a:t>
            </a:r>
            <a:r>
              <a:rPr lang="en-US" b="1" dirty="0" err="1">
                <a:solidFill>
                  <a:schemeClr val="tx1"/>
                </a:solidFill>
              </a:rPr>
              <a:t>convențional</a:t>
            </a:r>
            <a:endParaRPr lang="ro-RO" b="1" dirty="0">
              <a:solidFill>
                <a:schemeClr val="tx1"/>
              </a:solidFill>
            </a:endParaRPr>
          </a:p>
          <a:p>
            <a:pPr lvl="1">
              <a:lnSpc>
                <a:spcPct val="110000"/>
              </a:lnSpc>
              <a:buFont typeface="Wingdings" panose="05000000000000000000" pitchFamily="2" charset="2"/>
              <a:buChar char="§"/>
            </a:pPr>
            <a:r>
              <a:rPr lang="ro-RO" dirty="0">
                <a:solidFill>
                  <a:schemeClr val="tx1"/>
                </a:solidFill>
              </a:rPr>
              <a:t>Propagandă</a:t>
            </a:r>
          </a:p>
          <a:p>
            <a:pPr lvl="1">
              <a:lnSpc>
                <a:spcPct val="110000"/>
              </a:lnSpc>
              <a:buFont typeface="Wingdings" panose="05000000000000000000" pitchFamily="2" charset="2"/>
              <a:buChar char="§"/>
            </a:pPr>
            <a:r>
              <a:rPr lang="en-US" dirty="0" err="1">
                <a:solidFill>
                  <a:schemeClr val="tx1"/>
                </a:solidFill>
              </a:rPr>
              <a:t>Cenzură</a:t>
            </a:r>
            <a:r>
              <a:rPr lang="en-US" dirty="0">
                <a:solidFill>
                  <a:schemeClr val="tx1"/>
                </a:solidFill>
              </a:rPr>
              <a:t> </a:t>
            </a:r>
            <a:r>
              <a:rPr lang="en-US" dirty="0" err="1">
                <a:solidFill>
                  <a:schemeClr val="tx1"/>
                </a:solidFill>
              </a:rPr>
              <a:t>și</a:t>
            </a:r>
            <a:r>
              <a:rPr lang="en-US" dirty="0">
                <a:solidFill>
                  <a:schemeClr val="tx1"/>
                </a:solidFill>
              </a:rPr>
              <a:t> </a:t>
            </a:r>
            <a:r>
              <a:rPr lang="en-US" dirty="0" err="1">
                <a:solidFill>
                  <a:schemeClr val="tx1"/>
                </a:solidFill>
              </a:rPr>
              <a:t>controlul</a:t>
            </a:r>
            <a:r>
              <a:rPr lang="en-US" dirty="0">
                <a:solidFill>
                  <a:schemeClr val="tx1"/>
                </a:solidFill>
              </a:rPr>
              <a:t> </a:t>
            </a:r>
            <a:r>
              <a:rPr lang="en-US" dirty="0" err="1">
                <a:solidFill>
                  <a:schemeClr val="tx1"/>
                </a:solidFill>
              </a:rPr>
              <a:t>informației</a:t>
            </a:r>
            <a:endParaRPr lang="ro-RO" dirty="0">
              <a:solidFill>
                <a:schemeClr val="tx1"/>
              </a:solidFill>
            </a:endParaRPr>
          </a:p>
          <a:p>
            <a:pPr lvl="1">
              <a:lnSpc>
                <a:spcPct val="110000"/>
              </a:lnSpc>
              <a:buFont typeface="Wingdings" panose="05000000000000000000" pitchFamily="2" charset="2"/>
              <a:buChar char="§"/>
            </a:pPr>
            <a:r>
              <a:rPr lang="en-US" dirty="0" err="1">
                <a:solidFill>
                  <a:schemeClr val="tx1"/>
                </a:solidFill>
              </a:rPr>
              <a:t>Manipularea</a:t>
            </a:r>
            <a:r>
              <a:rPr lang="en-US" dirty="0">
                <a:solidFill>
                  <a:schemeClr val="tx1"/>
                </a:solidFill>
              </a:rPr>
              <a:t> </a:t>
            </a:r>
            <a:r>
              <a:rPr lang="en-US" dirty="0" err="1">
                <a:solidFill>
                  <a:schemeClr val="tx1"/>
                </a:solidFill>
              </a:rPr>
              <a:t>vizuală</a:t>
            </a:r>
            <a:endParaRPr lang="ro-RO" dirty="0">
              <a:solidFill>
                <a:schemeClr val="tx1"/>
              </a:solidFill>
            </a:endParaRPr>
          </a:p>
          <a:p>
            <a:pPr lvl="1">
              <a:lnSpc>
                <a:spcPct val="110000"/>
              </a:lnSpc>
              <a:buFont typeface="Wingdings" panose="05000000000000000000" pitchFamily="2" charset="2"/>
              <a:buChar char="§"/>
            </a:pPr>
            <a:r>
              <a:rPr lang="en-US" dirty="0" err="1">
                <a:solidFill>
                  <a:schemeClr val="tx1"/>
                </a:solidFill>
              </a:rPr>
              <a:t>Operațiuni</a:t>
            </a:r>
            <a:r>
              <a:rPr lang="en-US" dirty="0">
                <a:solidFill>
                  <a:schemeClr val="tx1"/>
                </a:solidFill>
              </a:rPr>
              <a:t> </a:t>
            </a:r>
            <a:r>
              <a:rPr lang="en-US" dirty="0" err="1">
                <a:solidFill>
                  <a:schemeClr val="tx1"/>
                </a:solidFill>
              </a:rPr>
              <a:t>psihologice</a:t>
            </a:r>
            <a:endParaRPr lang="ro-RO" dirty="0">
              <a:solidFill>
                <a:schemeClr val="tx1"/>
              </a:solidFill>
            </a:endParaRPr>
          </a:p>
          <a:p>
            <a:pPr>
              <a:lnSpc>
                <a:spcPct val="110000"/>
              </a:lnSpc>
              <a:buFont typeface="Wingdings" panose="05000000000000000000" pitchFamily="2" charset="2"/>
              <a:buChar char="§"/>
            </a:pPr>
            <a:r>
              <a:rPr lang="ro-RO" dirty="0">
                <a:solidFill>
                  <a:schemeClr val="tx1"/>
                </a:solidFill>
              </a:rPr>
              <a:t> </a:t>
            </a:r>
            <a:r>
              <a:rPr lang="ro-RO" b="1" dirty="0">
                <a:solidFill>
                  <a:schemeClr val="tx1"/>
                </a:solidFill>
              </a:rPr>
              <a:t>Dezinformarea</a:t>
            </a:r>
            <a:r>
              <a:rPr lang="ro-RO" dirty="0">
                <a:solidFill>
                  <a:schemeClr val="tx1"/>
                </a:solidFill>
              </a:rPr>
              <a:t> de-a lungul istoriei</a:t>
            </a:r>
          </a:p>
          <a:p>
            <a:pPr lvl="1">
              <a:lnSpc>
                <a:spcPct val="110000"/>
              </a:lnSpc>
              <a:buFont typeface="Wingdings" panose="05000000000000000000" pitchFamily="2" charset="2"/>
              <a:buChar char="§"/>
            </a:pPr>
            <a:r>
              <a:rPr lang="ro-RO" dirty="0">
                <a:solidFill>
                  <a:schemeClr val="tx1"/>
                </a:solidFill>
              </a:rPr>
              <a:t> Exemple </a:t>
            </a:r>
            <a:r>
              <a:rPr lang="ro-RO" b="1" dirty="0">
                <a:solidFill>
                  <a:schemeClr val="tx1"/>
                </a:solidFill>
              </a:rPr>
              <a:t>istorice</a:t>
            </a:r>
          </a:p>
          <a:p>
            <a:pPr lvl="2">
              <a:lnSpc>
                <a:spcPct val="110000"/>
              </a:lnSpc>
              <a:buFont typeface="Wingdings" panose="05000000000000000000" pitchFamily="2" charset="2"/>
              <a:buChar char="§"/>
            </a:pPr>
            <a:r>
              <a:rPr lang="ro-RO" dirty="0">
                <a:solidFill>
                  <a:schemeClr val="tx1"/>
                </a:solidFill>
              </a:rPr>
              <a:t> Primul Război Mondial – Propaganda Britanică împotriva Germaniei </a:t>
            </a:r>
          </a:p>
          <a:p>
            <a:pPr lvl="2">
              <a:lnSpc>
                <a:spcPct val="110000"/>
              </a:lnSpc>
              <a:buFont typeface="Wingdings" panose="05000000000000000000" pitchFamily="2" charset="2"/>
              <a:buChar char="§"/>
            </a:pPr>
            <a:r>
              <a:rPr lang="ro-RO" dirty="0">
                <a:solidFill>
                  <a:schemeClr val="tx1"/>
                </a:solidFill>
              </a:rPr>
              <a:t> Al Doilea Război Mondial - P</a:t>
            </a:r>
            <a:r>
              <a:rPr lang="en-US" dirty="0" err="1">
                <a:solidFill>
                  <a:schemeClr val="tx1"/>
                </a:solidFill>
              </a:rPr>
              <a:t>ropaganda</a:t>
            </a:r>
            <a:r>
              <a:rPr lang="en-US" dirty="0">
                <a:solidFill>
                  <a:schemeClr val="tx1"/>
                </a:solidFill>
              </a:rPr>
              <a:t> </a:t>
            </a:r>
            <a:r>
              <a:rPr lang="en-US" dirty="0" err="1">
                <a:solidFill>
                  <a:schemeClr val="tx1"/>
                </a:solidFill>
              </a:rPr>
              <a:t>nazistă</a:t>
            </a:r>
            <a:endParaRPr lang="ro-RO" dirty="0">
              <a:solidFill>
                <a:schemeClr val="tx1"/>
              </a:solidFill>
            </a:endParaRPr>
          </a:p>
          <a:p>
            <a:pPr lvl="1">
              <a:lnSpc>
                <a:spcPct val="110000"/>
              </a:lnSpc>
              <a:buFont typeface="Wingdings" panose="05000000000000000000" pitchFamily="2" charset="2"/>
              <a:buChar char="§"/>
            </a:pPr>
            <a:r>
              <a:rPr lang="ro-RO" dirty="0">
                <a:solidFill>
                  <a:schemeClr val="tx1"/>
                </a:solidFill>
              </a:rPr>
              <a:t> </a:t>
            </a:r>
            <a:r>
              <a:rPr lang="ro-RO" b="1" dirty="0">
                <a:solidFill>
                  <a:schemeClr val="tx1"/>
                </a:solidFill>
              </a:rPr>
              <a:t>Mijloacele</a:t>
            </a:r>
            <a:r>
              <a:rPr lang="ro-RO" dirty="0">
                <a:solidFill>
                  <a:schemeClr val="tx1"/>
                </a:solidFill>
              </a:rPr>
              <a:t> folosite</a:t>
            </a:r>
          </a:p>
          <a:p>
            <a:pPr lvl="2">
              <a:lnSpc>
                <a:spcPct val="110000"/>
              </a:lnSpc>
              <a:buFont typeface="Wingdings" panose="05000000000000000000" pitchFamily="2" charset="2"/>
              <a:buChar char="§"/>
            </a:pPr>
            <a:r>
              <a:rPr lang="ro-RO" dirty="0">
                <a:solidFill>
                  <a:schemeClr val="tx1"/>
                </a:solidFill>
              </a:rPr>
              <a:t> Z</a:t>
            </a:r>
            <a:r>
              <a:rPr lang="en-US" dirty="0" err="1">
                <a:solidFill>
                  <a:schemeClr val="tx1"/>
                </a:solidFill>
              </a:rPr>
              <a:t>iare</a:t>
            </a:r>
            <a:r>
              <a:rPr lang="ro-RO" dirty="0">
                <a:solidFill>
                  <a:schemeClr val="tx1"/>
                </a:solidFill>
              </a:rPr>
              <a:t>, </a:t>
            </a:r>
            <a:r>
              <a:rPr lang="en-US" dirty="0" err="1">
                <a:solidFill>
                  <a:schemeClr val="tx1"/>
                </a:solidFill>
              </a:rPr>
              <a:t>afișe</a:t>
            </a:r>
            <a:r>
              <a:rPr lang="ro-RO" dirty="0">
                <a:solidFill>
                  <a:schemeClr val="tx1"/>
                </a:solidFill>
              </a:rPr>
              <a:t>, cărți</a:t>
            </a:r>
          </a:p>
          <a:p>
            <a:pPr lvl="2">
              <a:lnSpc>
                <a:spcPct val="110000"/>
              </a:lnSpc>
              <a:buFont typeface="Wingdings" panose="05000000000000000000" pitchFamily="2" charset="2"/>
              <a:buChar char="§"/>
            </a:pPr>
            <a:r>
              <a:rPr lang="ro-RO" dirty="0">
                <a:solidFill>
                  <a:schemeClr val="tx1"/>
                </a:solidFill>
              </a:rPr>
              <a:t> Radio, zvonuri</a:t>
            </a:r>
          </a:p>
          <a:p>
            <a:pPr lvl="2">
              <a:lnSpc>
                <a:spcPct val="110000"/>
              </a:lnSpc>
              <a:buFont typeface="Wingdings" panose="05000000000000000000" pitchFamily="2" charset="2"/>
              <a:buChar char="§"/>
            </a:pPr>
            <a:r>
              <a:rPr lang="ro-RO" dirty="0">
                <a:solidFill>
                  <a:schemeClr val="tx1"/>
                </a:solidFill>
              </a:rPr>
              <a:t> </a:t>
            </a:r>
            <a:r>
              <a:rPr lang="en-US" dirty="0" err="1">
                <a:solidFill>
                  <a:schemeClr val="tx1"/>
                </a:solidFill>
              </a:rPr>
              <a:t>Cenzura</a:t>
            </a:r>
            <a:r>
              <a:rPr lang="en-US" dirty="0">
                <a:solidFill>
                  <a:schemeClr val="tx1"/>
                </a:solidFill>
              </a:rPr>
              <a:t> </a:t>
            </a:r>
            <a:r>
              <a:rPr lang="ro-RO" dirty="0">
                <a:solidFill>
                  <a:schemeClr val="tx1"/>
                </a:solidFill>
              </a:rPr>
              <a:t>și controlul </a:t>
            </a:r>
            <a:r>
              <a:rPr lang="en-US" dirty="0">
                <a:solidFill>
                  <a:schemeClr val="tx1"/>
                </a:solidFill>
              </a:rPr>
              <a:t>prese</a:t>
            </a:r>
            <a:r>
              <a:rPr lang="ro-RO" dirty="0">
                <a:solidFill>
                  <a:schemeClr val="tx1"/>
                </a:solidFill>
              </a:rPr>
              <a:t>i și al informațiilor</a:t>
            </a:r>
          </a:p>
          <a:p>
            <a:pPr marL="800100" lvl="1" indent="-342900">
              <a:lnSpc>
                <a:spcPct val="110000"/>
              </a:lnSpc>
              <a:buFont typeface="Wingdings" panose="05000000000000000000" pitchFamily="2" charset="2"/>
              <a:buChar char="§"/>
            </a:pPr>
            <a:endParaRPr lang="en-US" dirty="0">
              <a:solidFill>
                <a:schemeClr val="tx1"/>
              </a:solidFill>
            </a:endParaRPr>
          </a:p>
        </p:txBody>
      </p:sp>
      <p:pic>
        <p:nvPicPr>
          <p:cNvPr id="7" name="Picture 6">
            <a:extLst>
              <a:ext uri="{FF2B5EF4-FFF2-40B4-BE49-F238E27FC236}">
                <a16:creationId xmlns:a16="http://schemas.microsoft.com/office/drawing/2014/main" id="{99DCE14B-FEA8-372F-C24F-495C231ED612}"/>
              </a:ext>
            </a:extLst>
          </p:cNvPr>
          <p:cNvPicPr>
            <a:picLocks noChangeAspect="1"/>
          </p:cNvPicPr>
          <p:nvPr/>
        </p:nvPicPr>
        <p:blipFill>
          <a:blip r:embed="rId2"/>
          <a:stretch>
            <a:fillRect/>
          </a:stretch>
        </p:blipFill>
        <p:spPr>
          <a:xfrm>
            <a:off x="6789155" y="478370"/>
            <a:ext cx="4713442" cy="2950630"/>
          </a:xfrm>
          <a:prstGeom prst="rect">
            <a:avLst/>
          </a:prstGeom>
        </p:spPr>
      </p:pic>
      <p:pic>
        <p:nvPicPr>
          <p:cNvPr id="9" name="Picture 8">
            <a:extLst>
              <a:ext uri="{FF2B5EF4-FFF2-40B4-BE49-F238E27FC236}">
                <a16:creationId xmlns:a16="http://schemas.microsoft.com/office/drawing/2014/main" id="{56F5B5BE-07A1-2197-4A2B-A90EBD99EB12}"/>
              </a:ext>
            </a:extLst>
          </p:cNvPr>
          <p:cNvPicPr>
            <a:picLocks noChangeAspect="1"/>
          </p:cNvPicPr>
          <p:nvPr/>
        </p:nvPicPr>
        <p:blipFill>
          <a:blip r:embed="rId3"/>
          <a:stretch>
            <a:fillRect/>
          </a:stretch>
        </p:blipFill>
        <p:spPr>
          <a:xfrm>
            <a:off x="7068047" y="3863055"/>
            <a:ext cx="1753701" cy="2482100"/>
          </a:xfrm>
          <a:prstGeom prst="rect">
            <a:avLst/>
          </a:prstGeom>
        </p:spPr>
      </p:pic>
      <p:pic>
        <p:nvPicPr>
          <p:cNvPr id="12" name="Picture 11">
            <a:extLst>
              <a:ext uri="{FF2B5EF4-FFF2-40B4-BE49-F238E27FC236}">
                <a16:creationId xmlns:a16="http://schemas.microsoft.com/office/drawing/2014/main" id="{3E535E04-A9AA-2661-2D43-204B1D84EAB9}"/>
              </a:ext>
            </a:extLst>
          </p:cNvPr>
          <p:cNvPicPr>
            <a:picLocks noChangeAspect="1"/>
          </p:cNvPicPr>
          <p:nvPr/>
        </p:nvPicPr>
        <p:blipFill>
          <a:blip r:embed="rId4"/>
          <a:stretch>
            <a:fillRect/>
          </a:stretch>
        </p:blipFill>
        <p:spPr>
          <a:xfrm>
            <a:off x="9253052" y="3863055"/>
            <a:ext cx="1908519" cy="2482100"/>
          </a:xfrm>
          <a:prstGeom prst="rect">
            <a:avLst/>
          </a:prstGeom>
        </p:spPr>
      </p:pic>
    </p:spTree>
    <p:extLst>
      <p:ext uri="{BB962C8B-B14F-4D97-AF65-F5344CB8AC3E}">
        <p14:creationId xmlns:p14="http://schemas.microsoft.com/office/powerpoint/2010/main" val="24150571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500"/>
                                        <p:tgtEl>
                                          <p:spTgt spid="3">
                                            <p:txEl>
                                              <p:pRg st="11" end="11"/>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2" end="12"/>
                                            </p:txEl>
                                          </p:spTgt>
                                        </p:tgtEl>
                                        <p:attrNameLst>
                                          <p:attrName>style.visibility</p:attrName>
                                        </p:attrNameLst>
                                      </p:cBhvr>
                                      <p:to>
                                        <p:strVal val="visible"/>
                                      </p:to>
                                    </p:set>
                                    <p:animEffect transition="in" filter="fade">
                                      <p:cBhvr>
                                        <p:cTn id="48" dur="500"/>
                                        <p:tgtEl>
                                          <p:spTgt spid="3">
                                            <p:txEl>
                                              <p:pRg st="12" end="12"/>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par>
                                <p:cTn id="52" presetID="10"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546DAF40-3DD2-06A3-B3D2-162CA841E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B0FB5-5FA0-9C86-B98E-933A707DABE3}"/>
              </a:ext>
            </a:extLst>
          </p:cNvPr>
          <p:cNvSpPr>
            <a:spLocks noGrp="1"/>
          </p:cNvSpPr>
          <p:nvPr>
            <p:ph type="title"/>
          </p:nvPr>
        </p:nvSpPr>
        <p:spPr>
          <a:xfrm>
            <a:off x="2119934" y="0"/>
            <a:ext cx="7952129" cy="1443269"/>
          </a:xfrm>
        </p:spPr>
        <p:txBody>
          <a:bodyPr vert="horz" lIns="91440" tIns="45720" rIns="91440" bIns="45720" rtlCol="0" anchor="ctr">
            <a:normAutofit/>
          </a:bodyPr>
          <a:lstStyle/>
          <a:p>
            <a:pPr algn="ctr"/>
            <a:r>
              <a:rPr lang="ro-RO" sz="4000" dirty="0"/>
              <a:t>Conflictul Ruso-Ucrainean</a:t>
            </a:r>
            <a:endParaRPr lang="en-US" sz="4800" noProof="0" dirty="0"/>
          </a:p>
        </p:txBody>
      </p:sp>
      <p:graphicFrame>
        <p:nvGraphicFramePr>
          <p:cNvPr id="73" name="Diagram 72">
            <a:extLst>
              <a:ext uri="{FF2B5EF4-FFF2-40B4-BE49-F238E27FC236}">
                <a16:creationId xmlns:a16="http://schemas.microsoft.com/office/drawing/2014/main" id="{3E84BC1F-BF1D-B8B3-F76E-A9C52C1B9CD6}"/>
              </a:ext>
            </a:extLst>
          </p:cNvPr>
          <p:cNvGraphicFramePr/>
          <p:nvPr/>
        </p:nvGraphicFramePr>
        <p:xfrm>
          <a:off x="788924" y="1252727"/>
          <a:ext cx="10614152" cy="7406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5" name="Table 74">
            <a:extLst>
              <a:ext uri="{FF2B5EF4-FFF2-40B4-BE49-F238E27FC236}">
                <a16:creationId xmlns:a16="http://schemas.microsoft.com/office/drawing/2014/main" id="{4E3F6B58-6F07-4C82-EAD9-A72E2F00C9E2}"/>
              </a:ext>
            </a:extLst>
          </p:cNvPr>
          <p:cNvGraphicFramePr>
            <a:graphicFrameLocks noGrp="1"/>
          </p:cNvGraphicFramePr>
          <p:nvPr/>
        </p:nvGraphicFramePr>
        <p:xfrm>
          <a:off x="283464" y="2377441"/>
          <a:ext cx="11640312" cy="4206968"/>
        </p:xfrm>
        <a:graphic>
          <a:graphicData uri="http://schemas.openxmlformats.org/drawingml/2006/table">
            <a:tbl>
              <a:tblPr firstRow="1" bandRow="1">
                <a:tableStyleId>{5C22544A-7EE6-4342-B048-85BDC9FD1C3A}</a:tableStyleId>
              </a:tblPr>
              <a:tblGrid>
                <a:gridCol w="2910078">
                  <a:extLst>
                    <a:ext uri="{9D8B030D-6E8A-4147-A177-3AD203B41FA5}">
                      <a16:colId xmlns:a16="http://schemas.microsoft.com/office/drawing/2014/main" val="2066823438"/>
                    </a:ext>
                  </a:extLst>
                </a:gridCol>
                <a:gridCol w="2910078">
                  <a:extLst>
                    <a:ext uri="{9D8B030D-6E8A-4147-A177-3AD203B41FA5}">
                      <a16:colId xmlns:a16="http://schemas.microsoft.com/office/drawing/2014/main" val="281087182"/>
                    </a:ext>
                  </a:extLst>
                </a:gridCol>
                <a:gridCol w="2910078">
                  <a:extLst>
                    <a:ext uri="{9D8B030D-6E8A-4147-A177-3AD203B41FA5}">
                      <a16:colId xmlns:a16="http://schemas.microsoft.com/office/drawing/2014/main" val="3345135719"/>
                    </a:ext>
                  </a:extLst>
                </a:gridCol>
                <a:gridCol w="2910078">
                  <a:extLst>
                    <a:ext uri="{9D8B030D-6E8A-4147-A177-3AD203B41FA5}">
                      <a16:colId xmlns:a16="http://schemas.microsoft.com/office/drawing/2014/main" val="1461986719"/>
                    </a:ext>
                  </a:extLst>
                </a:gridCol>
              </a:tblGrid>
              <a:tr h="639352">
                <a:tc>
                  <a:txBody>
                    <a:bodyPr/>
                    <a:lstStyle/>
                    <a:p>
                      <a:pPr algn="ctr"/>
                      <a:r>
                        <a:rPr lang="ro-RO" dirty="0"/>
                        <a:t>Începutul războiului </a:t>
                      </a:r>
                    </a:p>
                    <a:p>
                      <a:pPr algn="ctr"/>
                      <a:r>
                        <a:rPr lang="ro-RO" dirty="0"/>
                        <a:t>Asaltul asupra Kievului</a:t>
                      </a:r>
                    </a:p>
                  </a:txBody>
                  <a:tcPr/>
                </a:tc>
                <a:tc>
                  <a:txBody>
                    <a:bodyPr/>
                    <a:lstStyle/>
                    <a:p>
                      <a:pPr algn="ctr"/>
                      <a:r>
                        <a:rPr lang="ro-RO" dirty="0"/>
                        <a:t>Refugiați în țări vecine</a:t>
                      </a:r>
                    </a:p>
                    <a:p>
                      <a:pPr algn="ctr"/>
                      <a:r>
                        <a:rPr lang="ro-RO" dirty="0"/>
                        <a:t>Masacrul de la Bucha</a:t>
                      </a:r>
                      <a:endParaRPr lang="en-US" dirty="0"/>
                    </a:p>
                  </a:txBody>
                  <a:tcPr/>
                </a:tc>
                <a:tc>
                  <a:txBody>
                    <a:bodyPr/>
                    <a:lstStyle/>
                    <a:p>
                      <a:pPr algn="ctr"/>
                      <a:r>
                        <a:rPr lang="ro-RO" dirty="0"/>
                        <a:t>Contraofensivele ucraineene</a:t>
                      </a:r>
                      <a:endParaRPr lang="en-US" dirty="0"/>
                    </a:p>
                  </a:txBody>
                  <a:tcPr/>
                </a:tc>
                <a:tc>
                  <a:txBody>
                    <a:bodyPr/>
                    <a:lstStyle/>
                    <a:p>
                      <a:pPr algn="ctr"/>
                      <a:r>
                        <a:rPr lang="ro-RO" dirty="0"/>
                        <a:t>Luptă continuă în Dombas</a:t>
                      </a:r>
                      <a:endParaRPr lang="en-US" dirty="0"/>
                    </a:p>
                  </a:txBody>
                  <a:tcPr/>
                </a:tc>
                <a:extLst>
                  <a:ext uri="{0D108BD9-81ED-4DB2-BD59-A6C34878D82A}">
                    <a16:rowId xmlns:a16="http://schemas.microsoft.com/office/drawing/2014/main" val="3826809612"/>
                  </a:ext>
                </a:extLst>
              </a:tr>
              <a:tr h="3566888">
                <a:tc>
                  <a:txBody>
                    <a:bodyPr/>
                    <a:lstStyle/>
                    <a:p>
                      <a:pPr algn="ctr"/>
                      <a:r>
                        <a:rPr lang="ro-RO" dirty="0"/>
                        <a:t>Președintele Putin lansează o „operațiune militară specială”, cu scopul de a „denazificarea” și „demilitarizarea” Ucrainei</a:t>
                      </a:r>
                      <a:endParaRPr lang="en-US" dirty="0"/>
                    </a:p>
                  </a:txBody>
                  <a:tcPr/>
                </a:tc>
                <a:tc>
                  <a:txBody>
                    <a:bodyPr/>
                    <a:lstStyle/>
                    <a:p>
                      <a:pPr algn="ctr"/>
                      <a:r>
                        <a:rPr lang="ro-RO" dirty="0"/>
                        <a:t>Peste 1 milion de oameni se refugiază în țările vecine</a:t>
                      </a:r>
                    </a:p>
                    <a:p>
                      <a:pPr algn="ctr"/>
                      <a:r>
                        <a:rPr lang="ro-RO" dirty="0"/>
                        <a:t>În Bucha, după retragerea trupelor rusești, sunt descoperite sute de cadavre ale unor simpli cetățeni</a:t>
                      </a:r>
                      <a:endParaRPr lang="en-US" dirty="0"/>
                    </a:p>
                  </a:txBody>
                  <a:tcPr/>
                </a:tc>
                <a:tc>
                  <a:txBody>
                    <a:bodyPr/>
                    <a:lstStyle/>
                    <a:p>
                      <a:pPr algn="ctr"/>
                      <a:r>
                        <a:rPr lang="ro-RO" dirty="0"/>
                        <a:t>Ucraina ripostează, primind ajutor din partea SUA, câștigând înapoi teritorii și orașe importante</a:t>
                      </a:r>
                      <a:endParaRPr lang="en-US" dirty="0"/>
                    </a:p>
                  </a:txBody>
                  <a:tcPr/>
                </a:tc>
                <a:tc>
                  <a:txBody>
                    <a:bodyPr/>
                    <a:lstStyle/>
                    <a:p>
                      <a:pPr algn="ctr"/>
                      <a:r>
                        <a:rPr lang="ro-RO" dirty="0"/>
                        <a:t>Războiul devine din ce în ce mai tehnologizat, cu drone, atacuri cibernetice și dezinformare continuă</a:t>
                      </a:r>
                      <a:endParaRPr lang="en-US" dirty="0"/>
                    </a:p>
                  </a:txBody>
                  <a:tcPr/>
                </a:tc>
                <a:extLst>
                  <a:ext uri="{0D108BD9-81ED-4DB2-BD59-A6C34878D82A}">
                    <a16:rowId xmlns:a16="http://schemas.microsoft.com/office/drawing/2014/main" val="3260327818"/>
                  </a:ext>
                </a:extLst>
              </a:tr>
            </a:tbl>
          </a:graphicData>
        </a:graphic>
      </p:graphicFrame>
      <p:pic>
        <p:nvPicPr>
          <p:cNvPr id="77" name="Picture 76">
            <a:extLst>
              <a:ext uri="{FF2B5EF4-FFF2-40B4-BE49-F238E27FC236}">
                <a16:creationId xmlns:a16="http://schemas.microsoft.com/office/drawing/2014/main" id="{B4494CCC-FAEA-6C26-0A53-38082238FDEC}"/>
              </a:ext>
            </a:extLst>
          </p:cNvPr>
          <p:cNvPicPr>
            <a:picLocks noChangeAspect="1"/>
          </p:cNvPicPr>
          <p:nvPr/>
        </p:nvPicPr>
        <p:blipFill>
          <a:blip r:embed="rId8"/>
          <a:stretch>
            <a:fillRect/>
          </a:stretch>
        </p:blipFill>
        <p:spPr>
          <a:xfrm>
            <a:off x="3269879" y="4791456"/>
            <a:ext cx="2752967" cy="1724135"/>
          </a:xfrm>
          <a:prstGeom prst="rect">
            <a:avLst/>
          </a:prstGeom>
        </p:spPr>
      </p:pic>
      <p:pic>
        <p:nvPicPr>
          <p:cNvPr id="81" name="Picture 80">
            <a:extLst>
              <a:ext uri="{FF2B5EF4-FFF2-40B4-BE49-F238E27FC236}">
                <a16:creationId xmlns:a16="http://schemas.microsoft.com/office/drawing/2014/main" id="{F08B7722-1275-3CE2-DA28-38A9AD15BC71}"/>
              </a:ext>
            </a:extLst>
          </p:cNvPr>
          <p:cNvPicPr>
            <a:picLocks noChangeAspect="1"/>
          </p:cNvPicPr>
          <p:nvPr/>
        </p:nvPicPr>
        <p:blipFill>
          <a:blip r:embed="rId9"/>
          <a:stretch>
            <a:fillRect/>
          </a:stretch>
        </p:blipFill>
        <p:spPr>
          <a:xfrm>
            <a:off x="6169156" y="4261104"/>
            <a:ext cx="2787603" cy="2263631"/>
          </a:xfrm>
          <a:prstGeom prst="rect">
            <a:avLst/>
          </a:prstGeom>
        </p:spPr>
      </p:pic>
      <p:pic>
        <p:nvPicPr>
          <p:cNvPr id="83" name="Picture 82">
            <a:extLst>
              <a:ext uri="{FF2B5EF4-FFF2-40B4-BE49-F238E27FC236}">
                <a16:creationId xmlns:a16="http://schemas.microsoft.com/office/drawing/2014/main" id="{E57CF812-20D3-161F-9189-45D7FFAAE9D7}"/>
              </a:ext>
            </a:extLst>
          </p:cNvPr>
          <p:cNvPicPr>
            <a:picLocks noChangeAspect="1"/>
          </p:cNvPicPr>
          <p:nvPr/>
        </p:nvPicPr>
        <p:blipFill>
          <a:blip r:embed="rId10"/>
          <a:stretch>
            <a:fillRect/>
          </a:stretch>
        </p:blipFill>
        <p:spPr>
          <a:xfrm>
            <a:off x="9062336" y="4261104"/>
            <a:ext cx="2835897" cy="2254487"/>
          </a:xfrm>
          <a:prstGeom prst="rect">
            <a:avLst/>
          </a:prstGeom>
        </p:spPr>
      </p:pic>
      <p:pic>
        <p:nvPicPr>
          <p:cNvPr id="85" name="Picture 84">
            <a:extLst>
              <a:ext uri="{FF2B5EF4-FFF2-40B4-BE49-F238E27FC236}">
                <a16:creationId xmlns:a16="http://schemas.microsoft.com/office/drawing/2014/main" id="{20A04B50-A44A-0021-A285-6B55D8539243}"/>
              </a:ext>
            </a:extLst>
          </p:cNvPr>
          <p:cNvPicPr>
            <a:picLocks noChangeAspect="1"/>
          </p:cNvPicPr>
          <p:nvPr/>
        </p:nvPicPr>
        <p:blipFill>
          <a:blip r:embed="rId11"/>
          <a:stretch>
            <a:fillRect/>
          </a:stretch>
        </p:blipFill>
        <p:spPr>
          <a:xfrm>
            <a:off x="397577" y="4535424"/>
            <a:ext cx="2725992" cy="1980167"/>
          </a:xfrm>
          <a:prstGeom prst="rect">
            <a:avLst/>
          </a:prstGeom>
        </p:spPr>
      </p:pic>
    </p:spTree>
    <p:extLst>
      <p:ext uri="{BB962C8B-B14F-4D97-AF65-F5344CB8AC3E}">
        <p14:creationId xmlns:p14="http://schemas.microsoft.com/office/powerpoint/2010/main" val="276433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fade">
                                      <p:cBhvr>
                                        <p:cTn id="12" dur="500"/>
                                        <p:tgtEl>
                                          <p:spTgt spid="75"/>
                                        </p:tgtEl>
                                      </p:cBhvr>
                                    </p:animEffect>
                                  </p:childTnLst>
                                </p:cTn>
                              </p:par>
                              <p:par>
                                <p:cTn id="13" presetID="10"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fade">
                                      <p:cBhvr>
                                        <p:cTn id="15" dur="500"/>
                                        <p:tgtEl>
                                          <p:spTgt spid="77"/>
                                        </p:tgtEl>
                                      </p:cBhvr>
                                    </p:animEffect>
                                  </p:childTnLst>
                                </p:cTn>
                              </p:par>
                              <p:par>
                                <p:cTn id="16" presetID="10" presetClass="entr" presetSubtype="0" fill="hold" nodeType="withEffect">
                                  <p:stCondLst>
                                    <p:cond delay="0"/>
                                  </p:stCondLst>
                                  <p:childTnLst>
                                    <p:set>
                                      <p:cBhvr>
                                        <p:cTn id="17" dur="1" fill="hold">
                                          <p:stCondLst>
                                            <p:cond delay="0"/>
                                          </p:stCondLst>
                                        </p:cTn>
                                        <p:tgtEl>
                                          <p:spTgt spid="81"/>
                                        </p:tgtEl>
                                        <p:attrNameLst>
                                          <p:attrName>style.visibility</p:attrName>
                                        </p:attrNameLst>
                                      </p:cBhvr>
                                      <p:to>
                                        <p:strVal val="visible"/>
                                      </p:to>
                                    </p:set>
                                    <p:animEffect transition="in" filter="fade">
                                      <p:cBhvr>
                                        <p:cTn id="18" dur="500"/>
                                        <p:tgtEl>
                                          <p:spTgt spid="81"/>
                                        </p:tgtEl>
                                      </p:cBhvr>
                                    </p:animEffect>
                                  </p:childTnLst>
                                </p:cTn>
                              </p:par>
                              <p:par>
                                <p:cTn id="19" presetID="10" presetClass="entr" presetSubtype="0" fill="hold" nodeType="withEffect">
                                  <p:stCondLst>
                                    <p:cond delay="0"/>
                                  </p:stCondLst>
                                  <p:childTnLst>
                                    <p:set>
                                      <p:cBhvr>
                                        <p:cTn id="20" dur="1" fill="hold">
                                          <p:stCondLst>
                                            <p:cond delay="0"/>
                                          </p:stCondLst>
                                        </p:cTn>
                                        <p:tgtEl>
                                          <p:spTgt spid="83"/>
                                        </p:tgtEl>
                                        <p:attrNameLst>
                                          <p:attrName>style.visibility</p:attrName>
                                        </p:attrNameLst>
                                      </p:cBhvr>
                                      <p:to>
                                        <p:strVal val="visible"/>
                                      </p:to>
                                    </p:set>
                                    <p:animEffect transition="in" filter="fade">
                                      <p:cBhvr>
                                        <p:cTn id="21" dur="500"/>
                                        <p:tgtEl>
                                          <p:spTgt spid="83"/>
                                        </p:tgtEl>
                                      </p:cBhvr>
                                    </p:animEffect>
                                  </p:childTnLst>
                                </p:cTn>
                              </p:par>
                              <p:par>
                                <p:cTn id="22" presetID="10" presetClass="entr" presetSubtype="0" fill="hold" nodeType="withEffect">
                                  <p:stCondLst>
                                    <p:cond delay="0"/>
                                  </p:stCondLst>
                                  <p:childTnLst>
                                    <p:set>
                                      <p:cBhvr>
                                        <p:cTn id="23" dur="1" fill="hold">
                                          <p:stCondLst>
                                            <p:cond delay="0"/>
                                          </p:stCondLst>
                                        </p:cTn>
                                        <p:tgtEl>
                                          <p:spTgt spid="85"/>
                                        </p:tgtEl>
                                        <p:attrNameLst>
                                          <p:attrName>style.visibility</p:attrName>
                                        </p:attrNameLst>
                                      </p:cBhvr>
                                      <p:to>
                                        <p:strVal val="visible"/>
                                      </p:to>
                                    </p:set>
                                    <p:animEffect transition="in" filter="fade">
                                      <p:cBhvr>
                                        <p:cTn id="24"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3"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26E3-ED42-2355-6324-70FE01220829}"/>
              </a:ext>
            </a:extLst>
          </p:cNvPr>
          <p:cNvSpPr>
            <a:spLocks noGrp="1"/>
          </p:cNvSpPr>
          <p:nvPr>
            <p:ph type="title"/>
          </p:nvPr>
        </p:nvSpPr>
        <p:spPr>
          <a:xfrm>
            <a:off x="1158240" y="90337"/>
            <a:ext cx="9875520" cy="1356360"/>
          </a:xfrm>
        </p:spPr>
        <p:txBody>
          <a:bodyPr/>
          <a:lstStyle/>
          <a:p>
            <a:pPr algn="ctr"/>
            <a:r>
              <a:rPr lang="ro-RO" sz="4400" dirty="0"/>
              <a:t>Propaganda Rusiei și răspunsurile U.E.</a:t>
            </a:r>
            <a:endParaRPr lang="en-US" dirty="0"/>
          </a:p>
        </p:txBody>
      </p:sp>
      <p:sp>
        <p:nvSpPr>
          <p:cNvPr id="3" name="Text Placeholder 2">
            <a:extLst>
              <a:ext uri="{FF2B5EF4-FFF2-40B4-BE49-F238E27FC236}">
                <a16:creationId xmlns:a16="http://schemas.microsoft.com/office/drawing/2014/main" id="{1F00BFF2-0B61-B7FA-A22B-222709606DF7}"/>
              </a:ext>
            </a:extLst>
          </p:cNvPr>
          <p:cNvSpPr>
            <a:spLocks noGrp="1"/>
          </p:cNvSpPr>
          <p:nvPr>
            <p:ph type="body" idx="1"/>
          </p:nvPr>
        </p:nvSpPr>
        <p:spPr>
          <a:xfrm>
            <a:off x="635508" y="1350474"/>
            <a:ext cx="5769864" cy="777240"/>
          </a:xfrm>
        </p:spPr>
        <p:txBody>
          <a:bodyPr/>
          <a:lstStyle/>
          <a:p>
            <a:pPr algn="ctr"/>
            <a:r>
              <a:rPr lang="nb-NO" dirty="0"/>
              <a:t>Strategiile de propagandă ale Kremlinului</a:t>
            </a:r>
            <a:endParaRPr lang="en-US" dirty="0"/>
          </a:p>
        </p:txBody>
      </p:sp>
      <p:sp>
        <p:nvSpPr>
          <p:cNvPr id="4" name="Content Placeholder 3">
            <a:extLst>
              <a:ext uri="{FF2B5EF4-FFF2-40B4-BE49-F238E27FC236}">
                <a16:creationId xmlns:a16="http://schemas.microsoft.com/office/drawing/2014/main" id="{E09B6BDF-140E-8EE7-2A23-3D4DDE63EEA1}"/>
              </a:ext>
            </a:extLst>
          </p:cNvPr>
          <p:cNvSpPr>
            <a:spLocks noGrp="1"/>
          </p:cNvSpPr>
          <p:nvPr>
            <p:ph sz="half" idx="2"/>
          </p:nvPr>
        </p:nvSpPr>
        <p:spPr>
          <a:xfrm>
            <a:off x="635508" y="2106588"/>
            <a:ext cx="5175822" cy="3383280"/>
          </a:xfrm>
        </p:spPr>
        <p:txBody>
          <a:bodyPr>
            <a:normAutofit/>
          </a:bodyPr>
          <a:lstStyle/>
          <a:p>
            <a:r>
              <a:rPr lang="en-US" sz="2000" dirty="0">
                <a:solidFill>
                  <a:schemeClr val="tx1"/>
                </a:solidFill>
              </a:rPr>
              <a:t>Mass-media </a:t>
            </a:r>
            <a:r>
              <a:rPr lang="en-US" sz="2000" b="1" dirty="0" err="1">
                <a:solidFill>
                  <a:schemeClr val="tx1"/>
                </a:solidFill>
              </a:rPr>
              <a:t>controlată</a:t>
            </a:r>
            <a:r>
              <a:rPr lang="en-US" sz="2000" dirty="0">
                <a:solidFill>
                  <a:schemeClr val="tx1"/>
                </a:solidFill>
              </a:rPr>
              <a:t> de stat</a:t>
            </a:r>
            <a:endParaRPr lang="ro-RO" sz="2000" dirty="0">
              <a:solidFill>
                <a:schemeClr val="tx1"/>
              </a:solidFill>
            </a:endParaRPr>
          </a:p>
          <a:p>
            <a:r>
              <a:rPr lang="ro-RO" sz="2000" dirty="0">
                <a:solidFill>
                  <a:schemeClr val="tx1"/>
                </a:solidFill>
              </a:rPr>
              <a:t>F</a:t>
            </a:r>
            <a:r>
              <a:rPr lang="en-US" sz="2000" dirty="0" err="1">
                <a:solidFill>
                  <a:schemeClr val="tx1"/>
                </a:solidFill>
              </a:rPr>
              <a:t>inanțarea</a:t>
            </a:r>
            <a:r>
              <a:rPr lang="en-US" sz="2000" dirty="0">
                <a:solidFill>
                  <a:schemeClr val="tx1"/>
                </a:solidFill>
              </a:rPr>
              <a:t> </a:t>
            </a:r>
            <a:r>
              <a:rPr lang="en-US" sz="2000" dirty="0" err="1">
                <a:solidFill>
                  <a:schemeClr val="tx1"/>
                </a:solidFill>
              </a:rPr>
              <a:t>partidelor</a:t>
            </a:r>
            <a:r>
              <a:rPr lang="en-US" sz="2000" dirty="0">
                <a:solidFill>
                  <a:schemeClr val="tx1"/>
                </a:solidFill>
              </a:rPr>
              <a:t> </a:t>
            </a:r>
            <a:r>
              <a:rPr lang="en-US" sz="2000" b="1" dirty="0">
                <a:solidFill>
                  <a:schemeClr val="tx1"/>
                </a:solidFill>
              </a:rPr>
              <a:t>extremist</a:t>
            </a:r>
            <a:r>
              <a:rPr lang="ro-RO" sz="2000" dirty="0">
                <a:solidFill>
                  <a:schemeClr val="tx1"/>
                </a:solidFill>
              </a:rPr>
              <a:t>e în Europa</a:t>
            </a:r>
            <a:endParaRPr lang="en-US" sz="2000" dirty="0">
              <a:solidFill>
                <a:schemeClr val="tx1"/>
              </a:solidFill>
            </a:endParaRPr>
          </a:p>
          <a:p>
            <a:r>
              <a:rPr lang="en-US" sz="2000" b="1" dirty="0" err="1">
                <a:solidFill>
                  <a:schemeClr val="tx1"/>
                </a:solidFill>
              </a:rPr>
              <a:t>Exploatarea</a:t>
            </a:r>
            <a:r>
              <a:rPr lang="en-US" sz="2000" dirty="0">
                <a:solidFill>
                  <a:schemeClr val="tx1"/>
                </a:solidFill>
              </a:rPr>
              <a:t> </a:t>
            </a:r>
            <a:r>
              <a:rPr lang="en-US" sz="2000" dirty="0" err="1">
                <a:solidFill>
                  <a:schemeClr val="tx1"/>
                </a:solidFill>
              </a:rPr>
              <a:t>nemulțumirilor</a:t>
            </a:r>
            <a:r>
              <a:rPr lang="en-US" sz="2000" dirty="0">
                <a:solidFill>
                  <a:schemeClr val="tx1"/>
                </a:solidFill>
              </a:rPr>
              <a:t> interne din </a:t>
            </a:r>
            <a:r>
              <a:rPr lang="en-US" sz="2000" dirty="0" err="1">
                <a:solidFill>
                  <a:schemeClr val="tx1"/>
                </a:solidFill>
              </a:rPr>
              <a:t>țările</a:t>
            </a:r>
            <a:r>
              <a:rPr lang="en-US" sz="2000" dirty="0">
                <a:solidFill>
                  <a:schemeClr val="tx1"/>
                </a:solidFill>
              </a:rPr>
              <a:t> UE</a:t>
            </a:r>
            <a:r>
              <a:rPr lang="ro-RO" sz="2000" dirty="0">
                <a:solidFill>
                  <a:schemeClr val="tx1"/>
                </a:solidFill>
              </a:rPr>
              <a:t> (</a:t>
            </a:r>
            <a:r>
              <a:rPr lang="en-US" sz="2000" dirty="0" err="1">
                <a:solidFill>
                  <a:schemeClr val="tx1"/>
                </a:solidFill>
              </a:rPr>
              <a:t>imigrația</a:t>
            </a:r>
            <a:r>
              <a:rPr lang="ro-RO" sz="2000" dirty="0">
                <a:solidFill>
                  <a:schemeClr val="tx1"/>
                </a:solidFill>
              </a:rPr>
              <a:t>, </a:t>
            </a:r>
            <a:r>
              <a:rPr lang="en-US" sz="2000" dirty="0" err="1">
                <a:solidFill>
                  <a:schemeClr val="tx1"/>
                </a:solidFill>
              </a:rPr>
              <a:t>inflația</a:t>
            </a:r>
            <a:r>
              <a:rPr lang="ro-RO" sz="2000" dirty="0">
                <a:solidFill>
                  <a:schemeClr val="tx1"/>
                </a:solidFill>
              </a:rPr>
              <a:t>)</a:t>
            </a:r>
            <a:endParaRPr lang="en-US" sz="2000" dirty="0">
              <a:solidFill>
                <a:schemeClr val="tx1"/>
              </a:solidFill>
            </a:endParaRPr>
          </a:p>
        </p:txBody>
      </p:sp>
      <p:sp>
        <p:nvSpPr>
          <p:cNvPr id="5" name="Text Placeholder 4">
            <a:extLst>
              <a:ext uri="{FF2B5EF4-FFF2-40B4-BE49-F238E27FC236}">
                <a16:creationId xmlns:a16="http://schemas.microsoft.com/office/drawing/2014/main" id="{00EAD331-85AE-98B9-2603-52AF3E58D868}"/>
              </a:ext>
            </a:extLst>
          </p:cNvPr>
          <p:cNvSpPr>
            <a:spLocks noGrp="1"/>
          </p:cNvSpPr>
          <p:nvPr>
            <p:ph type="body" sz="quarter" idx="3"/>
          </p:nvPr>
        </p:nvSpPr>
        <p:spPr>
          <a:xfrm>
            <a:off x="6096000" y="1347636"/>
            <a:ext cx="4754880" cy="777240"/>
          </a:xfrm>
        </p:spPr>
        <p:txBody>
          <a:bodyPr/>
          <a:lstStyle/>
          <a:p>
            <a:pPr algn="ctr"/>
            <a:r>
              <a:rPr lang="en-US" dirty="0"/>
              <a:t>Cum a </a:t>
            </a:r>
            <a:r>
              <a:rPr lang="en-US" dirty="0" err="1"/>
              <a:t>răspuns</a:t>
            </a:r>
            <a:r>
              <a:rPr lang="en-US" dirty="0"/>
              <a:t> Europa?</a:t>
            </a:r>
          </a:p>
        </p:txBody>
      </p:sp>
      <p:sp>
        <p:nvSpPr>
          <p:cNvPr id="11" name="Content Placeholder 3">
            <a:extLst>
              <a:ext uri="{FF2B5EF4-FFF2-40B4-BE49-F238E27FC236}">
                <a16:creationId xmlns:a16="http://schemas.microsoft.com/office/drawing/2014/main" id="{3ECD0AD5-B1CC-ABDE-29A7-421B2458723A}"/>
              </a:ext>
            </a:extLst>
          </p:cNvPr>
          <p:cNvSpPr txBox="1">
            <a:spLocks/>
          </p:cNvSpPr>
          <p:nvPr/>
        </p:nvSpPr>
        <p:spPr>
          <a:xfrm>
            <a:off x="6827752" y="2106588"/>
            <a:ext cx="5687250" cy="3383280"/>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r>
              <a:rPr lang="en-US" sz="2000" b="1" dirty="0" err="1">
                <a:solidFill>
                  <a:schemeClr val="tx1"/>
                </a:solidFill>
              </a:rPr>
              <a:t>Blocarea</a:t>
            </a:r>
            <a:r>
              <a:rPr lang="en-US" sz="2000" dirty="0">
                <a:solidFill>
                  <a:schemeClr val="tx1"/>
                </a:solidFill>
              </a:rPr>
              <a:t> </a:t>
            </a:r>
            <a:r>
              <a:rPr lang="en-US" sz="2000" dirty="0" err="1">
                <a:solidFill>
                  <a:schemeClr val="tx1"/>
                </a:solidFill>
              </a:rPr>
              <a:t>canalelor</a:t>
            </a:r>
            <a:r>
              <a:rPr lang="en-US" sz="2000" dirty="0">
                <a:solidFill>
                  <a:schemeClr val="tx1"/>
                </a:solidFill>
              </a:rPr>
              <a:t> de </a:t>
            </a:r>
            <a:r>
              <a:rPr lang="en-US" sz="2000" dirty="0" err="1">
                <a:solidFill>
                  <a:schemeClr val="tx1"/>
                </a:solidFill>
              </a:rPr>
              <a:t>propagandă</a:t>
            </a:r>
            <a:r>
              <a:rPr lang="en-US" sz="2000" dirty="0">
                <a:solidFill>
                  <a:schemeClr val="tx1"/>
                </a:solidFill>
              </a:rPr>
              <a:t> </a:t>
            </a:r>
            <a:endParaRPr lang="ro-RO" sz="2000" dirty="0">
              <a:solidFill>
                <a:schemeClr val="tx1"/>
              </a:solidFill>
            </a:endParaRPr>
          </a:p>
          <a:p>
            <a:r>
              <a:rPr lang="en-US" sz="2000" dirty="0" err="1">
                <a:solidFill>
                  <a:schemeClr val="tx1"/>
                </a:solidFill>
              </a:rPr>
              <a:t>Susținerea</a:t>
            </a:r>
            <a:r>
              <a:rPr lang="en-US" sz="2000" dirty="0">
                <a:solidFill>
                  <a:schemeClr val="tx1"/>
                </a:solidFill>
              </a:rPr>
              <a:t> </a:t>
            </a:r>
            <a:r>
              <a:rPr lang="en-US" sz="2000" dirty="0" err="1">
                <a:solidFill>
                  <a:schemeClr val="tx1"/>
                </a:solidFill>
              </a:rPr>
              <a:t>presei</a:t>
            </a:r>
            <a:r>
              <a:rPr lang="en-US" sz="2000" dirty="0">
                <a:solidFill>
                  <a:schemeClr val="tx1"/>
                </a:solidFill>
              </a:rPr>
              <a:t> </a:t>
            </a:r>
            <a:r>
              <a:rPr lang="en-US" sz="2000" b="1" dirty="0" err="1">
                <a:solidFill>
                  <a:schemeClr val="tx1"/>
                </a:solidFill>
              </a:rPr>
              <a:t>independente</a:t>
            </a:r>
            <a:r>
              <a:rPr lang="en-US" sz="2000" dirty="0">
                <a:solidFill>
                  <a:schemeClr val="tx1"/>
                </a:solidFill>
              </a:rPr>
              <a:t> </a:t>
            </a:r>
            <a:endParaRPr lang="ro-RO" sz="2000" dirty="0">
              <a:solidFill>
                <a:schemeClr val="tx1"/>
              </a:solidFill>
            </a:endParaRPr>
          </a:p>
          <a:p>
            <a:r>
              <a:rPr lang="en-US" sz="2000" dirty="0" err="1">
                <a:solidFill>
                  <a:schemeClr val="tx1"/>
                </a:solidFill>
              </a:rPr>
              <a:t>Combaterea</a:t>
            </a:r>
            <a:r>
              <a:rPr lang="en-US" sz="2000" dirty="0">
                <a:solidFill>
                  <a:schemeClr val="tx1"/>
                </a:solidFill>
              </a:rPr>
              <a:t> </a:t>
            </a:r>
            <a:r>
              <a:rPr lang="en-US" sz="2000" b="1" dirty="0" err="1">
                <a:solidFill>
                  <a:schemeClr val="tx1"/>
                </a:solidFill>
              </a:rPr>
              <a:t>dezinformării</a:t>
            </a:r>
            <a:r>
              <a:rPr lang="en-US" sz="2000" dirty="0">
                <a:solidFill>
                  <a:schemeClr val="tx1"/>
                </a:solidFill>
              </a:rPr>
              <a:t> pe </a:t>
            </a:r>
            <a:r>
              <a:rPr lang="en-US" sz="2000" dirty="0" err="1">
                <a:solidFill>
                  <a:schemeClr val="tx1"/>
                </a:solidFill>
              </a:rPr>
              <a:t>rețelele</a:t>
            </a:r>
            <a:r>
              <a:rPr lang="en-US" sz="2000" dirty="0">
                <a:solidFill>
                  <a:schemeClr val="tx1"/>
                </a:solidFill>
              </a:rPr>
              <a:t> </a:t>
            </a:r>
            <a:r>
              <a:rPr lang="en-US" sz="2000" dirty="0" err="1">
                <a:solidFill>
                  <a:schemeClr val="tx1"/>
                </a:solidFill>
              </a:rPr>
              <a:t>sociale</a:t>
            </a:r>
            <a:endParaRPr lang="en-US" sz="2000" dirty="0">
              <a:solidFill>
                <a:schemeClr val="tx1"/>
              </a:solidFill>
            </a:endParaRPr>
          </a:p>
        </p:txBody>
      </p:sp>
      <p:pic>
        <p:nvPicPr>
          <p:cNvPr id="13" name="Picture 12" descr="A map of europe with different colored countries/regions&#10;&#10;AI-generated content may be incorrect.">
            <a:extLst>
              <a:ext uri="{FF2B5EF4-FFF2-40B4-BE49-F238E27FC236}">
                <a16:creationId xmlns:a16="http://schemas.microsoft.com/office/drawing/2014/main" id="{13553EA3-2E35-08F0-4ECF-4E9B4F8006A9}"/>
              </a:ext>
            </a:extLst>
          </p:cNvPr>
          <p:cNvPicPr>
            <a:picLocks noChangeAspect="1"/>
          </p:cNvPicPr>
          <p:nvPr/>
        </p:nvPicPr>
        <p:blipFill>
          <a:blip r:embed="rId2"/>
          <a:stretch>
            <a:fillRect/>
          </a:stretch>
        </p:blipFill>
        <p:spPr>
          <a:xfrm>
            <a:off x="7114661" y="3491232"/>
            <a:ext cx="4278756" cy="2950002"/>
          </a:xfrm>
          <a:prstGeom prst="rect">
            <a:avLst/>
          </a:prstGeom>
        </p:spPr>
      </p:pic>
      <p:pic>
        <p:nvPicPr>
          <p:cNvPr id="15" name="Picture 14" descr="A person with a face in his mouth&#10;&#10;AI-generated content may be incorrect.">
            <a:extLst>
              <a:ext uri="{FF2B5EF4-FFF2-40B4-BE49-F238E27FC236}">
                <a16:creationId xmlns:a16="http://schemas.microsoft.com/office/drawing/2014/main" id="{F586492B-2565-5EB3-FCAC-4CFBF2600662}"/>
              </a:ext>
            </a:extLst>
          </p:cNvPr>
          <p:cNvPicPr>
            <a:picLocks noChangeAspect="1"/>
          </p:cNvPicPr>
          <p:nvPr/>
        </p:nvPicPr>
        <p:blipFill>
          <a:blip r:embed="rId3"/>
          <a:stretch>
            <a:fillRect/>
          </a:stretch>
        </p:blipFill>
        <p:spPr>
          <a:xfrm>
            <a:off x="906827" y="3820654"/>
            <a:ext cx="3962148" cy="2621621"/>
          </a:xfrm>
          <a:prstGeom prst="rect">
            <a:avLst/>
          </a:prstGeom>
        </p:spPr>
      </p:pic>
      <p:cxnSp>
        <p:nvCxnSpPr>
          <p:cNvPr id="19" name="Straight Connector 18">
            <a:extLst>
              <a:ext uri="{FF2B5EF4-FFF2-40B4-BE49-F238E27FC236}">
                <a16:creationId xmlns:a16="http://schemas.microsoft.com/office/drawing/2014/main" id="{4B4BB982-9C78-6539-D64F-AEEA5739E71D}"/>
              </a:ext>
            </a:extLst>
          </p:cNvPr>
          <p:cNvCxnSpPr>
            <a:cxnSpLocks/>
          </p:cNvCxnSpPr>
          <p:nvPr/>
        </p:nvCxnSpPr>
        <p:spPr>
          <a:xfrm>
            <a:off x="6585436" y="1409457"/>
            <a:ext cx="0" cy="539544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94EB7F-47C1-8A39-38FD-EB8C6CCBF468}"/>
              </a:ext>
            </a:extLst>
          </p:cNvPr>
          <p:cNvCxnSpPr>
            <a:cxnSpLocks/>
          </p:cNvCxnSpPr>
          <p:nvPr/>
        </p:nvCxnSpPr>
        <p:spPr>
          <a:xfrm>
            <a:off x="73152" y="1409457"/>
            <a:ext cx="11942064"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2C76D525-949C-8C73-53BF-A4925ACF02BB}"/>
              </a:ext>
            </a:extLst>
          </p:cNvPr>
          <p:cNvPicPr>
            <a:picLocks noChangeAspect="1"/>
          </p:cNvPicPr>
          <p:nvPr/>
        </p:nvPicPr>
        <p:blipFill>
          <a:blip r:embed="rId4"/>
          <a:stretch>
            <a:fillRect/>
          </a:stretch>
        </p:blipFill>
        <p:spPr>
          <a:xfrm>
            <a:off x="230124" y="2143827"/>
            <a:ext cx="11731751" cy="4375841"/>
          </a:xfrm>
          <a:prstGeom prst="rect">
            <a:avLst/>
          </a:prstGeom>
        </p:spPr>
      </p:pic>
    </p:spTree>
    <p:extLst>
      <p:ext uri="{BB962C8B-B14F-4D97-AF65-F5344CB8AC3E}">
        <p14:creationId xmlns:p14="http://schemas.microsoft.com/office/powerpoint/2010/main" val="21994719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500"/>
                                        <p:tgtEl>
                                          <p:spTgt spid="4">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fade">
                                      <p:cBhvr>
                                        <p:cTn id="24" dur="500"/>
                                        <p:tgtEl>
                                          <p:spTgt spid="5">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BBB12-2A06-D0EF-0733-8029B460D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D2E09-5E0A-5B0F-85E5-DC52F2BA9E28}"/>
              </a:ext>
            </a:extLst>
          </p:cNvPr>
          <p:cNvSpPr>
            <a:spLocks noGrp="1"/>
          </p:cNvSpPr>
          <p:nvPr>
            <p:ph type="title"/>
          </p:nvPr>
        </p:nvSpPr>
        <p:spPr>
          <a:xfrm>
            <a:off x="481584" y="90337"/>
            <a:ext cx="11419332" cy="1356360"/>
          </a:xfrm>
        </p:spPr>
        <p:txBody>
          <a:bodyPr/>
          <a:lstStyle/>
          <a:p>
            <a:pPr algn="ctr"/>
            <a:r>
              <a:rPr lang="ro-RO" sz="4400" dirty="0"/>
              <a:t>Modernizarea Dezinformării: Rolul Social Media</a:t>
            </a:r>
            <a:endParaRPr lang="en-US" dirty="0"/>
          </a:p>
        </p:txBody>
      </p:sp>
      <p:sp>
        <p:nvSpPr>
          <p:cNvPr id="14" name="TextBox 13">
            <a:extLst>
              <a:ext uri="{FF2B5EF4-FFF2-40B4-BE49-F238E27FC236}">
                <a16:creationId xmlns:a16="http://schemas.microsoft.com/office/drawing/2014/main" id="{87D21834-5DAB-5A51-454B-E47AA7E737EB}"/>
              </a:ext>
            </a:extLst>
          </p:cNvPr>
          <p:cNvSpPr txBox="1"/>
          <p:nvPr/>
        </p:nvSpPr>
        <p:spPr>
          <a:xfrm>
            <a:off x="699657" y="1291249"/>
            <a:ext cx="5701143" cy="5170646"/>
          </a:xfrm>
          <a:prstGeom prst="rect">
            <a:avLst/>
          </a:prstGeom>
          <a:noFill/>
        </p:spPr>
        <p:txBody>
          <a:bodyPr wrap="square" rtlCol="0">
            <a:spAutoFit/>
          </a:bodyPr>
          <a:lstStyle/>
          <a:p>
            <a:r>
              <a:rPr lang="en-US" sz="2200" b="1" dirty="0">
                <a:solidFill>
                  <a:schemeClr val="accent1"/>
                </a:solidFill>
              </a:rPr>
              <a:t>Cum se </a:t>
            </a:r>
            <a:r>
              <a:rPr lang="en-US" sz="2200" b="1" dirty="0" err="1">
                <a:solidFill>
                  <a:schemeClr val="accent1"/>
                </a:solidFill>
              </a:rPr>
              <a:t>propagă</a:t>
            </a:r>
            <a:r>
              <a:rPr lang="en-US" sz="2200" b="1" dirty="0">
                <a:solidFill>
                  <a:schemeClr val="accent1"/>
                </a:solidFill>
              </a:rPr>
              <a:t> fake news pe social media?</a:t>
            </a:r>
            <a:endParaRPr lang="ro-RO" sz="2200" b="1" dirty="0">
              <a:solidFill>
                <a:schemeClr val="accent1"/>
              </a:solidFill>
            </a:endParaRPr>
          </a:p>
          <a:p>
            <a:pPr marL="342900" indent="-342900">
              <a:buClr>
                <a:schemeClr val="accent1"/>
              </a:buClr>
              <a:buFont typeface="Arial" panose="020B0604020202020204" pitchFamily="34" charset="0"/>
              <a:buChar char="•"/>
            </a:pPr>
            <a:r>
              <a:rPr lang="en-US" sz="2200" b="1" dirty="0" err="1"/>
              <a:t>Algoritmii</a:t>
            </a:r>
            <a:r>
              <a:rPr lang="en-US" sz="2200" b="1" dirty="0"/>
              <a:t> de </a:t>
            </a:r>
            <a:r>
              <a:rPr lang="en-US" sz="2200" b="1" dirty="0" err="1"/>
              <a:t>recomandare</a:t>
            </a:r>
            <a:r>
              <a:rPr lang="en-US" sz="2200" dirty="0"/>
              <a:t> </a:t>
            </a:r>
            <a:r>
              <a:rPr lang="ro-RO" sz="2200" dirty="0"/>
              <a:t>- </a:t>
            </a:r>
            <a:r>
              <a:rPr lang="en-US" sz="2200" dirty="0" err="1"/>
              <a:t>conținut</a:t>
            </a:r>
            <a:r>
              <a:rPr lang="en-US" sz="2200" dirty="0"/>
              <a:t> </a:t>
            </a:r>
            <a:r>
              <a:rPr lang="en-US" sz="2200" dirty="0" err="1"/>
              <a:t>senzaționalist</a:t>
            </a:r>
            <a:r>
              <a:rPr lang="ro-RO" sz="2200" dirty="0"/>
              <a:t> fals</a:t>
            </a:r>
            <a:r>
              <a:rPr lang="en-US" sz="2200" dirty="0"/>
              <a:t>.</a:t>
            </a:r>
            <a:endParaRPr lang="ro-RO" sz="2200" dirty="0"/>
          </a:p>
          <a:p>
            <a:pPr marL="342900" indent="-342900">
              <a:buClr>
                <a:schemeClr val="accent1"/>
              </a:buClr>
              <a:buFont typeface="Arial" panose="020B0604020202020204" pitchFamily="34" charset="0"/>
              <a:buChar char="•"/>
            </a:pPr>
            <a:r>
              <a:rPr lang="en-US" sz="2200" b="1" dirty="0" err="1"/>
              <a:t>Trollii</a:t>
            </a:r>
            <a:r>
              <a:rPr lang="en-US" sz="2200" b="1" dirty="0"/>
              <a:t> </a:t>
            </a:r>
            <a:r>
              <a:rPr lang="en-US" sz="2200" b="1" dirty="0" err="1"/>
              <a:t>și</a:t>
            </a:r>
            <a:r>
              <a:rPr lang="en-US" sz="2200" b="1" dirty="0"/>
              <a:t> botnets</a:t>
            </a:r>
            <a:r>
              <a:rPr lang="en-US" sz="2200" dirty="0"/>
              <a:t> </a:t>
            </a:r>
            <a:r>
              <a:rPr lang="ro-RO" sz="2200" dirty="0"/>
              <a:t>- </a:t>
            </a:r>
            <a:r>
              <a:rPr lang="en-US" sz="2200" dirty="0" err="1"/>
              <a:t>mișcări</a:t>
            </a:r>
            <a:r>
              <a:rPr lang="en-US" sz="2200" dirty="0"/>
              <a:t> </a:t>
            </a:r>
            <a:r>
              <a:rPr lang="en-US" sz="2200" dirty="0" err="1"/>
              <a:t>artificiale</a:t>
            </a:r>
            <a:r>
              <a:rPr lang="en-US" sz="2200" dirty="0"/>
              <a:t> de </a:t>
            </a:r>
            <a:r>
              <a:rPr lang="en-US" sz="2200" dirty="0" err="1"/>
              <a:t>susținere</a:t>
            </a:r>
            <a:r>
              <a:rPr lang="en-US" sz="2200" dirty="0"/>
              <a:t>.</a:t>
            </a:r>
            <a:endParaRPr lang="ro-RO" sz="2200" dirty="0"/>
          </a:p>
          <a:p>
            <a:pPr marL="342900" indent="-342900">
              <a:buClr>
                <a:schemeClr val="accent1"/>
              </a:buClr>
              <a:buFont typeface="Arial" panose="020B0604020202020204" pitchFamily="34" charset="0"/>
              <a:buChar char="•"/>
            </a:pPr>
            <a:r>
              <a:rPr lang="en-US" sz="2200" b="1" dirty="0"/>
              <a:t>Deepfake </a:t>
            </a:r>
            <a:r>
              <a:rPr lang="en-US" sz="2200" b="1" dirty="0" err="1"/>
              <a:t>și</a:t>
            </a:r>
            <a:r>
              <a:rPr lang="en-US" sz="2200" b="1" dirty="0"/>
              <a:t> </a:t>
            </a:r>
            <a:r>
              <a:rPr lang="en-US" sz="2200" b="1" dirty="0" err="1"/>
              <a:t>manipularea</a:t>
            </a:r>
            <a:r>
              <a:rPr lang="en-US" sz="2200" b="1" dirty="0"/>
              <a:t> </a:t>
            </a:r>
            <a:r>
              <a:rPr lang="en-US" sz="2200" b="1" dirty="0" err="1"/>
              <a:t>imaginilor</a:t>
            </a:r>
            <a:r>
              <a:rPr lang="en-US" sz="2200" dirty="0"/>
              <a:t> </a:t>
            </a:r>
            <a:r>
              <a:rPr lang="ro-RO" sz="2200" dirty="0"/>
              <a:t>-</a:t>
            </a:r>
            <a:r>
              <a:rPr lang="en-US" sz="2200" dirty="0"/>
              <a:t> </a:t>
            </a:r>
            <a:r>
              <a:rPr lang="ro-RO" sz="2200" dirty="0"/>
              <a:t>v</a:t>
            </a:r>
            <a:r>
              <a:rPr lang="en-US" sz="2200" dirty="0" err="1"/>
              <a:t>ideoclipurile</a:t>
            </a:r>
            <a:r>
              <a:rPr lang="en-US" sz="2200" dirty="0"/>
              <a:t> </a:t>
            </a:r>
            <a:r>
              <a:rPr lang="en-US" sz="2200" dirty="0" err="1"/>
              <a:t>trucat</a:t>
            </a:r>
            <a:r>
              <a:rPr lang="ro-RO" sz="2200" dirty="0"/>
              <a:t>e</a:t>
            </a:r>
            <a:r>
              <a:rPr lang="en-US" sz="2200" dirty="0"/>
              <a:t>.</a:t>
            </a:r>
            <a:endParaRPr lang="ro-RO" sz="2200" dirty="0"/>
          </a:p>
          <a:p>
            <a:endParaRPr lang="en-US" sz="2200" dirty="0"/>
          </a:p>
          <a:p>
            <a:r>
              <a:rPr lang="en-US" sz="2200" b="1" dirty="0" err="1">
                <a:solidFill>
                  <a:schemeClr val="accent1"/>
                </a:solidFill>
              </a:rPr>
              <a:t>Exemple</a:t>
            </a:r>
            <a:r>
              <a:rPr lang="en-US" sz="2200" b="1" dirty="0">
                <a:solidFill>
                  <a:schemeClr val="accent1"/>
                </a:solidFill>
              </a:rPr>
              <a:t> </a:t>
            </a:r>
            <a:r>
              <a:rPr lang="en-US" sz="2200" b="1" dirty="0" err="1">
                <a:solidFill>
                  <a:schemeClr val="accent1"/>
                </a:solidFill>
              </a:rPr>
              <a:t>relevante</a:t>
            </a:r>
            <a:r>
              <a:rPr lang="en-US" sz="2200" b="1" dirty="0">
                <a:solidFill>
                  <a:schemeClr val="accent1"/>
                </a:solidFill>
              </a:rPr>
              <a:t>:</a:t>
            </a:r>
            <a:endParaRPr lang="ro-RO" sz="2200" b="1" dirty="0">
              <a:solidFill>
                <a:schemeClr val="accent1"/>
              </a:solidFill>
            </a:endParaRPr>
          </a:p>
          <a:p>
            <a:pPr marL="342900" indent="-342900">
              <a:buClr>
                <a:schemeClr val="accent1"/>
              </a:buClr>
              <a:buFont typeface="Arial" panose="020B0604020202020204" pitchFamily="34" charset="0"/>
              <a:buChar char="•"/>
            </a:pPr>
            <a:r>
              <a:rPr lang="en-US" sz="2200" b="1" dirty="0"/>
              <a:t>TikTok </a:t>
            </a:r>
            <a:r>
              <a:rPr lang="en-US" sz="2200" b="1" dirty="0" err="1"/>
              <a:t>și</a:t>
            </a:r>
            <a:r>
              <a:rPr lang="en-US" sz="2200" b="1" dirty="0"/>
              <a:t> Telegram</a:t>
            </a:r>
            <a:r>
              <a:rPr lang="en-US" sz="2200" dirty="0"/>
              <a:t> </a:t>
            </a:r>
            <a:r>
              <a:rPr lang="ro-RO" sz="2200" dirty="0"/>
              <a:t>- </a:t>
            </a:r>
            <a:r>
              <a:rPr lang="en-US" sz="2200" dirty="0" err="1"/>
              <a:t>mesaje</a:t>
            </a:r>
            <a:r>
              <a:rPr lang="en-US" sz="2200" dirty="0"/>
              <a:t> pro-ruse </a:t>
            </a:r>
            <a:r>
              <a:rPr lang="en-US" sz="2200" dirty="0" err="1"/>
              <a:t>în</a:t>
            </a:r>
            <a:r>
              <a:rPr lang="en-US" sz="2200" dirty="0"/>
              <a:t> </a:t>
            </a:r>
            <a:r>
              <a:rPr lang="en-US" sz="2200" dirty="0" err="1"/>
              <a:t>timpul</a:t>
            </a:r>
            <a:r>
              <a:rPr lang="en-US" sz="2200" dirty="0"/>
              <a:t> </a:t>
            </a:r>
            <a:r>
              <a:rPr lang="en-US" sz="2200" dirty="0" err="1"/>
              <a:t>invaziei</a:t>
            </a:r>
            <a:r>
              <a:rPr lang="en-US" sz="2200" dirty="0"/>
              <a:t>.</a:t>
            </a:r>
            <a:endParaRPr lang="ro-RO" sz="2200" dirty="0"/>
          </a:p>
          <a:p>
            <a:pPr marL="342900" indent="-342900">
              <a:buClr>
                <a:schemeClr val="accent1"/>
              </a:buClr>
              <a:buFont typeface="Arial" panose="020B0604020202020204" pitchFamily="34" charset="0"/>
              <a:buChar char="•"/>
            </a:pPr>
            <a:r>
              <a:rPr lang="en-US" sz="2200" b="1" dirty="0"/>
              <a:t>Twitter (X) </a:t>
            </a:r>
            <a:r>
              <a:rPr lang="en-US" sz="2200" b="1" dirty="0" err="1"/>
              <a:t>și</a:t>
            </a:r>
            <a:r>
              <a:rPr lang="en-US" sz="2200" b="1" dirty="0"/>
              <a:t> Facebook</a:t>
            </a:r>
            <a:r>
              <a:rPr lang="en-US" sz="2200" dirty="0"/>
              <a:t> </a:t>
            </a:r>
            <a:r>
              <a:rPr lang="ro-RO" sz="2200" dirty="0"/>
              <a:t>- </a:t>
            </a:r>
            <a:r>
              <a:rPr lang="en-US" sz="2200" dirty="0" err="1"/>
              <a:t>ținta</a:t>
            </a:r>
            <a:r>
              <a:rPr lang="en-US" sz="2200" dirty="0"/>
              <a:t> </a:t>
            </a:r>
            <a:r>
              <a:rPr lang="en-US" sz="2200" dirty="0" err="1"/>
              <a:t>campaniilor</a:t>
            </a:r>
            <a:r>
              <a:rPr lang="en-US" sz="2200" dirty="0"/>
              <a:t> de </a:t>
            </a:r>
            <a:r>
              <a:rPr lang="en-US" sz="2200" dirty="0" err="1"/>
              <a:t>dezinformare</a:t>
            </a:r>
            <a:r>
              <a:rPr lang="en-US" sz="2200" dirty="0"/>
              <a:t> </a:t>
            </a:r>
            <a:r>
              <a:rPr lang="en-US" sz="2200" dirty="0" err="1"/>
              <a:t>rusești</a:t>
            </a:r>
            <a:r>
              <a:rPr lang="en-US" sz="2200" dirty="0"/>
              <a:t> </a:t>
            </a:r>
            <a:r>
              <a:rPr lang="en-US" sz="2200" dirty="0" err="1"/>
              <a:t>privind</a:t>
            </a:r>
            <a:r>
              <a:rPr lang="en-US" sz="2200" dirty="0"/>
              <a:t> </a:t>
            </a:r>
            <a:r>
              <a:rPr lang="en-US" sz="2200" dirty="0" err="1"/>
              <a:t>sprijinul</a:t>
            </a:r>
            <a:r>
              <a:rPr lang="en-US" sz="2200" dirty="0"/>
              <a:t> occidental </a:t>
            </a:r>
            <a:r>
              <a:rPr lang="en-US" sz="2200" dirty="0" err="1"/>
              <a:t>pentru</a:t>
            </a:r>
            <a:r>
              <a:rPr lang="en-US" sz="2200" dirty="0"/>
              <a:t> </a:t>
            </a:r>
            <a:r>
              <a:rPr lang="en-US" sz="2200" dirty="0" err="1"/>
              <a:t>Ucraina</a:t>
            </a:r>
            <a:r>
              <a:rPr lang="en-US" sz="2200" dirty="0"/>
              <a:t>.</a:t>
            </a:r>
            <a:endParaRPr lang="ro-RO" sz="2200" dirty="0"/>
          </a:p>
          <a:p>
            <a:pPr>
              <a:buFont typeface="Arial" panose="020B0604020202020204" pitchFamily="34" charset="0"/>
              <a:buChar char="•"/>
            </a:pPr>
            <a:endParaRPr lang="en-US" sz="2200" dirty="0"/>
          </a:p>
        </p:txBody>
      </p:sp>
      <p:pic>
        <p:nvPicPr>
          <p:cNvPr id="17" name="Picture 16">
            <a:extLst>
              <a:ext uri="{FF2B5EF4-FFF2-40B4-BE49-F238E27FC236}">
                <a16:creationId xmlns:a16="http://schemas.microsoft.com/office/drawing/2014/main" id="{B4BBAE60-BE07-1F1F-C3CC-C93CB7685619}"/>
              </a:ext>
            </a:extLst>
          </p:cNvPr>
          <p:cNvPicPr>
            <a:picLocks noChangeAspect="1"/>
          </p:cNvPicPr>
          <p:nvPr/>
        </p:nvPicPr>
        <p:blipFill>
          <a:blip r:embed="rId2"/>
          <a:stretch>
            <a:fillRect/>
          </a:stretch>
        </p:blipFill>
        <p:spPr>
          <a:xfrm>
            <a:off x="6464808" y="1618488"/>
            <a:ext cx="5237520" cy="4343399"/>
          </a:xfrm>
          <a:prstGeom prst="rect">
            <a:avLst/>
          </a:prstGeom>
        </p:spPr>
      </p:pic>
    </p:spTree>
    <p:extLst>
      <p:ext uri="{BB962C8B-B14F-4D97-AF65-F5344CB8AC3E}">
        <p14:creationId xmlns:p14="http://schemas.microsoft.com/office/powerpoint/2010/main" val="1200667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4">
                                            <p:txEl>
                                              <p:pRg st="0" end="0"/>
                                            </p:txEl>
                                          </p:spTgt>
                                        </p:tgtEl>
                                        <p:attrNameLst>
                                          <p:attrName>style.visibility</p:attrName>
                                        </p:attrNameLst>
                                      </p:cBhvr>
                                      <p:to>
                                        <p:strVal val="visible"/>
                                      </p:to>
                                    </p:set>
                                    <p:animEffect transition="in" filter="fade">
                                      <p:cBhvr>
                                        <p:cTn id="10" dur="500"/>
                                        <p:tgtEl>
                                          <p:spTgt spid="14">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Effect transition="in" filter="fade">
                                      <p:cBhvr>
                                        <p:cTn id="13" dur="500"/>
                                        <p:tgtEl>
                                          <p:spTgt spid="14">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xEl>
                                              <p:pRg st="2" end="2"/>
                                            </p:txEl>
                                          </p:spTgt>
                                        </p:tgtEl>
                                        <p:attrNameLst>
                                          <p:attrName>style.visibility</p:attrName>
                                        </p:attrNameLst>
                                      </p:cBhvr>
                                      <p:to>
                                        <p:strVal val="visible"/>
                                      </p:to>
                                    </p:set>
                                    <p:animEffect transition="in" filter="fade">
                                      <p:cBhvr>
                                        <p:cTn id="16" dur="500"/>
                                        <p:tgtEl>
                                          <p:spTgt spid="14">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fade">
                                      <p:cBhvr>
                                        <p:cTn id="19" dur="500"/>
                                        <p:tgtEl>
                                          <p:spTgt spid="14">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
                                            <p:txEl>
                                              <p:pRg st="5" end="5"/>
                                            </p:txEl>
                                          </p:spTgt>
                                        </p:tgtEl>
                                        <p:attrNameLst>
                                          <p:attrName>style.visibility</p:attrName>
                                        </p:attrNameLst>
                                      </p:cBhvr>
                                      <p:to>
                                        <p:strVal val="visible"/>
                                      </p:to>
                                    </p:set>
                                    <p:animEffect transition="in" filter="fade">
                                      <p:cBhvr>
                                        <p:cTn id="24" dur="500"/>
                                        <p:tgtEl>
                                          <p:spTgt spid="14">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xEl>
                                              <p:pRg st="6" end="6"/>
                                            </p:txEl>
                                          </p:spTgt>
                                        </p:tgtEl>
                                        <p:attrNameLst>
                                          <p:attrName>style.visibility</p:attrName>
                                        </p:attrNameLst>
                                      </p:cBhvr>
                                      <p:to>
                                        <p:strVal val="visible"/>
                                      </p:to>
                                    </p:set>
                                    <p:animEffect transition="in" filter="fade">
                                      <p:cBhvr>
                                        <p:cTn id="27" dur="500"/>
                                        <p:tgtEl>
                                          <p:spTgt spid="14">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xEl>
                                              <p:pRg st="7" end="7"/>
                                            </p:txEl>
                                          </p:spTgt>
                                        </p:tgtEl>
                                        <p:attrNameLst>
                                          <p:attrName>style.visibility</p:attrName>
                                        </p:attrNameLst>
                                      </p:cBhvr>
                                      <p:to>
                                        <p:strVal val="visible"/>
                                      </p:to>
                                    </p:set>
                                    <p:animEffect transition="in" filter="fade">
                                      <p:cBhvr>
                                        <p:cTn id="30" dur="500"/>
                                        <p:tgtEl>
                                          <p:spTgt spid="1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935D6-7536-7FB8-BBE9-41A3E493CABF}"/>
              </a:ext>
            </a:extLst>
          </p:cNvPr>
          <p:cNvSpPr>
            <a:spLocks noGrp="1"/>
          </p:cNvSpPr>
          <p:nvPr>
            <p:ph type="title"/>
          </p:nvPr>
        </p:nvSpPr>
        <p:spPr>
          <a:xfrm>
            <a:off x="1143000" y="198120"/>
            <a:ext cx="9875520" cy="1356360"/>
          </a:xfrm>
        </p:spPr>
        <p:txBody>
          <a:bodyPr/>
          <a:lstStyle/>
          <a:p>
            <a:r>
              <a:rPr lang="ro-RO" dirty="0"/>
              <a:t>Etică și moralitate – europeni</a:t>
            </a:r>
            <a:endParaRPr lang="en-US" dirty="0"/>
          </a:p>
        </p:txBody>
      </p:sp>
      <p:pic>
        <p:nvPicPr>
          <p:cNvPr id="8" name="Content Placeholder 7" descr="A graph of different countries/regions&#10;&#10;AI-generated content may be incorrect.">
            <a:extLst>
              <a:ext uri="{FF2B5EF4-FFF2-40B4-BE49-F238E27FC236}">
                <a16:creationId xmlns:a16="http://schemas.microsoft.com/office/drawing/2014/main" id="{AD6FB6E7-BFA2-EF9C-D75F-417BB780196B}"/>
              </a:ext>
            </a:extLst>
          </p:cNvPr>
          <p:cNvPicPr>
            <a:picLocks noGrp="1" noChangeAspect="1"/>
          </p:cNvPicPr>
          <p:nvPr>
            <p:ph sz="half" idx="2"/>
          </p:nvPr>
        </p:nvPicPr>
        <p:blipFill>
          <a:blip r:embed="rId2"/>
          <a:stretch>
            <a:fillRect/>
          </a:stretch>
        </p:blipFill>
        <p:spPr>
          <a:xfrm>
            <a:off x="1142999" y="3958772"/>
            <a:ext cx="4743439" cy="2507343"/>
          </a:xfrm>
        </p:spPr>
      </p:pic>
      <p:pic>
        <p:nvPicPr>
          <p:cNvPr id="15" name="Picture 14">
            <a:extLst>
              <a:ext uri="{FF2B5EF4-FFF2-40B4-BE49-F238E27FC236}">
                <a16:creationId xmlns:a16="http://schemas.microsoft.com/office/drawing/2014/main" id="{FF56D348-BA65-6B12-9600-4F1E5C977831}"/>
              </a:ext>
            </a:extLst>
          </p:cNvPr>
          <p:cNvPicPr>
            <a:picLocks noChangeAspect="1"/>
          </p:cNvPicPr>
          <p:nvPr/>
        </p:nvPicPr>
        <p:blipFill>
          <a:blip r:embed="rId3"/>
          <a:stretch>
            <a:fillRect/>
          </a:stretch>
        </p:blipFill>
        <p:spPr>
          <a:xfrm>
            <a:off x="6305563" y="1332722"/>
            <a:ext cx="4743438" cy="2296886"/>
          </a:xfrm>
          <a:prstGeom prst="rect">
            <a:avLst/>
          </a:prstGeom>
        </p:spPr>
      </p:pic>
      <p:pic>
        <p:nvPicPr>
          <p:cNvPr id="4098" name="Picture 2" descr="Largest Survey Report Revealing the World's Reaction to Russia-Ukraine  Conflict">
            <a:extLst>
              <a:ext uri="{FF2B5EF4-FFF2-40B4-BE49-F238E27FC236}">
                <a16:creationId xmlns:a16="http://schemas.microsoft.com/office/drawing/2014/main" id="{25116967-04ED-3D9D-715B-135BCC5DA4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332722"/>
            <a:ext cx="4743439" cy="253274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RI Ukraine Poll: Strong Majorities Believe in Victory over Russia, Support  European Union and NATO Membership | International Republican Institute">
            <a:extLst>
              <a:ext uri="{FF2B5EF4-FFF2-40B4-BE49-F238E27FC236}">
                <a16:creationId xmlns:a16="http://schemas.microsoft.com/office/drawing/2014/main" id="{E7F9BE4F-BCC7-6359-21B2-017DF54AA9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5563" y="3852838"/>
            <a:ext cx="4743437" cy="2613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6741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00"/>
                                        </p:tgtEl>
                                        <p:attrNameLst>
                                          <p:attrName>style.visibility</p:attrName>
                                        </p:attrNameLst>
                                      </p:cBhvr>
                                      <p:to>
                                        <p:strVal val="visible"/>
                                      </p:to>
                                    </p:set>
                                    <p:animEffect transition="in" filter="fade">
                                      <p:cBhvr>
                                        <p:cTn id="22"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AE122-2119-10B1-6433-D1398602C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BD727-889E-90BF-0FCF-3C55D5A5E4B6}"/>
              </a:ext>
            </a:extLst>
          </p:cNvPr>
          <p:cNvSpPr>
            <a:spLocks noGrp="1"/>
          </p:cNvSpPr>
          <p:nvPr>
            <p:ph type="title"/>
          </p:nvPr>
        </p:nvSpPr>
        <p:spPr>
          <a:xfrm>
            <a:off x="1143000" y="198120"/>
            <a:ext cx="9875520" cy="1356360"/>
          </a:xfrm>
        </p:spPr>
        <p:txBody>
          <a:bodyPr/>
          <a:lstStyle/>
          <a:p>
            <a:r>
              <a:rPr lang="ro-RO" dirty="0"/>
              <a:t>Etică și moralitate – ruși</a:t>
            </a:r>
            <a:endParaRPr lang="en-US" dirty="0"/>
          </a:p>
        </p:txBody>
      </p:sp>
      <p:pic>
        <p:nvPicPr>
          <p:cNvPr id="6" name="Content Placeholder 5" descr="A graph of different colored squares&#10;&#10;AI-generated content may be incorrect.">
            <a:extLst>
              <a:ext uri="{FF2B5EF4-FFF2-40B4-BE49-F238E27FC236}">
                <a16:creationId xmlns:a16="http://schemas.microsoft.com/office/drawing/2014/main" id="{1D5DF626-D2C3-7B31-4D0F-D35479679E7E}"/>
              </a:ext>
            </a:extLst>
          </p:cNvPr>
          <p:cNvPicPr>
            <a:picLocks noGrp="1" noChangeAspect="1"/>
          </p:cNvPicPr>
          <p:nvPr>
            <p:ph sz="half" idx="2"/>
          </p:nvPr>
        </p:nvPicPr>
        <p:blipFill>
          <a:blip r:embed="rId2"/>
          <a:srcRect b="8839"/>
          <a:stretch/>
        </p:blipFill>
        <p:spPr>
          <a:xfrm>
            <a:off x="6217303" y="1554480"/>
            <a:ext cx="5497227" cy="4408366"/>
          </a:xfrm>
        </p:spPr>
      </p:pic>
      <p:pic>
        <p:nvPicPr>
          <p:cNvPr id="9" name="Picture 8" descr="A screenshot of a graph&#10;&#10;AI-generated content may be incorrect.">
            <a:extLst>
              <a:ext uri="{FF2B5EF4-FFF2-40B4-BE49-F238E27FC236}">
                <a16:creationId xmlns:a16="http://schemas.microsoft.com/office/drawing/2014/main" id="{AEBFC8F2-0DA8-BD7E-5A89-061EA84A4131}"/>
              </a:ext>
            </a:extLst>
          </p:cNvPr>
          <p:cNvPicPr>
            <a:picLocks noChangeAspect="1"/>
          </p:cNvPicPr>
          <p:nvPr/>
        </p:nvPicPr>
        <p:blipFill>
          <a:blip r:embed="rId3"/>
          <a:srcRect b="18785"/>
          <a:stretch/>
        </p:blipFill>
        <p:spPr>
          <a:xfrm>
            <a:off x="477470" y="1554480"/>
            <a:ext cx="5427988" cy="4408366"/>
          </a:xfrm>
          <a:prstGeom prst="rect">
            <a:avLst/>
          </a:prstGeom>
        </p:spPr>
      </p:pic>
      <p:pic>
        <p:nvPicPr>
          <p:cNvPr id="6146" name="Picture 2" descr="Survey says 86.6% of Russians support the armed invasion of Russia in other  European countries | Active Group">
            <a:extLst>
              <a:ext uri="{FF2B5EF4-FFF2-40B4-BE49-F238E27FC236}">
                <a16:creationId xmlns:a16="http://schemas.microsoft.com/office/drawing/2014/main" id="{A40FEBC5-834C-7603-DE32-57B252CC9AB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0565" b="15339"/>
          <a:stretch/>
        </p:blipFill>
        <p:spPr bwMode="auto">
          <a:xfrm>
            <a:off x="477470" y="1554480"/>
            <a:ext cx="5427988" cy="440836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screenshot of a graph&#10;&#10;AI-generated content may be incorrect.">
            <a:extLst>
              <a:ext uri="{FF2B5EF4-FFF2-40B4-BE49-F238E27FC236}">
                <a16:creationId xmlns:a16="http://schemas.microsoft.com/office/drawing/2014/main" id="{3AD35922-56D6-A262-5543-726009A11BC0}"/>
              </a:ext>
            </a:extLst>
          </p:cNvPr>
          <p:cNvPicPr>
            <a:picLocks noChangeAspect="1"/>
          </p:cNvPicPr>
          <p:nvPr/>
        </p:nvPicPr>
        <p:blipFill>
          <a:blip r:embed="rId5"/>
          <a:stretch>
            <a:fillRect/>
          </a:stretch>
        </p:blipFill>
        <p:spPr>
          <a:xfrm>
            <a:off x="6080760" y="1554480"/>
            <a:ext cx="5633770" cy="4408366"/>
          </a:xfrm>
          <a:prstGeom prst="rect">
            <a:avLst/>
          </a:prstGeom>
        </p:spPr>
      </p:pic>
    </p:spTree>
    <p:extLst>
      <p:ext uri="{BB962C8B-B14F-4D97-AF65-F5344CB8AC3E}">
        <p14:creationId xmlns:p14="http://schemas.microsoft.com/office/powerpoint/2010/main" val="7761511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46"/>
                                        </p:tgtEl>
                                        <p:attrNameLst>
                                          <p:attrName>style.visibility</p:attrName>
                                        </p:attrNameLst>
                                      </p:cBhvr>
                                      <p:to>
                                        <p:strVal val="visible"/>
                                      </p:to>
                                    </p:set>
                                    <p:animEffect transition="in" filter="fade">
                                      <p:cBhvr>
                                        <p:cTn id="17" dur="500"/>
                                        <p:tgtEl>
                                          <p:spTgt spid="61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05EAF-8B56-ECD2-27E2-4453C98FD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FD709-A490-D0F4-8EF8-F6CD7DD05819}"/>
              </a:ext>
            </a:extLst>
          </p:cNvPr>
          <p:cNvSpPr>
            <a:spLocks noGrp="1"/>
          </p:cNvSpPr>
          <p:nvPr>
            <p:ph type="title"/>
          </p:nvPr>
        </p:nvSpPr>
        <p:spPr>
          <a:xfrm>
            <a:off x="1143000" y="198120"/>
            <a:ext cx="9875520" cy="1356360"/>
          </a:xfrm>
        </p:spPr>
        <p:txBody>
          <a:bodyPr/>
          <a:lstStyle/>
          <a:p>
            <a:r>
              <a:rPr lang="ro-RO" dirty="0"/>
              <a:t>Modalități de prevenire</a:t>
            </a:r>
            <a:endParaRPr lang="en-US" dirty="0"/>
          </a:p>
        </p:txBody>
      </p:sp>
      <p:sp>
        <p:nvSpPr>
          <p:cNvPr id="7" name="TextBox 6">
            <a:extLst>
              <a:ext uri="{FF2B5EF4-FFF2-40B4-BE49-F238E27FC236}">
                <a16:creationId xmlns:a16="http://schemas.microsoft.com/office/drawing/2014/main" id="{B2B90344-D172-17E7-1957-2B01915B2196}"/>
              </a:ext>
            </a:extLst>
          </p:cNvPr>
          <p:cNvSpPr txBox="1"/>
          <p:nvPr/>
        </p:nvSpPr>
        <p:spPr>
          <a:xfrm>
            <a:off x="1173480" y="1472184"/>
            <a:ext cx="4806696" cy="4585871"/>
          </a:xfrm>
          <a:prstGeom prst="rect">
            <a:avLst/>
          </a:prstGeom>
          <a:noFill/>
        </p:spPr>
        <p:txBody>
          <a:bodyPr wrap="square" rtlCol="0">
            <a:spAutoFit/>
          </a:bodyPr>
          <a:lstStyle/>
          <a:p>
            <a:pPr>
              <a:buClr>
                <a:schemeClr val="accent1"/>
              </a:buClr>
            </a:pPr>
            <a:r>
              <a:rPr lang="ro-RO" sz="2000" b="1" u="sng" dirty="0">
                <a:solidFill>
                  <a:schemeClr val="accent1"/>
                </a:solidFill>
              </a:rPr>
              <a:t>La nivel înalt:</a:t>
            </a:r>
          </a:p>
          <a:p>
            <a:pPr>
              <a:buClr>
                <a:schemeClr val="accent1"/>
              </a:buClr>
            </a:pPr>
            <a:endParaRPr lang="en-US" dirty="0"/>
          </a:p>
          <a:p>
            <a:pPr marL="285750" indent="-285750">
              <a:buClr>
                <a:schemeClr val="accent1"/>
              </a:buClr>
              <a:buFont typeface="Wingdings" panose="05000000000000000000" pitchFamily="2" charset="2"/>
              <a:buChar char="ü"/>
            </a:pPr>
            <a:r>
              <a:rPr lang="en-US" dirty="0" err="1"/>
              <a:t>Educație</a:t>
            </a:r>
            <a:r>
              <a:rPr lang="en-US" dirty="0"/>
              <a:t> media</a:t>
            </a:r>
          </a:p>
          <a:p>
            <a:pPr marL="285750" indent="-285750">
              <a:buClr>
                <a:schemeClr val="accent1"/>
              </a:buClr>
              <a:buFont typeface="Wingdings" panose="05000000000000000000" pitchFamily="2" charset="2"/>
              <a:buChar char="ü"/>
            </a:pPr>
            <a:r>
              <a:rPr lang="en-US" dirty="0" err="1"/>
              <a:t>Susținerea</a:t>
            </a:r>
            <a:r>
              <a:rPr lang="en-US" dirty="0"/>
              <a:t> </a:t>
            </a:r>
            <a:r>
              <a:rPr lang="en-US" dirty="0" err="1"/>
              <a:t>jurnalismului</a:t>
            </a:r>
            <a:endParaRPr lang="en-US" dirty="0"/>
          </a:p>
          <a:p>
            <a:pPr marL="285750" indent="-285750">
              <a:buClr>
                <a:schemeClr val="accent1"/>
              </a:buClr>
              <a:buFont typeface="Wingdings" panose="05000000000000000000" pitchFamily="2" charset="2"/>
              <a:buChar char="ü"/>
            </a:pPr>
            <a:r>
              <a:rPr lang="en-US" dirty="0" err="1"/>
              <a:t>Reglementarea</a:t>
            </a:r>
            <a:r>
              <a:rPr lang="en-US" dirty="0"/>
              <a:t> </a:t>
            </a:r>
            <a:r>
              <a:rPr lang="en-US" dirty="0" err="1"/>
              <a:t>rețelelor</a:t>
            </a:r>
            <a:r>
              <a:rPr lang="en-US" dirty="0"/>
              <a:t> </a:t>
            </a:r>
            <a:r>
              <a:rPr lang="en-US" dirty="0" err="1"/>
              <a:t>sociale</a:t>
            </a:r>
            <a:endParaRPr lang="ro-RO" dirty="0"/>
          </a:p>
          <a:p>
            <a:pPr marL="285750" indent="-285750">
              <a:buClr>
                <a:schemeClr val="accent1"/>
              </a:buClr>
              <a:buFont typeface="Wingdings" panose="05000000000000000000" pitchFamily="2" charset="2"/>
              <a:buChar char="ü"/>
            </a:pPr>
            <a:r>
              <a:rPr lang="en-US" dirty="0" err="1"/>
              <a:t>Sancțiuni</a:t>
            </a:r>
            <a:r>
              <a:rPr lang="en-US" dirty="0"/>
              <a:t> </a:t>
            </a:r>
            <a:r>
              <a:rPr lang="en-US" dirty="0" err="1"/>
              <a:t>împotriva</a:t>
            </a:r>
            <a:r>
              <a:rPr lang="en-US" dirty="0"/>
              <a:t> </a:t>
            </a:r>
            <a:r>
              <a:rPr lang="en-US" dirty="0" err="1"/>
              <a:t>dezinformării</a:t>
            </a:r>
            <a:r>
              <a:rPr lang="en-US" dirty="0"/>
              <a:t> </a:t>
            </a:r>
            <a:r>
              <a:rPr lang="en-US" dirty="0" err="1"/>
              <a:t>sponsorizate</a:t>
            </a:r>
            <a:r>
              <a:rPr lang="en-US" dirty="0"/>
              <a:t> de state </a:t>
            </a:r>
          </a:p>
          <a:p>
            <a:endParaRPr lang="ro-RO" dirty="0"/>
          </a:p>
          <a:p>
            <a:pPr>
              <a:buClr>
                <a:schemeClr val="accent1"/>
              </a:buClr>
            </a:pPr>
            <a:r>
              <a:rPr lang="ro-RO" sz="2000" b="1" u="sng" dirty="0">
                <a:solidFill>
                  <a:schemeClr val="accent1"/>
                </a:solidFill>
              </a:rPr>
              <a:t>La nivel personal:</a:t>
            </a:r>
          </a:p>
          <a:p>
            <a:pPr>
              <a:buClr>
                <a:schemeClr val="accent1"/>
              </a:buClr>
            </a:pPr>
            <a:endParaRPr lang="en-US" dirty="0"/>
          </a:p>
          <a:p>
            <a:pPr marL="285750" indent="-285750">
              <a:buClr>
                <a:schemeClr val="accent1"/>
              </a:buClr>
              <a:buFont typeface="Wingdings" panose="05000000000000000000" pitchFamily="2" charset="2"/>
              <a:buChar char="ü"/>
            </a:pPr>
            <a:r>
              <a:rPr lang="en-US" dirty="0" err="1"/>
              <a:t>Verificarea</a:t>
            </a:r>
            <a:r>
              <a:rPr lang="en-US" dirty="0"/>
              <a:t> </a:t>
            </a:r>
            <a:r>
              <a:rPr lang="ro-RO" dirty="0"/>
              <a:t>s</a:t>
            </a:r>
            <a:r>
              <a:rPr lang="en-US" dirty="0" err="1"/>
              <a:t>urselor</a:t>
            </a:r>
            <a:r>
              <a:rPr lang="en-US" dirty="0"/>
              <a:t> de </a:t>
            </a:r>
            <a:r>
              <a:rPr lang="ro-RO" dirty="0"/>
              <a:t>i</a:t>
            </a:r>
            <a:r>
              <a:rPr lang="en-US" dirty="0" err="1"/>
              <a:t>nformație</a:t>
            </a:r>
            <a:endParaRPr lang="ro-RO" dirty="0"/>
          </a:p>
          <a:p>
            <a:pPr marL="285750" indent="-285750">
              <a:buClr>
                <a:schemeClr val="accent1"/>
              </a:buClr>
              <a:buFont typeface="Wingdings" panose="05000000000000000000" pitchFamily="2" charset="2"/>
              <a:buChar char="ü"/>
            </a:pPr>
            <a:r>
              <a:rPr lang="en-US" dirty="0"/>
              <a:t>Analiza </a:t>
            </a:r>
            <a:r>
              <a:rPr lang="ro-RO" dirty="0"/>
              <a:t>c</a:t>
            </a:r>
            <a:r>
              <a:rPr lang="en-US" dirty="0" err="1"/>
              <a:t>ritică</a:t>
            </a:r>
            <a:r>
              <a:rPr lang="en-US" dirty="0"/>
              <a:t> a </a:t>
            </a:r>
            <a:r>
              <a:rPr lang="ro-RO" dirty="0"/>
              <a:t>c</a:t>
            </a:r>
            <a:r>
              <a:rPr lang="en-US" dirty="0" err="1"/>
              <a:t>onținutului</a:t>
            </a:r>
            <a:r>
              <a:rPr lang="en-US" dirty="0"/>
              <a:t> </a:t>
            </a:r>
            <a:r>
              <a:rPr lang="ro-RO" dirty="0"/>
              <a:t>o</a:t>
            </a:r>
            <a:r>
              <a:rPr lang="en-US" dirty="0" err="1"/>
              <a:t>nline</a:t>
            </a:r>
            <a:endParaRPr lang="ro-RO" dirty="0"/>
          </a:p>
          <a:p>
            <a:pPr marL="285750" indent="-285750">
              <a:buClr>
                <a:schemeClr val="accent1"/>
              </a:buClr>
              <a:buFont typeface="Wingdings" panose="05000000000000000000" pitchFamily="2" charset="2"/>
              <a:buChar char="ü"/>
            </a:pPr>
            <a:r>
              <a:rPr lang="en-US" dirty="0" err="1"/>
              <a:t>Evitarea</a:t>
            </a:r>
            <a:r>
              <a:rPr lang="en-US" dirty="0"/>
              <a:t> </a:t>
            </a:r>
            <a:r>
              <a:rPr lang="ro-RO" dirty="0"/>
              <a:t>d</a:t>
            </a:r>
            <a:r>
              <a:rPr lang="en-US" dirty="0" err="1"/>
              <a:t>istribuirii</a:t>
            </a:r>
            <a:r>
              <a:rPr lang="en-US" dirty="0"/>
              <a:t> </a:t>
            </a:r>
            <a:r>
              <a:rPr lang="ro-RO" dirty="0"/>
              <a:t>n</a:t>
            </a:r>
            <a:r>
              <a:rPr lang="en-US" dirty="0" err="1"/>
              <a:t>epremeditate</a:t>
            </a:r>
            <a:r>
              <a:rPr lang="en-US" dirty="0"/>
              <a:t> a </a:t>
            </a:r>
            <a:r>
              <a:rPr lang="ro-RO" dirty="0"/>
              <a:t>i</a:t>
            </a:r>
            <a:r>
              <a:rPr lang="en-US" dirty="0" err="1"/>
              <a:t>nformațiilor</a:t>
            </a:r>
            <a:endParaRPr lang="ro-RO" dirty="0"/>
          </a:p>
          <a:p>
            <a:pPr marL="285750" indent="-285750">
              <a:buClr>
                <a:schemeClr val="accent1"/>
              </a:buClr>
              <a:buFont typeface="Wingdings" panose="05000000000000000000" pitchFamily="2" charset="2"/>
              <a:buChar char="ü"/>
            </a:pPr>
            <a:r>
              <a:rPr lang="en-US" dirty="0" err="1"/>
              <a:t>Utilizarea</a:t>
            </a:r>
            <a:r>
              <a:rPr lang="en-US" dirty="0"/>
              <a:t> </a:t>
            </a:r>
            <a:r>
              <a:rPr lang="ro-RO" dirty="0"/>
              <a:t>u</a:t>
            </a:r>
            <a:r>
              <a:rPr lang="en-US" dirty="0" err="1"/>
              <a:t>neltelor</a:t>
            </a:r>
            <a:r>
              <a:rPr lang="en-US" dirty="0"/>
              <a:t> de Fact-Checking</a:t>
            </a:r>
            <a:endParaRPr lang="ro-RO" dirty="0"/>
          </a:p>
          <a:p>
            <a:pPr marL="285750" indent="-285750">
              <a:buClr>
                <a:schemeClr val="accent1"/>
              </a:buClr>
              <a:buFont typeface="Wingdings" panose="05000000000000000000" pitchFamily="2" charset="2"/>
              <a:buChar char="ü"/>
            </a:pPr>
            <a:r>
              <a:rPr lang="es-ES" dirty="0" err="1"/>
              <a:t>Învățarea</a:t>
            </a:r>
            <a:r>
              <a:rPr lang="es-ES" dirty="0"/>
              <a:t> </a:t>
            </a:r>
            <a:r>
              <a:rPr lang="es-ES" dirty="0" err="1"/>
              <a:t>și</a:t>
            </a:r>
            <a:r>
              <a:rPr lang="es-ES" dirty="0"/>
              <a:t> </a:t>
            </a:r>
            <a:r>
              <a:rPr lang="ro-RO" dirty="0"/>
              <a:t>e</a:t>
            </a:r>
            <a:r>
              <a:rPr lang="es-ES" dirty="0" err="1"/>
              <a:t>ducarea</a:t>
            </a:r>
            <a:r>
              <a:rPr lang="es-ES" dirty="0"/>
              <a:t> </a:t>
            </a:r>
            <a:r>
              <a:rPr lang="ro-RO" dirty="0"/>
              <a:t>c</a:t>
            </a:r>
            <a:r>
              <a:rPr lang="es-ES" dirty="0" err="1"/>
              <a:t>elor</a:t>
            </a:r>
            <a:r>
              <a:rPr lang="es-ES" dirty="0"/>
              <a:t> </a:t>
            </a:r>
            <a:r>
              <a:rPr lang="ro-RO" dirty="0"/>
              <a:t>d</a:t>
            </a:r>
            <a:r>
              <a:rPr lang="es-ES" dirty="0"/>
              <a:t>in </a:t>
            </a:r>
            <a:r>
              <a:rPr lang="ro-RO" dirty="0"/>
              <a:t>j</a:t>
            </a:r>
            <a:r>
              <a:rPr lang="es-ES" dirty="0" err="1"/>
              <a:t>ur</a:t>
            </a:r>
            <a:endParaRPr lang="en-US" dirty="0"/>
          </a:p>
        </p:txBody>
      </p:sp>
      <p:pic>
        <p:nvPicPr>
          <p:cNvPr id="11" name="Picture 10">
            <a:extLst>
              <a:ext uri="{FF2B5EF4-FFF2-40B4-BE49-F238E27FC236}">
                <a16:creationId xmlns:a16="http://schemas.microsoft.com/office/drawing/2014/main" id="{F062988A-07E2-3541-BF83-E4545B6CB458}"/>
              </a:ext>
            </a:extLst>
          </p:cNvPr>
          <p:cNvPicPr>
            <a:picLocks noChangeAspect="1"/>
          </p:cNvPicPr>
          <p:nvPr/>
        </p:nvPicPr>
        <p:blipFill>
          <a:blip r:embed="rId2"/>
          <a:stretch>
            <a:fillRect/>
          </a:stretch>
        </p:blipFill>
        <p:spPr>
          <a:xfrm>
            <a:off x="6211826" y="3986784"/>
            <a:ext cx="5061151" cy="2332012"/>
          </a:xfrm>
          <a:prstGeom prst="rect">
            <a:avLst/>
          </a:prstGeom>
        </p:spPr>
      </p:pic>
      <p:pic>
        <p:nvPicPr>
          <p:cNvPr id="15" name="Picture 14">
            <a:extLst>
              <a:ext uri="{FF2B5EF4-FFF2-40B4-BE49-F238E27FC236}">
                <a16:creationId xmlns:a16="http://schemas.microsoft.com/office/drawing/2014/main" id="{5EB88B62-C9C8-FDC1-50D2-73C0AF500AF6}"/>
              </a:ext>
            </a:extLst>
          </p:cNvPr>
          <p:cNvPicPr>
            <a:picLocks noChangeAspect="1"/>
          </p:cNvPicPr>
          <p:nvPr/>
        </p:nvPicPr>
        <p:blipFill>
          <a:blip r:embed="rId3"/>
          <a:stretch>
            <a:fillRect/>
          </a:stretch>
        </p:blipFill>
        <p:spPr>
          <a:xfrm>
            <a:off x="6211826" y="1333517"/>
            <a:ext cx="5077348" cy="2424455"/>
          </a:xfrm>
          <a:prstGeom prst="rect">
            <a:avLst/>
          </a:prstGeom>
        </p:spPr>
      </p:pic>
    </p:spTree>
    <p:extLst>
      <p:ext uri="{BB962C8B-B14F-4D97-AF65-F5344CB8AC3E}">
        <p14:creationId xmlns:p14="http://schemas.microsoft.com/office/powerpoint/2010/main" val="23666743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500"/>
                                        <p:tgtEl>
                                          <p:spTgt spid="7">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animEffect transition="in" filter="fade">
                                      <p:cBhvr>
                                        <p:cTn id="27" dur="500"/>
                                        <p:tgtEl>
                                          <p:spTgt spid="7">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xEl>
                                              <p:pRg st="9" end="9"/>
                                            </p:txEl>
                                          </p:spTgt>
                                        </p:tgtEl>
                                        <p:attrNameLst>
                                          <p:attrName>style.visibility</p:attrName>
                                        </p:attrNameLst>
                                      </p:cBhvr>
                                      <p:to>
                                        <p:strVal val="visible"/>
                                      </p:to>
                                    </p:set>
                                    <p:animEffect transition="in" filter="fade">
                                      <p:cBhvr>
                                        <p:cTn id="30" dur="500"/>
                                        <p:tgtEl>
                                          <p:spTgt spid="7">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xEl>
                                              <p:pRg st="10" end="10"/>
                                            </p:txEl>
                                          </p:spTgt>
                                        </p:tgtEl>
                                        <p:attrNameLst>
                                          <p:attrName>style.visibility</p:attrName>
                                        </p:attrNameLst>
                                      </p:cBhvr>
                                      <p:to>
                                        <p:strVal val="visible"/>
                                      </p:to>
                                    </p:set>
                                    <p:animEffect transition="in" filter="fade">
                                      <p:cBhvr>
                                        <p:cTn id="33" dur="500"/>
                                        <p:tgtEl>
                                          <p:spTgt spid="7">
                                            <p:txEl>
                                              <p:pRg st="10" end="1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7">
                                            <p:txEl>
                                              <p:pRg st="11" end="11"/>
                                            </p:txEl>
                                          </p:spTgt>
                                        </p:tgtEl>
                                        <p:attrNameLst>
                                          <p:attrName>style.visibility</p:attrName>
                                        </p:attrNameLst>
                                      </p:cBhvr>
                                      <p:to>
                                        <p:strVal val="visible"/>
                                      </p:to>
                                    </p:set>
                                    <p:animEffect transition="in" filter="fade">
                                      <p:cBhvr>
                                        <p:cTn id="36" dur="500"/>
                                        <p:tgtEl>
                                          <p:spTgt spid="7">
                                            <p:txEl>
                                              <p:pRg st="11" end="11"/>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7">
                                            <p:txEl>
                                              <p:pRg st="12" end="12"/>
                                            </p:txEl>
                                          </p:spTgt>
                                        </p:tgtEl>
                                        <p:attrNameLst>
                                          <p:attrName>style.visibility</p:attrName>
                                        </p:attrNameLst>
                                      </p:cBhvr>
                                      <p:to>
                                        <p:strVal val="visible"/>
                                      </p:to>
                                    </p:set>
                                    <p:animEffect transition="in" filter="fade">
                                      <p:cBhvr>
                                        <p:cTn id="39" dur="500"/>
                                        <p:tgtEl>
                                          <p:spTgt spid="7">
                                            <p:txEl>
                                              <p:pRg st="12" end="1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7">
                                            <p:txEl>
                                              <p:pRg st="13" end="13"/>
                                            </p:txEl>
                                          </p:spTgt>
                                        </p:tgtEl>
                                        <p:attrNameLst>
                                          <p:attrName>style.visibility</p:attrName>
                                        </p:attrNameLst>
                                      </p:cBhvr>
                                      <p:to>
                                        <p:strVal val="visible"/>
                                      </p:to>
                                    </p:set>
                                    <p:animEffect transition="in" filter="fade">
                                      <p:cBhvr>
                                        <p:cTn id="42" dur="500"/>
                                        <p:tgtEl>
                                          <p:spTgt spid="7">
                                            <p:txEl>
                                              <p:pRg st="13" end="13"/>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4E14-D3F9-F4C5-AFB6-94D6DA09D8EF}"/>
              </a:ext>
            </a:extLst>
          </p:cNvPr>
          <p:cNvSpPr>
            <a:spLocks noGrp="1"/>
          </p:cNvSpPr>
          <p:nvPr>
            <p:ph type="title"/>
          </p:nvPr>
        </p:nvSpPr>
        <p:spPr>
          <a:xfrm>
            <a:off x="644651" y="156223"/>
            <a:ext cx="10506456" cy="1356360"/>
          </a:xfrm>
        </p:spPr>
        <p:txBody>
          <a:bodyPr/>
          <a:lstStyle/>
          <a:p>
            <a:r>
              <a:rPr lang="en-US" dirty="0" err="1"/>
              <a:t>Influența</a:t>
            </a:r>
            <a:r>
              <a:rPr lang="en-US" dirty="0"/>
              <a:t> </a:t>
            </a:r>
            <a:r>
              <a:rPr lang="ro-RO" dirty="0"/>
              <a:t>e</a:t>
            </a:r>
            <a:r>
              <a:rPr lang="en-US" dirty="0" err="1"/>
              <a:t>xternă</a:t>
            </a:r>
            <a:r>
              <a:rPr lang="en-US" dirty="0"/>
              <a:t> a </a:t>
            </a:r>
            <a:r>
              <a:rPr lang="en-US" dirty="0" err="1"/>
              <a:t>Rusiei</a:t>
            </a:r>
            <a:r>
              <a:rPr lang="en-US" dirty="0"/>
              <a:t> </a:t>
            </a:r>
            <a:r>
              <a:rPr lang="en-US" dirty="0" err="1"/>
              <a:t>în</a:t>
            </a:r>
            <a:r>
              <a:rPr lang="en-US" dirty="0"/>
              <a:t> </a:t>
            </a:r>
            <a:r>
              <a:rPr lang="ro-RO" dirty="0"/>
              <a:t>p</a:t>
            </a:r>
            <a:r>
              <a:rPr lang="en-US" dirty="0" err="1"/>
              <a:t>oliticile</a:t>
            </a:r>
            <a:r>
              <a:rPr lang="en-US" dirty="0"/>
              <a:t> </a:t>
            </a:r>
            <a:r>
              <a:rPr lang="ro-RO" dirty="0"/>
              <a:t>i</a:t>
            </a:r>
            <a:r>
              <a:rPr lang="en-US" dirty="0" err="1"/>
              <a:t>ntern</a:t>
            </a:r>
            <a:r>
              <a:rPr lang="ro-RO" dirty="0"/>
              <a:t>e</a:t>
            </a:r>
            <a:endParaRPr lang="en-US" dirty="0"/>
          </a:p>
        </p:txBody>
      </p:sp>
      <p:sp>
        <p:nvSpPr>
          <p:cNvPr id="3" name="Text Placeholder 2">
            <a:extLst>
              <a:ext uri="{FF2B5EF4-FFF2-40B4-BE49-F238E27FC236}">
                <a16:creationId xmlns:a16="http://schemas.microsoft.com/office/drawing/2014/main" id="{283069A2-AF03-C09E-F853-D7DAA3887A54}"/>
              </a:ext>
            </a:extLst>
          </p:cNvPr>
          <p:cNvSpPr>
            <a:spLocks noGrp="1"/>
          </p:cNvSpPr>
          <p:nvPr>
            <p:ph type="body" idx="1"/>
          </p:nvPr>
        </p:nvSpPr>
        <p:spPr>
          <a:xfrm>
            <a:off x="740663" y="1339211"/>
            <a:ext cx="5284271" cy="918807"/>
          </a:xfrm>
        </p:spPr>
        <p:txBody>
          <a:bodyPr/>
          <a:lstStyle/>
          <a:p>
            <a:r>
              <a:rPr lang="en-US" dirty="0" err="1"/>
              <a:t>Influența</a:t>
            </a:r>
            <a:r>
              <a:rPr lang="en-US" dirty="0"/>
              <a:t> </a:t>
            </a:r>
            <a:r>
              <a:rPr lang="en-US" dirty="0" err="1"/>
              <a:t>în</a:t>
            </a:r>
            <a:r>
              <a:rPr lang="en-US" dirty="0"/>
              <a:t> Republica Moldova</a:t>
            </a:r>
          </a:p>
        </p:txBody>
      </p:sp>
      <p:sp>
        <p:nvSpPr>
          <p:cNvPr id="4" name="Content Placeholder 3">
            <a:extLst>
              <a:ext uri="{FF2B5EF4-FFF2-40B4-BE49-F238E27FC236}">
                <a16:creationId xmlns:a16="http://schemas.microsoft.com/office/drawing/2014/main" id="{1689024D-347F-9484-8145-23EFDA7FC146}"/>
              </a:ext>
            </a:extLst>
          </p:cNvPr>
          <p:cNvSpPr>
            <a:spLocks noGrp="1"/>
          </p:cNvSpPr>
          <p:nvPr>
            <p:ph sz="half" idx="2"/>
          </p:nvPr>
        </p:nvSpPr>
        <p:spPr>
          <a:xfrm>
            <a:off x="740663" y="2258017"/>
            <a:ext cx="4809745" cy="3803157"/>
          </a:xfrm>
        </p:spPr>
        <p:txBody>
          <a:bodyPr/>
          <a:lstStyle/>
          <a:p>
            <a:r>
              <a:rPr lang="en-US" dirty="0" err="1">
                <a:solidFill>
                  <a:schemeClr val="tx1"/>
                </a:solidFill>
              </a:rPr>
              <a:t>Sprijinirea</a:t>
            </a:r>
            <a:r>
              <a:rPr lang="en-US" dirty="0">
                <a:solidFill>
                  <a:schemeClr val="tx1"/>
                </a:solidFill>
              </a:rPr>
              <a:t> </a:t>
            </a:r>
            <a:r>
              <a:rPr lang="en-US" dirty="0" err="1">
                <a:solidFill>
                  <a:schemeClr val="tx1"/>
                </a:solidFill>
              </a:rPr>
              <a:t>partidelor</a:t>
            </a:r>
            <a:r>
              <a:rPr lang="en-US" dirty="0">
                <a:solidFill>
                  <a:schemeClr val="tx1"/>
                </a:solidFill>
              </a:rPr>
              <a:t> pro-ruse </a:t>
            </a:r>
            <a:endParaRPr lang="ro-RO" dirty="0">
              <a:solidFill>
                <a:schemeClr val="tx1"/>
              </a:solidFill>
            </a:endParaRPr>
          </a:p>
          <a:p>
            <a:r>
              <a:rPr lang="en-US" dirty="0" err="1">
                <a:solidFill>
                  <a:schemeClr val="tx1"/>
                </a:solidFill>
              </a:rPr>
              <a:t>Manipularea</a:t>
            </a:r>
            <a:r>
              <a:rPr lang="en-US" dirty="0">
                <a:solidFill>
                  <a:schemeClr val="tx1"/>
                </a:solidFill>
              </a:rPr>
              <a:t> </a:t>
            </a:r>
            <a:r>
              <a:rPr lang="en-US" dirty="0" err="1">
                <a:solidFill>
                  <a:schemeClr val="tx1"/>
                </a:solidFill>
              </a:rPr>
              <a:t>informației</a:t>
            </a:r>
            <a:r>
              <a:rPr lang="en-US" dirty="0">
                <a:solidFill>
                  <a:schemeClr val="tx1"/>
                </a:solidFill>
              </a:rPr>
              <a:t> </a:t>
            </a:r>
            <a:r>
              <a:rPr lang="en-US" dirty="0" err="1">
                <a:solidFill>
                  <a:schemeClr val="tx1"/>
                </a:solidFill>
              </a:rPr>
              <a:t>prin</a:t>
            </a:r>
            <a:r>
              <a:rPr lang="en-US" dirty="0">
                <a:solidFill>
                  <a:schemeClr val="tx1"/>
                </a:solidFill>
              </a:rPr>
              <a:t> </a:t>
            </a:r>
            <a:r>
              <a:rPr lang="en-US" dirty="0" err="1">
                <a:solidFill>
                  <a:schemeClr val="tx1"/>
                </a:solidFill>
              </a:rPr>
              <a:t>televiziunile</a:t>
            </a:r>
            <a:r>
              <a:rPr lang="en-US" dirty="0">
                <a:solidFill>
                  <a:schemeClr val="tx1"/>
                </a:solidFill>
              </a:rPr>
              <a:t> </a:t>
            </a:r>
            <a:r>
              <a:rPr lang="en-US" dirty="0" err="1">
                <a:solidFill>
                  <a:schemeClr val="tx1"/>
                </a:solidFill>
              </a:rPr>
              <a:t>rusești</a:t>
            </a:r>
            <a:endParaRPr lang="en-US" dirty="0">
              <a:solidFill>
                <a:schemeClr val="tx1"/>
              </a:solidFill>
            </a:endParaRPr>
          </a:p>
        </p:txBody>
      </p:sp>
      <p:sp>
        <p:nvSpPr>
          <p:cNvPr id="5" name="Text Placeholder 4">
            <a:extLst>
              <a:ext uri="{FF2B5EF4-FFF2-40B4-BE49-F238E27FC236}">
                <a16:creationId xmlns:a16="http://schemas.microsoft.com/office/drawing/2014/main" id="{EF36B68F-C998-3A96-7E49-1B7E73E3FE75}"/>
              </a:ext>
            </a:extLst>
          </p:cNvPr>
          <p:cNvSpPr>
            <a:spLocks noGrp="1"/>
          </p:cNvSpPr>
          <p:nvPr>
            <p:ph type="body" sz="quarter" idx="3"/>
          </p:nvPr>
        </p:nvSpPr>
        <p:spPr>
          <a:xfrm>
            <a:off x="5866836" y="1339210"/>
            <a:ext cx="5284271" cy="918807"/>
          </a:xfrm>
        </p:spPr>
        <p:txBody>
          <a:bodyPr/>
          <a:lstStyle/>
          <a:p>
            <a:r>
              <a:rPr lang="ro-RO" dirty="0"/>
              <a:t>Influența în </a:t>
            </a:r>
            <a:r>
              <a:rPr lang="en-US" dirty="0" err="1"/>
              <a:t>România</a:t>
            </a:r>
            <a:endParaRPr lang="en-US" dirty="0"/>
          </a:p>
        </p:txBody>
      </p:sp>
      <p:sp>
        <p:nvSpPr>
          <p:cNvPr id="6" name="Content Placeholder 5">
            <a:extLst>
              <a:ext uri="{FF2B5EF4-FFF2-40B4-BE49-F238E27FC236}">
                <a16:creationId xmlns:a16="http://schemas.microsoft.com/office/drawing/2014/main" id="{A757F119-5383-27FA-E787-D251FE1C58DC}"/>
              </a:ext>
            </a:extLst>
          </p:cNvPr>
          <p:cNvSpPr>
            <a:spLocks noGrp="1"/>
          </p:cNvSpPr>
          <p:nvPr>
            <p:ph sz="quarter" idx="4"/>
          </p:nvPr>
        </p:nvSpPr>
        <p:spPr>
          <a:xfrm>
            <a:off x="5866836" y="2265881"/>
            <a:ext cx="5663748" cy="3796039"/>
          </a:xfrm>
        </p:spPr>
        <p:txBody>
          <a:bodyPr/>
          <a:lstStyle/>
          <a:p>
            <a:r>
              <a:rPr lang="en-US" dirty="0" err="1">
                <a:solidFill>
                  <a:schemeClr val="tx1"/>
                </a:solidFill>
              </a:rPr>
              <a:t>Susținerea</a:t>
            </a:r>
            <a:r>
              <a:rPr lang="en-US" dirty="0">
                <a:solidFill>
                  <a:schemeClr val="tx1"/>
                </a:solidFill>
              </a:rPr>
              <a:t> </a:t>
            </a:r>
            <a:r>
              <a:rPr lang="en-US" dirty="0" err="1">
                <a:solidFill>
                  <a:schemeClr val="tx1"/>
                </a:solidFill>
              </a:rPr>
              <a:t>partidelor</a:t>
            </a:r>
            <a:r>
              <a:rPr lang="en-US" dirty="0">
                <a:solidFill>
                  <a:schemeClr val="tx1"/>
                </a:solidFill>
              </a:rPr>
              <a:t> extremist</a:t>
            </a:r>
            <a:r>
              <a:rPr lang="ro-RO" dirty="0">
                <a:solidFill>
                  <a:schemeClr val="tx1"/>
                </a:solidFill>
              </a:rPr>
              <a:t>e</a:t>
            </a:r>
          </a:p>
          <a:p>
            <a:r>
              <a:rPr lang="it-IT" dirty="0">
                <a:solidFill>
                  <a:schemeClr val="tx1"/>
                </a:solidFill>
              </a:rPr>
              <a:t>Promovarea narativelor anti-UE și anti-NATO</a:t>
            </a:r>
            <a:endParaRPr lang="en-US" dirty="0">
              <a:solidFill>
                <a:schemeClr val="tx1"/>
              </a:solidFill>
            </a:endParaRPr>
          </a:p>
        </p:txBody>
      </p:sp>
      <p:cxnSp>
        <p:nvCxnSpPr>
          <p:cNvPr id="8" name="Straight Connector 7">
            <a:extLst>
              <a:ext uri="{FF2B5EF4-FFF2-40B4-BE49-F238E27FC236}">
                <a16:creationId xmlns:a16="http://schemas.microsoft.com/office/drawing/2014/main" id="{4CE359BE-388A-45E7-480D-91281F6CEDE4}"/>
              </a:ext>
            </a:extLst>
          </p:cNvPr>
          <p:cNvCxnSpPr/>
          <p:nvPr/>
        </p:nvCxnSpPr>
        <p:spPr>
          <a:xfrm>
            <a:off x="192024" y="1344168"/>
            <a:ext cx="11804904"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C8BAAE23-F7D1-4423-CD49-D0C99F8C8942}"/>
              </a:ext>
            </a:extLst>
          </p:cNvPr>
          <p:cNvPicPr>
            <a:picLocks noChangeAspect="1"/>
          </p:cNvPicPr>
          <p:nvPr/>
        </p:nvPicPr>
        <p:blipFill>
          <a:blip r:embed="rId2"/>
          <a:stretch>
            <a:fillRect/>
          </a:stretch>
        </p:blipFill>
        <p:spPr>
          <a:xfrm>
            <a:off x="902143" y="3648280"/>
            <a:ext cx="3614993" cy="2789096"/>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8816F435-DC13-1DFD-87CB-1FC12A327922}"/>
              </a:ext>
            </a:extLst>
          </p:cNvPr>
          <p:cNvPicPr>
            <a:picLocks noChangeAspect="1"/>
          </p:cNvPicPr>
          <p:nvPr/>
        </p:nvPicPr>
        <p:blipFill>
          <a:blip r:embed="rId3"/>
          <a:srcRect r="50693"/>
          <a:stretch/>
        </p:blipFill>
        <p:spPr>
          <a:xfrm>
            <a:off x="6024934" y="3319272"/>
            <a:ext cx="4549141" cy="3241737"/>
          </a:xfrm>
          <a:prstGeom prst="rect">
            <a:avLst/>
          </a:prstGeom>
        </p:spPr>
      </p:pic>
    </p:spTree>
    <p:extLst>
      <p:ext uri="{BB962C8B-B14F-4D97-AF65-F5344CB8AC3E}">
        <p14:creationId xmlns:p14="http://schemas.microsoft.com/office/powerpoint/2010/main" val="5555928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500"/>
                                        <p:tgtEl>
                                          <p:spTgt spid="5">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fade">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50F989D-43B9-409C-AB67-55F360424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dirty="0"/>
          </a:p>
        </p:txBody>
      </p:sp>
      <p:pic>
        <p:nvPicPr>
          <p:cNvPr id="7" name="Picture 6" descr="A blue line graph on a white background&#10;&#10;AI-generated content may be incorrect.">
            <a:extLst>
              <a:ext uri="{FF2B5EF4-FFF2-40B4-BE49-F238E27FC236}">
                <a16:creationId xmlns:a16="http://schemas.microsoft.com/office/drawing/2014/main" id="{64B4BC44-A439-E47C-3C99-46B608742D7B}"/>
              </a:ext>
            </a:extLst>
          </p:cNvPr>
          <p:cNvPicPr>
            <a:picLocks noChangeAspect="1"/>
          </p:cNvPicPr>
          <p:nvPr/>
        </p:nvPicPr>
        <p:blipFill>
          <a:blip r:embed="rId2"/>
          <a:stretch>
            <a:fillRect/>
          </a:stretch>
        </p:blipFill>
        <p:spPr>
          <a:xfrm>
            <a:off x="830031" y="526241"/>
            <a:ext cx="10546735" cy="2943058"/>
          </a:xfrm>
          <a:prstGeom prst="rect">
            <a:avLst/>
          </a:prstGeom>
        </p:spPr>
      </p:pic>
      <p:sp>
        <p:nvSpPr>
          <p:cNvPr id="8" name="TextBox 7">
            <a:extLst>
              <a:ext uri="{FF2B5EF4-FFF2-40B4-BE49-F238E27FC236}">
                <a16:creationId xmlns:a16="http://schemas.microsoft.com/office/drawing/2014/main" id="{DAAFE6BE-3A65-087C-07AD-D259F5C9AFA0}"/>
              </a:ext>
            </a:extLst>
          </p:cNvPr>
          <p:cNvSpPr txBox="1"/>
          <p:nvPr/>
        </p:nvSpPr>
        <p:spPr>
          <a:xfrm>
            <a:off x="830031" y="3861029"/>
            <a:ext cx="8367612" cy="646331"/>
          </a:xfrm>
          <a:prstGeom prst="rect">
            <a:avLst/>
          </a:prstGeom>
          <a:noFill/>
        </p:spPr>
        <p:txBody>
          <a:bodyPr wrap="none" rtlCol="0">
            <a:spAutoFit/>
          </a:bodyPr>
          <a:lstStyle/>
          <a:p>
            <a:r>
              <a:rPr lang="ro-RO" noProof="0" dirty="0"/>
              <a:t>Martie 2020: Declararea stării de urgență în România pe perioada pandemiei COVID 19</a:t>
            </a:r>
          </a:p>
          <a:p>
            <a:endParaRPr lang="ro-RO" noProof="0" dirty="0"/>
          </a:p>
        </p:txBody>
      </p:sp>
      <p:sp>
        <p:nvSpPr>
          <p:cNvPr id="9" name="TextBox 8">
            <a:extLst>
              <a:ext uri="{FF2B5EF4-FFF2-40B4-BE49-F238E27FC236}">
                <a16:creationId xmlns:a16="http://schemas.microsoft.com/office/drawing/2014/main" id="{E4B28CED-11C9-B125-4CF7-BD83746B70EE}"/>
              </a:ext>
            </a:extLst>
          </p:cNvPr>
          <p:cNvSpPr txBox="1"/>
          <p:nvPr/>
        </p:nvSpPr>
        <p:spPr>
          <a:xfrm>
            <a:off x="830031" y="4337519"/>
            <a:ext cx="4578305" cy="646331"/>
          </a:xfrm>
          <a:prstGeom prst="rect">
            <a:avLst/>
          </a:prstGeom>
          <a:noFill/>
        </p:spPr>
        <p:txBody>
          <a:bodyPr wrap="none" rtlCol="0">
            <a:spAutoFit/>
          </a:bodyPr>
          <a:lstStyle/>
          <a:p>
            <a:r>
              <a:rPr lang="ro-RO" noProof="0" dirty="0"/>
              <a:t>Martie 2022: Declanșarea războiului în Ucraina</a:t>
            </a:r>
          </a:p>
          <a:p>
            <a:endParaRPr lang="ro-RO" noProof="0" dirty="0"/>
          </a:p>
        </p:txBody>
      </p:sp>
      <p:sp>
        <p:nvSpPr>
          <p:cNvPr id="11" name="TextBox 10">
            <a:extLst>
              <a:ext uri="{FF2B5EF4-FFF2-40B4-BE49-F238E27FC236}">
                <a16:creationId xmlns:a16="http://schemas.microsoft.com/office/drawing/2014/main" id="{A365F8F9-5A61-C2BB-5C26-09620856CCA9}"/>
              </a:ext>
            </a:extLst>
          </p:cNvPr>
          <p:cNvSpPr txBox="1"/>
          <p:nvPr/>
        </p:nvSpPr>
        <p:spPr>
          <a:xfrm>
            <a:off x="830031" y="4814009"/>
            <a:ext cx="5177197" cy="646331"/>
          </a:xfrm>
          <a:prstGeom prst="rect">
            <a:avLst/>
          </a:prstGeom>
          <a:noFill/>
        </p:spPr>
        <p:txBody>
          <a:bodyPr wrap="square" rtlCol="0">
            <a:spAutoFit/>
          </a:bodyPr>
          <a:lstStyle/>
          <a:p>
            <a:r>
              <a:rPr lang="ro-RO" noProof="0" dirty="0"/>
              <a:t>Decembrie 2024: Alegeri Prezidențiale în România</a:t>
            </a:r>
          </a:p>
          <a:p>
            <a:endParaRPr lang="ro-RO" noProof="0" dirty="0"/>
          </a:p>
        </p:txBody>
      </p:sp>
    </p:spTree>
    <p:extLst>
      <p:ext uri="{BB962C8B-B14F-4D97-AF65-F5344CB8AC3E}">
        <p14:creationId xmlns:p14="http://schemas.microsoft.com/office/powerpoint/2010/main" val="279542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checkerboard(across)">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edge">
                                      <p:cBhvr>
                                        <p:cTn id="18"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55" name="Rectangle 1054">
            <a:extLst>
              <a:ext uri="{FF2B5EF4-FFF2-40B4-BE49-F238E27FC236}">
                <a16:creationId xmlns:a16="http://schemas.microsoft.com/office/drawing/2014/main" id="{150F989D-43B9-409C-AB67-55F360424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CD8416F-A3CB-D417-5EDC-FD1CFAF08D96}"/>
              </a:ext>
            </a:extLst>
          </p:cNvPr>
          <p:cNvSpPr>
            <a:spLocks noGrp="1"/>
          </p:cNvSpPr>
          <p:nvPr>
            <p:ph type="title"/>
          </p:nvPr>
        </p:nvSpPr>
        <p:spPr>
          <a:xfrm>
            <a:off x="5745742" y="430224"/>
            <a:ext cx="4334469" cy="1356360"/>
          </a:xfrm>
        </p:spPr>
        <p:txBody>
          <a:bodyPr vert="horz" lIns="91440" tIns="45720" rIns="91440" bIns="45720" rtlCol="0" anchor="ctr">
            <a:normAutofit/>
          </a:bodyPr>
          <a:lstStyle/>
          <a:p>
            <a:pPr algn="ctr"/>
            <a:r>
              <a:rPr lang="en-US" noProof="0" dirty="0"/>
              <a:t>(</a:t>
            </a:r>
            <a:r>
              <a:rPr lang="en-US" noProof="0" dirty="0" err="1"/>
              <a:t>scoase</a:t>
            </a:r>
            <a:r>
              <a:rPr lang="en-US" noProof="0" dirty="0"/>
              <a:t> din) Context</a:t>
            </a:r>
            <a:endParaRPr lang="en-US" dirty="0"/>
          </a:p>
        </p:txBody>
      </p:sp>
      <p:pic>
        <p:nvPicPr>
          <p:cNvPr id="1026" name="Picture 2" descr="Calin Georgescu – Voteaza! Calin Georgescu Presedinte">
            <a:extLst>
              <a:ext uri="{FF2B5EF4-FFF2-40B4-BE49-F238E27FC236}">
                <a16:creationId xmlns:a16="http://schemas.microsoft.com/office/drawing/2014/main" id="{15E397B7-E809-5FCD-B8FF-466D9921E3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214" r="10548" b="1"/>
          <a:stretch/>
        </p:blipFill>
        <p:spPr bwMode="auto">
          <a:xfrm>
            <a:off x="223336" y="243840"/>
            <a:ext cx="3646837" cy="63779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4C7FABD-3A81-E3FF-3FD3-8BCB2BD12FFA}"/>
              </a:ext>
            </a:extLst>
          </p:cNvPr>
          <p:cNvSpPr txBox="1"/>
          <p:nvPr/>
        </p:nvSpPr>
        <p:spPr>
          <a:xfrm>
            <a:off x="4607799" y="1911860"/>
            <a:ext cx="6937513" cy="4038600"/>
          </a:xfrm>
          <a:prstGeom prst="rect">
            <a:avLst/>
          </a:prstGeom>
        </p:spPr>
        <p:txBody>
          <a:bodyPr vert="horz" lIns="91440" tIns="45720" rIns="91440" bIns="45720" rtlCol="0">
            <a:normAutofit/>
          </a:bodyPr>
          <a:lstStyle/>
          <a:p>
            <a:pPr indent="-182880" defTabSz="914400">
              <a:lnSpc>
                <a:spcPct val="90000"/>
              </a:lnSpc>
              <a:spcAft>
                <a:spcPts val="600"/>
              </a:spcAft>
              <a:buClr>
                <a:schemeClr val="accent1"/>
              </a:buClr>
              <a:buSzPct val="80000"/>
              <a:buFont typeface="Corbel" pitchFamily="34" charset="0"/>
              <a:buChar char="•"/>
            </a:pPr>
            <a:r>
              <a:rPr lang="ro-RO" sz="2200" noProof="0" dirty="0">
                <a:solidFill>
                  <a:schemeClr val="accent1"/>
                </a:solidFill>
                <a:effectLst/>
              </a:rPr>
              <a:t>Câștigarea primului tur al alegerilor prezidențiale din România de către Călin Georgescu a reprezentat o surpriză imensă, obținând aproape 23% din numărul total de voturi.</a:t>
            </a:r>
          </a:p>
          <a:p>
            <a:pPr indent="-182880" defTabSz="914400">
              <a:lnSpc>
                <a:spcPct val="90000"/>
              </a:lnSpc>
              <a:spcAft>
                <a:spcPts val="600"/>
              </a:spcAft>
              <a:buClr>
                <a:schemeClr val="accent1"/>
              </a:buClr>
              <a:buSzPct val="80000"/>
              <a:buFont typeface="Corbel" pitchFamily="34" charset="0"/>
              <a:buChar char="•"/>
            </a:pPr>
            <a:r>
              <a:rPr lang="ro-RO" sz="2200" dirty="0">
                <a:solidFill>
                  <a:schemeClr val="accent1"/>
                </a:solidFill>
                <a:effectLst/>
              </a:rPr>
              <a:t>Puțin cunoscut publicului larg înainte de alegerile prezidențiale, candidatul a fost creditat cu mai puțin de 1% din intențiile de vot în sondajele efectuate cu patru săptămâni înainte de scrutin și cu 10,6% din intențiile de vot între 20 și 21 noiembrie</a:t>
            </a:r>
            <a:r>
              <a:rPr lang="ro-RO" sz="2200" dirty="0">
                <a:solidFill>
                  <a:schemeClr val="accent1"/>
                </a:solidFill>
              </a:rPr>
              <a:t>.</a:t>
            </a:r>
          </a:p>
          <a:p>
            <a:pPr indent="-182880" defTabSz="914400">
              <a:lnSpc>
                <a:spcPct val="90000"/>
              </a:lnSpc>
              <a:spcAft>
                <a:spcPts val="600"/>
              </a:spcAft>
              <a:buClr>
                <a:schemeClr val="accent1"/>
              </a:buClr>
              <a:buSzPct val="80000"/>
              <a:buFont typeface="Corbel" pitchFamily="34" charset="0"/>
              <a:buChar char="•"/>
            </a:pPr>
            <a:r>
              <a:rPr lang="ro-RO" sz="2200" dirty="0">
                <a:solidFill>
                  <a:schemeClr val="accent1"/>
                </a:solidFill>
                <a:effectLst/>
              </a:rPr>
              <a:t>În urma acestor rezultate, numeroase analize au evidențiat existența unor fenomene digitale</a:t>
            </a:r>
            <a:r>
              <a:rPr lang="ro-RO" sz="2200" dirty="0">
                <a:solidFill>
                  <a:schemeClr val="accent1"/>
                </a:solidFill>
              </a:rPr>
              <a:t> </a:t>
            </a:r>
            <a:r>
              <a:rPr lang="ro-RO" sz="2200" dirty="0">
                <a:solidFill>
                  <a:schemeClr val="accent1"/>
                </a:solidFill>
                <a:effectLst/>
              </a:rPr>
              <a:t>informaționale menite să perturbe buna desfășurare a alegerilor.</a:t>
            </a:r>
            <a:endParaRPr lang="ro-RO" sz="2200" noProof="0" dirty="0">
              <a:solidFill>
                <a:schemeClr val="accent1"/>
              </a:solidFill>
              <a:effectLst/>
            </a:endParaRPr>
          </a:p>
          <a:p>
            <a:pPr indent="-182880" defTabSz="914400">
              <a:lnSpc>
                <a:spcPct val="90000"/>
              </a:lnSpc>
              <a:spcAft>
                <a:spcPts val="600"/>
              </a:spcAft>
              <a:buClr>
                <a:schemeClr val="accent1"/>
              </a:buClr>
              <a:buSzPct val="80000"/>
              <a:buFont typeface="Corbel" pitchFamily="34" charset="0"/>
              <a:buChar char="•"/>
            </a:pPr>
            <a:endParaRPr lang="ro-RO" sz="2200" noProof="0" dirty="0">
              <a:solidFill>
                <a:schemeClr val="accent1"/>
              </a:solidFill>
            </a:endParaRPr>
          </a:p>
        </p:txBody>
      </p:sp>
      <p:sp>
        <p:nvSpPr>
          <p:cNvPr id="4" name="TextBox 3">
            <a:extLst>
              <a:ext uri="{FF2B5EF4-FFF2-40B4-BE49-F238E27FC236}">
                <a16:creationId xmlns:a16="http://schemas.microsoft.com/office/drawing/2014/main" id="{56B8E289-0E18-F647-BCF8-F411AA6C703B}"/>
              </a:ext>
            </a:extLst>
          </p:cNvPr>
          <p:cNvSpPr txBox="1"/>
          <p:nvPr/>
        </p:nvSpPr>
        <p:spPr>
          <a:xfrm>
            <a:off x="4441783" y="2057400"/>
            <a:ext cx="6693061" cy="4038600"/>
          </a:xfrm>
          <a:prstGeom prst="rect">
            <a:avLst/>
          </a:prstGeom>
        </p:spPr>
        <p:txBody>
          <a:bodyPr vert="horz" lIns="91440" tIns="45720" rIns="91440" bIns="45720" rtlCol="0">
            <a:normAutofit/>
          </a:bodyPr>
          <a:lstStyle/>
          <a:p>
            <a:pPr indent="-182880" defTabSz="914400">
              <a:lnSpc>
                <a:spcPct val="90000"/>
              </a:lnSpc>
              <a:spcAft>
                <a:spcPts val="600"/>
              </a:spcAft>
              <a:buClr>
                <a:schemeClr val="accent1"/>
              </a:buClr>
              <a:buSzPct val="80000"/>
              <a:buFont typeface="Corbel" pitchFamily="34" charset="0"/>
              <a:buChar char="•"/>
            </a:pPr>
            <a:endParaRPr lang="en-US" noProof="0" dirty="0">
              <a:solidFill>
                <a:srgbClr val="FFFFFF"/>
              </a:solidFill>
            </a:endParaRPr>
          </a:p>
        </p:txBody>
      </p:sp>
      <p:sp>
        <p:nvSpPr>
          <p:cNvPr id="8" name="TextBox 7">
            <a:extLst>
              <a:ext uri="{FF2B5EF4-FFF2-40B4-BE49-F238E27FC236}">
                <a16:creationId xmlns:a16="http://schemas.microsoft.com/office/drawing/2014/main" id="{5DCAD6E8-E45B-9D68-6928-095AFC17DC90}"/>
              </a:ext>
            </a:extLst>
          </p:cNvPr>
          <p:cNvSpPr txBox="1"/>
          <p:nvPr/>
        </p:nvSpPr>
        <p:spPr>
          <a:xfrm>
            <a:off x="1229031" y="4844745"/>
            <a:ext cx="3873911" cy="369332"/>
          </a:xfrm>
          <a:prstGeom prst="rect">
            <a:avLst/>
          </a:prstGeom>
          <a:noFill/>
        </p:spPr>
        <p:txBody>
          <a:bodyPr wrap="square">
            <a:spAutoFit/>
          </a:bodyPr>
          <a:lstStyle/>
          <a:p>
            <a:endParaRPr lang="ro-RO" noProof="0" dirty="0"/>
          </a:p>
        </p:txBody>
      </p:sp>
    </p:spTree>
    <p:extLst>
      <p:ext uri="{BB962C8B-B14F-4D97-AF65-F5344CB8AC3E}">
        <p14:creationId xmlns:p14="http://schemas.microsoft.com/office/powerpoint/2010/main" val="2008739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282CF-B733-4767-7E1F-48B4EFB54299}"/>
              </a:ext>
            </a:extLst>
          </p:cNvPr>
          <p:cNvSpPr>
            <a:spLocks noGrp="1"/>
          </p:cNvSpPr>
          <p:nvPr>
            <p:ph type="title"/>
          </p:nvPr>
        </p:nvSpPr>
        <p:spPr>
          <a:xfrm>
            <a:off x="1143000" y="341245"/>
            <a:ext cx="9875520" cy="1356360"/>
          </a:xfrm>
        </p:spPr>
        <p:txBody>
          <a:bodyPr/>
          <a:lstStyle/>
          <a:p>
            <a:r>
              <a:rPr lang="ro-RO" noProof="0" dirty="0"/>
              <a:t>Cum s-a putut întâmpla așa ceva?</a:t>
            </a:r>
            <a:endParaRPr lang="ro-RO" noProof="0" dirty="0">
              <a:solidFill>
                <a:srgbClr val="DF5327"/>
              </a:solidFill>
            </a:endParaRPr>
          </a:p>
        </p:txBody>
      </p:sp>
      <p:sp>
        <p:nvSpPr>
          <p:cNvPr id="6" name="TextBox 5">
            <a:extLst>
              <a:ext uri="{FF2B5EF4-FFF2-40B4-BE49-F238E27FC236}">
                <a16:creationId xmlns:a16="http://schemas.microsoft.com/office/drawing/2014/main" id="{555F0A69-25DE-4FD8-3DA2-B1AE4FC97401}"/>
              </a:ext>
            </a:extLst>
          </p:cNvPr>
          <p:cNvSpPr txBox="1"/>
          <p:nvPr/>
        </p:nvSpPr>
        <p:spPr>
          <a:xfrm>
            <a:off x="1142999" y="1657485"/>
            <a:ext cx="6469625" cy="461665"/>
          </a:xfrm>
          <a:prstGeom prst="rect">
            <a:avLst/>
          </a:prstGeom>
          <a:noFill/>
        </p:spPr>
        <p:txBody>
          <a:bodyPr wrap="square" rtlCol="0">
            <a:spAutoFit/>
          </a:bodyPr>
          <a:lstStyle/>
          <a:p>
            <a:r>
              <a:rPr lang="en-GB" sz="2400" dirty="0">
                <a:solidFill>
                  <a:schemeClr val="accent1"/>
                </a:solidFill>
              </a:rPr>
              <a:t>ATTENTION SPAN</a:t>
            </a:r>
          </a:p>
        </p:txBody>
      </p:sp>
      <p:graphicFrame>
        <p:nvGraphicFramePr>
          <p:cNvPr id="8" name="TextBox 2">
            <a:extLst>
              <a:ext uri="{FF2B5EF4-FFF2-40B4-BE49-F238E27FC236}">
                <a16:creationId xmlns:a16="http://schemas.microsoft.com/office/drawing/2014/main" id="{B67F35FD-2EEA-2271-9896-5D6D53C59120}"/>
              </a:ext>
            </a:extLst>
          </p:cNvPr>
          <p:cNvGraphicFramePr/>
          <p:nvPr/>
        </p:nvGraphicFramePr>
        <p:xfrm>
          <a:off x="1142998" y="3161304"/>
          <a:ext cx="10026447" cy="3087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986D5AE-9BF2-4C9D-C9DC-E44DC29ADA93}"/>
              </a:ext>
            </a:extLst>
          </p:cNvPr>
          <p:cNvSpPr txBox="1"/>
          <p:nvPr/>
        </p:nvSpPr>
        <p:spPr>
          <a:xfrm>
            <a:off x="1142999" y="2178421"/>
            <a:ext cx="9875519" cy="1200329"/>
          </a:xfrm>
          <a:prstGeom prst="rect">
            <a:avLst/>
          </a:prstGeom>
          <a:noFill/>
        </p:spPr>
        <p:txBody>
          <a:bodyPr wrap="square" rtlCol="0">
            <a:spAutoFit/>
          </a:bodyPr>
          <a:lstStyle/>
          <a:p>
            <a:r>
              <a:rPr lang="ro-RO" noProof="0" dirty="0"/>
              <a:t>Attention span-ul se referă la perioada de timp în care o persoană își poate menține concentrarea asupra unei activități fără a se distra. Social media a schimbat modul în care consumăm informația și ne influențează atenția prin mai multe mecanisme:</a:t>
            </a:r>
          </a:p>
          <a:p>
            <a:endParaRPr lang="ro-RO" noProof="0" dirty="0"/>
          </a:p>
        </p:txBody>
      </p:sp>
    </p:spTree>
    <p:extLst>
      <p:ext uri="{BB962C8B-B14F-4D97-AF65-F5344CB8AC3E}">
        <p14:creationId xmlns:p14="http://schemas.microsoft.com/office/powerpoint/2010/main" val="15126772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35D4B-E7CB-962A-9A57-35DDA2F3D976}"/>
            </a:ext>
          </a:extLst>
        </p:cNvPr>
        <p:cNvGrpSpPr/>
        <p:nvPr/>
      </p:nvGrpSpPr>
      <p:grpSpPr>
        <a:xfrm>
          <a:off x="0" y="0"/>
          <a:ext cx="0" cy="0"/>
          <a:chOff x="0" y="0"/>
          <a:chExt cx="0" cy="0"/>
        </a:xfrm>
      </p:grpSpPr>
      <p:pic>
        <p:nvPicPr>
          <p:cNvPr id="4" name="Picture 3" descr="A few informational posters&#10;&#10;AI-generated content may be incorrect.">
            <a:extLst>
              <a:ext uri="{FF2B5EF4-FFF2-40B4-BE49-F238E27FC236}">
                <a16:creationId xmlns:a16="http://schemas.microsoft.com/office/drawing/2014/main" id="{46E0612D-D90E-0727-F6E7-A15C7A517D37}"/>
              </a:ext>
            </a:extLst>
          </p:cNvPr>
          <p:cNvPicPr>
            <a:picLocks noChangeAspect="1"/>
          </p:cNvPicPr>
          <p:nvPr/>
        </p:nvPicPr>
        <p:blipFill>
          <a:blip r:embed="rId2"/>
          <a:stretch>
            <a:fillRect/>
          </a:stretch>
        </p:blipFill>
        <p:spPr>
          <a:xfrm>
            <a:off x="3208394" y="699516"/>
            <a:ext cx="5775212" cy="5458968"/>
          </a:xfrm>
          <a:prstGeom prst="rect">
            <a:avLst/>
          </a:prstGeom>
        </p:spPr>
      </p:pic>
    </p:spTree>
    <p:extLst>
      <p:ext uri="{BB962C8B-B14F-4D97-AF65-F5344CB8AC3E}">
        <p14:creationId xmlns:p14="http://schemas.microsoft.com/office/powerpoint/2010/main" val="2072519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0C86A-C27D-3C50-95E5-16A0D7B57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20EF8-9F8F-1FBF-70AE-12836CD52385}"/>
              </a:ext>
            </a:extLst>
          </p:cNvPr>
          <p:cNvSpPr>
            <a:spLocks noGrp="1"/>
          </p:cNvSpPr>
          <p:nvPr>
            <p:ph type="title"/>
          </p:nvPr>
        </p:nvSpPr>
        <p:spPr>
          <a:xfrm>
            <a:off x="1158240" y="478506"/>
            <a:ext cx="9875520" cy="1356360"/>
          </a:xfrm>
        </p:spPr>
        <p:txBody>
          <a:bodyPr>
            <a:normAutofit/>
          </a:bodyPr>
          <a:lstStyle/>
          <a:p>
            <a:pPr algn="ctr"/>
            <a:r>
              <a:rPr lang="ro-RO" sz="3500" noProof="0" dirty="0">
                <a:effectLst/>
              </a:rPr>
              <a:t> O campanie sofisticată de manipulare a algoritmilor</a:t>
            </a:r>
            <a:endParaRPr lang="ro-RO" sz="3500" noProof="0" dirty="0">
              <a:solidFill>
                <a:srgbClr val="DF5327"/>
              </a:solidFill>
            </a:endParaRPr>
          </a:p>
        </p:txBody>
      </p:sp>
      <p:sp>
        <p:nvSpPr>
          <p:cNvPr id="6" name="TextBox 5">
            <a:extLst>
              <a:ext uri="{FF2B5EF4-FFF2-40B4-BE49-F238E27FC236}">
                <a16:creationId xmlns:a16="http://schemas.microsoft.com/office/drawing/2014/main" id="{D16C9FCC-E23F-43E4-8636-9FCFD92323A7}"/>
              </a:ext>
            </a:extLst>
          </p:cNvPr>
          <p:cNvSpPr txBox="1"/>
          <p:nvPr/>
        </p:nvSpPr>
        <p:spPr>
          <a:xfrm>
            <a:off x="704089" y="1837944"/>
            <a:ext cx="6044184" cy="1061829"/>
          </a:xfrm>
          <a:prstGeom prst="rect">
            <a:avLst/>
          </a:prstGeom>
          <a:noFill/>
        </p:spPr>
        <p:txBody>
          <a:bodyPr wrap="square" rtlCol="0">
            <a:spAutoFit/>
          </a:bodyPr>
          <a:lstStyle/>
          <a:p>
            <a:r>
              <a:rPr lang="ro-RO" sz="1500" noProof="0" dirty="0">
                <a:solidFill>
                  <a:srgbClr val="000000"/>
                </a:solidFill>
                <a:effectLst/>
                <a:latin typeface="Corbel" panose="020B0503020204020204" pitchFamily="34" charset="0"/>
              </a:rPr>
              <a:t>Popularitatea candidatului a crescut deosebit de rapid pe </a:t>
            </a:r>
            <a:r>
              <a:rPr lang="ro-RO" sz="1500" noProof="0" dirty="0" err="1">
                <a:solidFill>
                  <a:srgbClr val="000000"/>
                </a:solidFill>
                <a:effectLst/>
                <a:latin typeface="Corbel" panose="020B0503020204020204" pitchFamily="34" charset="0"/>
              </a:rPr>
              <a:t>TikTok</a:t>
            </a:r>
            <a:r>
              <a:rPr lang="ro-RO" sz="1500" noProof="0" dirty="0">
                <a:solidFill>
                  <a:srgbClr val="000000"/>
                </a:solidFill>
                <a:effectLst/>
                <a:latin typeface="Corbel" panose="020B0503020204020204" pitchFamily="34" charset="0"/>
              </a:rPr>
              <a:t>, în special în cele două</a:t>
            </a:r>
            <a:r>
              <a:rPr lang="ro-RO" sz="1500" noProof="0" dirty="0">
                <a:solidFill>
                  <a:srgbClr val="000000"/>
                </a:solidFill>
                <a:latin typeface="Corbel" panose="020B0503020204020204" pitchFamily="34" charset="0"/>
              </a:rPr>
              <a:t> </a:t>
            </a:r>
            <a:r>
              <a:rPr lang="ro-RO" sz="1500" noProof="0" dirty="0">
                <a:solidFill>
                  <a:srgbClr val="000000"/>
                </a:solidFill>
                <a:effectLst/>
                <a:latin typeface="Corbel" panose="020B0503020204020204" pitchFamily="34" charset="0"/>
              </a:rPr>
              <a:t>săptămâni care au precedat</a:t>
            </a:r>
            <a:r>
              <a:rPr lang="ro-RO" sz="1500" noProof="0" dirty="0">
                <a:solidFill>
                  <a:srgbClr val="000000"/>
                </a:solidFill>
                <a:latin typeface="Corbel" panose="020B0503020204020204" pitchFamily="34" charset="0"/>
              </a:rPr>
              <a:t> </a:t>
            </a:r>
            <a:r>
              <a:rPr lang="ro-RO" sz="1500" noProof="0" dirty="0">
                <a:solidFill>
                  <a:srgbClr val="000000"/>
                </a:solidFill>
                <a:effectLst/>
                <a:latin typeface="Corbel" panose="020B0503020204020204" pitchFamily="34" charset="0"/>
              </a:rPr>
              <a:t>alegerile (a înregistrat peste </a:t>
            </a:r>
            <a:r>
              <a:rPr lang="ro-RO" sz="1500" b="1" noProof="0" dirty="0">
                <a:solidFill>
                  <a:srgbClr val="000000"/>
                </a:solidFill>
                <a:effectLst/>
                <a:latin typeface="Corbel" panose="020B0503020204020204" pitchFamily="34" charset="0"/>
              </a:rPr>
              <a:t>73,2 milioane </a:t>
            </a:r>
            <a:r>
              <a:rPr lang="ro-RO" sz="1500" noProof="0" dirty="0">
                <a:solidFill>
                  <a:srgbClr val="000000"/>
                </a:solidFill>
                <a:effectLst/>
                <a:latin typeface="Corbel" panose="020B0503020204020204" pitchFamily="34" charset="0"/>
              </a:rPr>
              <a:t>de vizualizări în șapte zile).</a:t>
            </a:r>
          </a:p>
          <a:p>
            <a:endParaRPr lang="ro-RO" noProof="0" dirty="0">
              <a:solidFill>
                <a:srgbClr val="000000"/>
              </a:solidFill>
              <a:effectLst/>
              <a:latin typeface="Corbel" panose="020B0503020204020204" pitchFamily="34" charset="0"/>
            </a:endParaRPr>
          </a:p>
        </p:txBody>
      </p:sp>
      <p:sp>
        <p:nvSpPr>
          <p:cNvPr id="3" name="TextBox 2">
            <a:extLst>
              <a:ext uri="{FF2B5EF4-FFF2-40B4-BE49-F238E27FC236}">
                <a16:creationId xmlns:a16="http://schemas.microsoft.com/office/drawing/2014/main" id="{27D7DA98-DB31-938C-32A7-3F8A1A4E14ED}"/>
              </a:ext>
            </a:extLst>
          </p:cNvPr>
          <p:cNvSpPr txBox="1"/>
          <p:nvPr/>
        </p:nvSpPr>
        <p:spPr>
          <a:xfrm>
            <a:off x="704089" y="2644170"/>
            <a:ext cx="6172200" cy="784830"/>
          </a:xfrm>
          <a:prstGeom prst="rect">
            <a:avLst/>
          </a:prstGeom>
          <a:noFill/>
        </p:spPr>
        <p:txBody>
          <a:bodyPr wrap="square" rtlCol="0">
            <a:spAutoFit/>
          </a:bodyPr>
          <a:lstStyle/>
          <a:p>
            <a:r>
              <a:rPr lang="ro-RO" sz="1500" noProof="0" dirty="0">
                <a:solidFill>
                  <a:srgbClr val="000000"/>
                </a:solidFill>
                <a:effectLst/>
                <a:latin typeface="Corbel" panose="020B0503020204020204" pitchFamily="34" charset="0"/>
              </a:rPr>
              <a:t>Creșterea fulminantă a vizibilității candidatului pe platformă pare să fi fost realizată datorită unei campanii sofisticate de </a:t>
            </a:r>
            <a:r>
              <a:rPr lang="ro-RO" sz="1500" noProof="0" dirty="0" err="1">
                <a:solidFill>
                  <a:srgbClr val="000000"/>
                </a:solidFill>
                <a:effectLst/>
                <a:latin typeface="Corbel" panose="020B0503020204020204" pitchFamily="34" charset="0"/>
              </a:rPr>
              <a:t>astroturfing</a:t>
            </a:r>
            <a:r>
              <a:rPr lang="ro-RO" sz="1500" noProof="0" dirty="0">
                <a:solidFill>
                  <a:srgbClr val="000000"/>
                </a:solidFill>
                <a:effectLst/>
                <a:latin typeface="Corbel" panose="020B0503020204020204" pitchFamily="34" charset="0"/>
              </a:rPr>
              <a:t>.</a:t>
            </a:r>
          </a:p>
          <a:p>
            <a:endParaRPr lang="ro-RO" sz="1500" noProof="0" dirty="0">
              <a:solidFill>
                <a:srgbClr val="000000"/>
              </a:solidFill>
              <a:effectLst/>
              <a:latin typeface="Corbel" panose="020B0503020204020204" pitchFamily="34" charset="0"/>
            </a:endParaRPr>
          </a:p>
        </p:txBody>
      </p:sp>
      <p:pic>
        <p:nvPicPr>
          <p:cNvPr id="9" name="Picture 8" descr="A diagram of a company&#10;&#10;AI-generated content may be incorrect.">
            <a:extLst>
              <a:ext uri="{FF2B5EF4-FFF2-40B4-BE49-F238E27FC236}">
                <a16:creationId xmlns:a16="http://schemas.microsoft.com/office/drawing/2014/main" id="{7A164925-4792-24EF-1C6B-0165E7A6D7A6}"/>
              </a:ext>
            </a:extLst>
          </p:cNvPr>
          <p:cNvPicPr>
            <a:picLocks noChangeAspect="1"/>
          </p:cNvPicPr>
          <p:nvPr/>
        </p:nvPicPr>
        <p:blipFill>
          <a:blip r:embed="rId2"/>
          <a:stretch>
            <a:fillRect/>
          </a:stretch>
        </p:blipFill>
        <p:spPr>
          <a:xfrm>
            <a:off x="6876287" y="2071887"/>
            <a:ext cx="4258056" cy="2714226"/>
          </a:xfrm>
          <a:prstGeom prst="rect">
            <a:avLst/>
          </a:prstGeom>
        </p:spPr>
      </p:pic>
      <p:sp>
        <p:nvSpPr>
          <p:cNvPr id="10" name="TextBox 9">
            <a:extLst>
              <a:ext uri="{FF2B5EF4-FFF2-40B4-BE49-F238E27FC236}">
                <a16:creationId xmlns:a16="http://schemas.microsoft.com/office/drawing/2014/main" id="{D3850137-2EB2-ACD8-67D2-1B0DB2211E27}"/>
              </a:ext>
            </a:extLst>
          </p:cNvPr>
          <p:cNvSpPr txBox="1"/>
          <p:nvPr/>
        </p:nvSpPr>
        <p:spPr>
          <a:xfrm>
            <a:off x="704088" y="3266983"/>
            <a:ext cx="6172199" cy="1015663"/>
          </a:xfrm>
          <a:prstGeom prst="rect">
            <a:avLst/>
          </a:prstGeom>
          <a:noFill/>
        </p:spPr>
        <p:txBody>
          <a:bodyPr wrap="square" rtlCol="0">
            <a:spAutoFit/>
          </a:bodyPr>
          <a:lstStyle/>
          <a:p>
            <a:r>
              <a:rPr lang="ro-RO" sz="1500" noProof="0" dirty="0">
                <a:solidFill>
                  <a:srgbClr val="000000"/>
                </a:solidFill>
                <a:effectLst/>
                <a:latin typeface="Corbel" panose="020B0503020204020204" pitchFamily="34" charset="0"/>
              </a:rPr>
              <a:t>Potrivit serviciilor române de informații, aproape 25.000 de conturi </a:t>
            </a:r>
            <a:r>
              <a:rPr lang="ro-RO" sz="1500" noProof="0" dirty="0" err="1">
                <a:solidFill>
                  <a:srgbClr val="000000"/>
                </a:solidFill>
                <a:effectLst/>
                <a:latin typeface="Corbel" panose="020B0503020204020204" pitchFamily="34" charset="0"/>
              </a:rPr>
              <a:t>TikTok</a:t>
            </a:r>
            <a:r>
              <a:rPr lang="ro-RO" sz="1500" noProof="0" dirty="0">
                <a:solidFill>
                  <a:srgbClr val="000000"/>
                </a:solidFill>
                <a:effectLst/>
                <a:latin typeface="Corbel" panose="020B0503020204020204" pitchFamily="34" charset="0"/>
              </a:rPr>
              <a:t> pro-GEORGESCU au devenit</a:t>
            </a:r>
            <a:r>
              <a:rPr lang="ro-RO" sz="1500" noProof="0" dirty="0">
                <a:solidFill>
                  <a:srgbClr val="000000"/>
                </a:solidFill>
                <a:latin typeface="Corbel" panose="020B0503020204020204" pitchFamily="34" charset="0"/>
              </a:rPr>
              <a:t> </a:t>
            </a:r>
            <a:r>
              <a:rPr lang="ro-RO" sz="1500" noProof="0" dirty="0">
                <a:solidFill>
                  <a:srgbClr val="000000"/>
                </a:solidFill>
                <a:effectLst/>
                <a:latin typeface="Corbel" panose="020B0503020204020204" pitchFamily="34" charset="0"/>
              </a:rPr>
              <a:t>deosebit de active cu două săptămâni înainte de primul tur al alegerilor</a:t>
            </a:r>
          </a:p>
          <a:p>
            <a:endParaRPr lang="ro-RO" sz="1500" noProof="0" dirty="0">
              <a:latin typeface="Corbel" panose="020B0503020204020204" pitchFamily="34" charset="0"/>
            </a:endParaRPr>
          </a:p>
        </p:txBody>
      </p:sp>
      <p:sp>
        <p:nvSpPr>
          <p:cNvPr id="11" name="TextBox 10">
            <a:extLst>
              <a:ext uri="{FF2B5EF4-FFF2-40B4-BE49-F238E27FC236}">
                <a16:creationId xmlns:a16="http://schemas.microsoft.com/office/drawing/2014/main" id="{E0754302-F5D4-0D27-908E-5CA42DF7238B}"/>
              </a:ext>
            </a:extLst>
          </p:cNvPr>
          <p:cNvSpPr txBox="1"/>
          <p:nvPr/>
        </p:nvSpPr>
        <p:spPr>
          <a:xfrm>
            <a:off x="704086" y="4182184"/>
            <a:ext cx="6044184" cy="1015663"/>
          </a:xfrm>
          <a:prstGeom prst="rect">
            <a:avLst/>
          </a:prstGeom>
          <a:noFill/>
        </p:spPr>
        <p:txBody>
          <a:bodyPr wrap="square" rtlCol="0">
            <a:spAutoFit/>
          </a:bodyPr>
          <a:lstStyle/>
          <a:p>
            <a:r>
              <a:rPr lang="ro-RO" sz="1500" noProof="0" dirty="0">
                <a:solidFill>
                  <a:srgbClr val="000000"/>
                </a:solidFill>
                <a:effectLst/>
                <a:latin typeface="Corbel" panose="020B0503020204020204" pitchFamily="34" charset="0"/>
              </a:rPr>
              <a:t>O analiză realizată de ONG-ul Center for AI &amp; Digital </a:t>
            </a:r>
            <a:r>
              <a:rPr lang="ro-RO" sz="1500" noProof="0" dirty="0" err="1">
                <a:solidFill>
                  <a:srgbClr val="000000"/>
                </a:solidFill>
                <a:effectLst/>
                <a:latin typeface="Corbel" panose="020B0503020204020204" pitchFamily="34" charset="0"/>
              </a:rPr>
              <a:t>Humanism</a:t>
            </a:r>
            <a:r>
              <a:rPr lang="ro-RO" sz="1500" noProof="0" dirty="0">
                <a:solidFill>
                  <a:srgbClr val="000000"/>
                </a:solidFill>
                <a:effectLst/>
                <a:latin typeface="Corbel" panose="020B0503020204020204" pitchFamily="34" charset="0"/>
              </a:rPr>
              <a:t> confirmă și evidențiază faptul că o mare parte a acestei operațiuni a fost realizată prin postarea masivă de comentarii pe platformă, în</a:t>
            </a:r>
            <a:r>
              <a:rPr lang="ro-RO" sz="1500" noProof="0" dirty="0">
                <a:solidFill>
                  <a:srgbClr val="000000"/>
                </a:solidFill>
                <a:latin typeface="Corbel" panose="020B0503020204020204" pitchFamily="34" charset="0"/>
              </a:rPr>
              <a:t> </a:t>
            </a:r>
            <a:r>
              <a:rPr lang="ro-RO" sz="1500" noProof="0" dirty="0">
                <a:solidFill>
                  <a:srgbClr val="000000"/>
                </a:solidFill>
                <a:effectLst/>
                <a:latin typeface="Corbel" panose="020B0503020204020204" pitchFamily="34" charset="0"/>
              </a:rPr>
              <a:t>special la postările provenite din conturile altor candidați.</a:t>
            </a:r>
          </a:p>
        </p:txBody>
      </p:sp>
    </p:spTree>
    <p:extLst>
      <p:ext uri="{BB962C8B-B14F-4D97-AF65-F5344CB8AC3E}">
        <p14:creationId xmlns:p14="http://schemas.microsoft.com/office/powerpoint/2010/main" val="2263489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A05F7-4B70-2B4C-6CAC-57359047BCAE}"/>
              </a:ext>
            </a:extLst>
          </p:cNvPr>
          <p:cNvSpPr>
            <a:spLocks noGrp="1"/>
          </p:cNvSpPr>
          <p:nvPr>
            <p:ph type="title"/>
          </p:nvPr>
        </p:nvSpPr>
        <p:spPr/>
        <p:txBody>
          <a:bodyPr>
            <a:noAutofit/>
          </a:bodyPr>
          <a:lstStyle/>
          <a:p>
            <a:r>
              <a:rPr lang="ro-RO" sz="3100" noProof="0" dirty="0"/>
              <a:t>Implicare factorului uman</a:t>
            </a:r>
          </a:p>
        </p:txBody>
      </p:sp>
      <p:sp>
        <p:nvSpPr>
          <p:cNvPr id="13" name="Rectangle 12">
            <a:extLst>
              <a:ext uri="{FF2B5EF4-FFF2-40B4-BE49-F238E27FC236}">
                <a16:creationId xmlns:a16="http://schemas.microsoft.com/office/drawing/2014/main" id="{F0ADF198-B485-A9AF-97CE-E69D6225F3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ro-RO" noProof="0" dirty="0"/>
          </a:p>
        </p:txBody>
      </p:sp>
      <p:sp>
        <p:nvSpPr>
          <p:cNvPr id="14" name="Title 1">
            <a:extLst>
              <a:ext uri="{FF2B5EF4-FFF2-40B4-BE49-F238E27FC236}">
                <a16:creationId xmlns:a16="http://schemas.microsoft.com/office/drawing/2014/main" id="{01E5E024-A4D5-AB0F-4C39-D996279C6B1C}"/>
              </a:ext>
            </a:extLst>
          </p:cNvPr>
          <p:cNvSpPr txBox="1">
            <a:spLocks/>
          </p:cNvSpPr>
          <p:nvPr/>
        </p:nvSpPr>
        <p:spPr>
          <a:xfrm>
            <a:off x="1143000" y="528320"/>
            <a:ext cx="9875520" cy="13563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r>
              <a:rPr lang="ro-RO" noProof="0" dirty="0"/>
              <a:t>Implicarea factorului uman</a:t>
            </a:r>
          </a:p>
        </p:txBody>
      </p:sp>
      <p:graphicFrame>
        <p:nvGraphicFramePr>
          <p:cNvPr id="15" name="TextBox 2">
            <a:extLst>
              <a:ext uri="{FF2B5EF4-FFF2-40B4-BE49-F238E27FC236}">
                <a16:creationId xmlns:a16="http://schemas.microsoft.com/office/drawing/2014/main" id="{1F2B46F5-FB72-9DA3-38AB-E8961FC935BF}"/>
              </a:ext>
            </a:extLst>
          </p:cNvPr>
          <p:cNvGraphicFramePr/>
          <p:nvPr/>
        </p:nvGraphicFramePr>
        <p:xfrm>
          <a:off x="1143000" y="1869440"/>
          <a:ext cx="9872663" cy="4378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57721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2792EF6-731E-455D-8D11-9405F313A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F66D0E1-863A-CD87-F4DD-7094EB27DA25}"/>
              </a:ext>
            </a:extLst>
          </p:cNvPr>
          <p:cNvSpPr>
            <a:spLocks noGrp="1"/>
          </p:cNvSpPr>
          <p:nvPr>
            <p:ph type="title"/>
          </p:nvPr>
        </p:nvSpPr>
        <p:spPr>
          <a:xfrm>
            <a:off x="1143000" y="609600"/>
            <a:ext cx="9875520" cy="1356360"/>
          </a:xfrm>
        </p:spPr>
        <p:txBody>
          <a:bodyPr vert="horz" lIns="91440" tIns="45720" rIns="91440" bIns="45720" rtlCol="0" anchor="ctr">
            <a:normAutofit/>
          </a:bodyPr>
          <a:lstStyle/>
          <a:p>
            <a:r>
              <a:rPr lang="en-US"/>
              <a:t>Informații aflate după alegeri</a:t>
            </a:r>
          </a:p>
        </p:txBody>
      </p:sp>
      <p:graphicFrame>
        <p:nvGraphicFramePr>
          <p:cNvPr id="6" name="TextBox 3">
            <a:extLst>
              <a:ext uri="{FF2B5EF4-FFF2-40B4-BE49-F238E27FC236}">
                <a16:creationId xmlns:a16="http://schemas.microsoft.com/office/drawing/2014/main" id="{E94A4636-5889-4BF1-33C9-00F48A02F1C3}"/>
              </a:ext>
            </a:extLst>
          </p:cNvPr>
          <p:cNvGraphicFramePr/>
          <p:nvPr/>
        </p:nvGraphicFramePr>
        <p:xfrm>
          <a:off x="1143000" y="2298530"/>
          <a:ext cx="9872663" cy="3797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47311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2792EF6-731E-455D-8D11-9405F313A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93413AA-FB3E-B78B-CF3F-9AFDAE4B54F9}"/>
              </a:ext>
            </a:extLst>
          </p:cNvPr>
          <p:cNvSpPr>
            <a:spLocks noGrp="1"/>
          </p:cNvSpPr>
          <p:nvPr>
            <p:ph type="title"/>
          </p:nvPr>
        </p:nvSpPr>
        <p:spPr>
          <a:xfrm>
            <a:off x="1143000" y="609600"/>
            <a:ext cx="9875520" cy="1356360"/>
          </a:xfrm>
        </p:spPr>
        <p:txBody>
          <a:bodyPr vert="horz" lIns="91440" tIns="45720" rIns="91440" bIns="45720" rtlCol="0" anchor="ctr">
            <a:normAutofit/>
          </a:bodyPr>
          <a:lstStyle/>
          <a:p>
            <a:r>
              <a:rPr lang="en-US" dirty="0" err="1">
                <a:effectLst/>
              </a:rPr>
              <a:t>Reacția</a:t>
            </a:r>
            <a:r>
              <a:rPr lang="en-US" dirty="0">
                <a:effectLst/>
              </a:rPr>
              <a:t> </a:t>
            </a:r>
            <a:r>
              <a:rPr lang="en-US" dirty="0" err="1">
                <a:effectLst/>
              </a:rPr>
              <a:t>autorităților</a:t>
            </a:r>
            <a:r>
              <a:rPr lang="en-US" dirty="0">
                <a:effectLst/>
              </a:rPr>
              <a:t> </a:t>
            </a:r>
            <a:r>
              <a:rPr lang="en-US" dirty="0" err="1">
                <a:effectLst/>
              </a:rPr>
              <a:t>române</a:t>
            </a:r>
            <a:r>
              <a:rPr lang="en-US" dirty="0">
                <a:effectLst/>
              </a:rPr>
              <a:t> </a:t>
            </a:r>
            <a:r>
              <a:rPr lang="en-US" dirty="0" err="1">
                <a:effectLst/>
              </a:rPr>
              <a:t>și</a:t>
            </a:r>
            <a:r>
              <a:rPr lang="en-US" dirty="0">
                <a:effectLst/>
              </a:rPr>
              <a:t> a </a:t>
            </a:r>
            <a:r>
              <a:rPr lang="en-US" dirty="0" err="1">
                <a:effectLst/>
              </a:rPr>
              <a:t>platformei</a:t>
            </a:r>
            <a:r>
              <a:rPr lang="en-US" dirty="0">
                <a:effectLst/>
              </a:rPr>
              <a:t> TikTok</a:t>
            </a:r>
          </a:p>
        </p:txBody>
      </p:sp>
      <p:graphicFrame>
        <p:nvGraphicFramePr>
          <p:cNvPr id="20" name="TextBox 2">
            <a:extLst>
              <a:ext uri="{FF2B5EF4-FFF2-40B4-BE49-F238E27FC236}">
                <a16:creationId xmlns:a16="http://schemas.microsoft.com/office/drawing/2014/main" id="{7A5B5BC5-602A-8091-6B4E-584517722538}"/>
              </a:ext>
            </a:extLst>
          </p:cNvPr>
          <p:cNvGraphicFramePr/>
          <p:nvPr/>
        </p:nvGraphicFramePr>
        <p:xfrm>
          <a:off x="1143000" y="2298530"/>
          <a:ext cx="9872663" cy="3797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10028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086" name="Rectangle 3085">
            <a:extLst>
              <a:ext uri="{FF2B5EF4-FFF2-40B4-BE49-F238E27FC236}">
                <a16:creationId xmlns:a16="http://schemas.microsoft.com/office/drawing/2014/main" id="{BF130C65-F811-4843-A944-EEF030C9D0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CE1B15F-DF40-7CAB-F782-2B49B326DEAE}"/>
              </a:ext>
            </a:extLst>
          </p:cNvPr>
          <p:cNvSpPr>
            <a:spLocks noGrp="1"/>
          </p:cNvSpPr>
          <p:nvPr>
            <p:ph type="title"/>
          </p:nvPr>
        </p:nvSpPr>
        <p:spPr>
          <a:xfrm>
            <a:off x="1155735" y="733110"/>
            <a:ext cx="4466566" cy="832876"/>
          </a:xfrm>
        </p:spPr>
        <p:txBody>
          <a:bodyPr vert="horz" lIns="91440" tIns="45720" rIns="91440" bIns="45720" rtlCol="0" anchor="ctr">
            <a:normAutofit/>
          </a:bodyPr>
          <a:lstStyle/>
          <a:p>
            <a:r>
              <a:rPr lang="en-US" sz="4000" dirty="0" err="1"/>
              <a:t>Aspecte</a:t>
            </a:r>
            <a:r>
              <a:rPr lang="en-US" sz="4000" dirty="0"/>
              <a:t> </a:t>
            </a:r>
            <a:r>
              <a:rPr lang="en-US" sz="4000" dirty="0" err="1"/>
              <a:t>etice</a:t>
            </a:r>
            <a:endParaRPr lang="en-US" sz="4000" dirty="0"/>
          </a:p>
        </p:txBody>
      </p:sp>
      <p:sp>
        <p:nvSpPr>
          <p:cNvPr id="6" name="TextBox 5">
            <a:extLst>
              <a:ext uri="{FF2B5EF4-FFF2-40B4-BE49-F238E27FC236}">
                <a16:creationId xmlns:a16="http://schemas.microsoft.com/office/drawing/2014/main" id="{6FF230D8-900D-FD55-FA71-3FC32A321DB3}"/>
              </a:ext>
            </a:extLst>
          </p:cNvPr>
          <p:cNvSpPr txBox="1"/>
          <p:nvPr/>
        </p:nvSpPr>
        <p:spPr>
          <a:xfrm>
            <a:off x="745506" y="1726163"/>
            <a:ext cx="4899647" cy="3549570"/>
          </a:xfrm>
          <a:prstGeom prst="rect">
            <a:avLst/>
          </a:prstGeom>
        </p:spPr>
        <p:txBody>
          <a:bodyPr vert="horz" lIns="91440" tIns="45720" rIns="91440" bIns="45720" rtlCol="0">
            <a:noAutofit/>
          </a:bodyPr>
          <a:lstStyle/>
          <a:p>
            <a:pPr indent="-182880" defTabSz="914400">
              <a:lnSpc>
                <a:spcPct val="90000"/>
              </a:lnSpc>
              <a:spcAft>
                <a:spcPts val="600"/>
              </a:spcAft>
              <a:buClr>
                <a:schemeClr val="accent1"/>
              </a:buClr>
              <a:buSzPct val="80000"/>
              <a:buFont typeface="Corbel" pitchFamily="34" charset="0"/>
              <a:buChar char="•"/>
            </a:pPr>
            <a:r>
              <a:rPr lang="en-US" sz="1600" noProof="0" dirty="0" err="1">
                <a:solidFill>
                  <a:schemeClr val="accent1"/>
                </a:solidFill>
              </a:rPr>
              <a:t>Totuși</a:t>
            </a:r>
            <a:r>
              <a:rPr lang="en-US" sz="1600" noProof="0" dirty="0">
                <a:solidFill>
                  <a:schemeClr val="accent1"/>
                </a:solidFill>
              </a:rPr>
              <a:t>, </a:t>
            </a:r>
            <a:r>
              <a:rPr lang="en-US" sz="1600" noProof="0" dirty="0" err="1">
                <a:solidFill>
                  <a:schemeClr val="accent1"/>
                </a:solidFill>
              </a:rPr>
              <a:t>și</a:t>
            </a:r>
            <a:r>
              <a:rPr lang="en-US" sz="1600" noProof="0" dirty="0">
                <a:solidFill>
                  <a:schemeClr val="accent1"/>
                </a:solidFill>
              </a:rPr>
              <a:t> </a:t>
            </a:r>
            <a:r>
              <a:rPr lang="en-US" sz="1600" noProof="0" dirty="0" err="1">
                <a:solidFill>
                  <a:schemeClr val="accent1"/>
                </a:solidFill>
              </a:rPr>
              <a:t>după</a:t>
            </a:r>
            <a:r>
              <a:rPr lang="en-US" sz="1600" noProof="0" dirty="0">
                <a:solidFill>
                  <a:schemeClr val="accent1"/>
                </a:solidFill>
              </a:rPr>
              <a:t> </a:t>
            </a:r>
            <a:r>
              <a:rPr lang="en-US" sz="1600" noProof="0" dirty="0" err="1">
                <a:solidFill>
                  <a:schemeClr val="accent1"/>
                </a:solidFill>
              </a:rPr>
              <a:t>anularea</a:t>
            </a:r>
            <a:r>
              <a:rPr lang="en-US" sz="1600" noProof="0" dirty="0">
                <a:solidFill>
                  <a:schemeClr val="accent1"/>
                </a:solidFill>
              </a:rPr>
              <a:t> </a:t>
            </a:r>
            <a:r>
              <a:rPr lang="en-US" sz="1600" noProof="0" dirty="0" err="1">
                <a:solidFill>
                  <a:schemeClr val="accent1"/>
                </a:solidFill>
              </a:rPr>
              <a:t>scrutinului</a:t>
            </a:r>
            <a:r>
              <a:rPr lang="en-US" sz="1600" noProof="0" dirty="0">
                <a:solidFill>
                  <a:schemeClr val="accent1"/>
                </a:solidFill>
              </a:rPr>
              <a:t>, </a:t>
            </a:r>
            <a:r>
              <a:rPr lang="en-US" sz="1600" noProof="0" dirty="0" err="1">
                <a:solidFill>
                  <a:schemeClr val="accent1"/>
                </a:solidFill>
              </a:rPr>
              <a:t>popularitatea</a:t>
            </a:r>
            <a:r>
              <a:rPr lang="en-US" sz="1600" noProof="0" dirty="0">
                <a:solidFill>
                  <a:schemeClr val="accent1"/>
                </a:solidFill>
              </a:rPr>
              <a:t> </a:t>
            </a:r>
            <a:r>
              <a:rPr lang="en-US" sz="1600" noProof="0" dirty="0" err="1">
                <a:solidFill>
                  <a:schemeClr val="accent1"/>
                </a:solidFill>
              </a:rPr>
              <a:t>candidatului</a:t>
            </a:r>
            <a:r>
              <a:rPr lang="en-US" sz="1600" noProof="0" dirty="0">
                <a:solidFill>
                  <a:schemeClr val="accent1"/>
                </a:solidFill>
              </a:rPr>
              <a:t> nu a </a:t>
            </a:r>
            <a:r>
              <a:rPr lang="en-US" sz="1600" noProof="0" dirty="0" err="1">
                <a:solidFill>
                  <a:schemeClr val="accent1"/>
                </a:solidFill>
              </a:rPr>
              <a:t>scăzut</a:t>
            </a:r>
            <a:r>
              <a:rPr lang="en-US" sz="1600" noProof="0" dirty="0">
                <a:solidFill>
                  <a:schemeClr val="accent1"/>
                </a:solidFill>
              </a:rPr>
              <a:t>, </a:t>
            </a:r>
            <a:r>
              <a:rPr lang="en-US" sz="1600" noProof="0" dirty="0" err="1">
                <a:solidFill>
                  <a:schemeClr val="accent1"/>
                </a:solidFill>
              </a:rPr>
              <a:t>iar</a:t>
            </a:r>
            <a:r>
              <a:rPr lang="en-US" sz="1600" noProof="0" dirty="0">
                <a:solidFill>
                  <a:schemeClr val="accent1"/>
                </a:solidFill>
              </a:rPr>
              <a:t> </a:t>
            </a:r>
            <a:r>
              <a:rPr lang="en-US" sz="1600" noProof="0" dirty="0" err="1">
                <a:solidFill>
                  <a:schemeClr val="accent1"/>
                </a:solidFill>
              </a:rPr>
              <a:t>dezinformarea</a:t>
            </a:r>
            <a:r>
              <a:rPr lang="en-US" sz="1600" noProof="0" dirty="0">
                <a:solidFill>
                  <a:schemeClr val="accent1"/>
                </a:solidFill>
              </a:rPr>
              <a:t> </a:t>
            </a:r>
            <a:r>
              <a:rPr lang="en-US" sz="1600" noProof="0" dirty="0" err="1">
                <a:solidFill>
                  <a:schemeClr val="accent1"/>
                </a:solidFill>
              </a:rPr>
              <a:t>existentă</a:t>
            </a:r>
            <a:r>
              <a:rPr lang="en-US" sz="1600" noProof="0" dirty="0">
                <a:solidFill>
                  <a:schemeClr val="accent1"/>
                </a:solidFill>
              </a:rPr>
              <a:t> </a:t>
            </a:r>
            <a:r>
              <a:rPr lang="en-US" sz="1600" noProof="0" dirty="0" err="1">
                <a:solidFill>
                  <a:schemeClr val="accent1"/>
                </a:solidFill>
              </a:rPr>
              <a:t>atât</a:t>
            </a:r>
            <a:r>
              <a:rPr lang="en-US" sz="1600" noProof="0" dirty="0">
                <a:solidFill>
                  <a:schemeClr val="accent1"/>
                </a:solidFill>
              </a:rPr>
              <a:t> </a:t>
            </a:r>
            <a:r>
              <a:rPr lang="en-US" sz="1600" noProof="0" dirty="0" err="1">
                <a:solidFill>
                  <a:schemeClr val="accent1"/>
                </a:solidFill>
              </a:rPr>
              <a:t>în</a:t>
            </a:r>
            <a:r>
              <a:rPr lang="en-US" sz="1600" noProof="0" dirty="0">
                <a:solidFill>
                  <a:schemeClr val="accent1"/>
                </a:solidFill>
              </a:rPr>
              <a:t> social media, </a:t>
            </a:r>
            <a:r>
              <a:rPr lang="en-US" sz="1600" noProof="0" dirty="0" err="1">
                <a:solidFill>
                  <a:schemeClr val="accent1"/>
                </a:solidFill>
              </a:rPr>
              <a:t>cât</a:t>
            </a:r>
            <a:r>
              <a:rPr lang="en-US" sz="1600" noProof="0" dirty="0">
                <a:solidFill>
                  <a:schemeClr val="accent1"/>
                </a:solidFill>
              </a:rPr>
              <a:t> </a:t>
            </a:r>
            <a:r>
              <a:rPr lang="en-US" sz="1600" noProof="0" dirty="0" err="1">
                <a:solidFill>
                  <a:schemeClr val="accent1"/>
                </a:solidFill>
              </a:rPr>
              <a:t>și</a:t>
            </a:r>
            <a:r>
              <a:rPr lang="en-US" sz="1600" noProof="0" dirty="0">
                <a:solidFill>
                  <a:schemeClr val="accent1"/>
                </a:solidFill>
              </a:rPr>
              <a:t> </a:t>
            </a:r>
            <a:r>
              <a:rPr lang="en-US" sz="1600" noProof="0" dirty="0" err="1">
                <a:solidFill>
                  <a:schemeClr val="accent1"/>
                </a:solidFill>
              </a:rPr>
              <a:t>în</a:t>
            </a:r>
            <a:r>
              <a:rPr lang="en-US" sz="1600" noProof="0" dirty="0">
                <a:solidFill>
                  <a:schemeClr val="accent1"/>
                </a:solidFill>
              </a:rPr>
              <a:t> </a:t>
            </a:r>
            <a:r>
              <a:rPr lang="en-US" sz="1600" noProof="0" dirty="0" err="1">
                <a:solidFill>
                  <a:schemeClr val="accent1"/>
                </a:solidFill>
              </a:rPr>
              <a:t>cadrul</a:t>
            </a:r>
            <a:r>
              <a:rPr lang="en-US" sz="1600" noProof="0" dirty="0">
                <a:solidFill>
                  <a:schemeClr val="accent1"/>
                </a:solidFill>
              </a:rPr>
              <a:t> </a:t>
            </a:r>
            <a:r>
              <a:rPr lang="en-US" sz="1600" noProof="0" dirty="0" err="1">
                <a:solidFill>
                  <a:schemeClr val="accent1"/>
                </a:solidFill>
              </a:rPr>
              <a:t>emisiunilor</a:t>
            </a:r>
            <a:r>
              <a:rPr lang="en-US" sz="1600" noProof="0" dirty="0">
                <a:solidFill>
                  <a:schemeClr val="accent1"/>
                </a:solidFill>
              </a:rPr>
              <a:t> TV, a</a:t>
            </a:r>
            <a:r>
              <a:rPr lang="en-US" sz="1600" dirty="0">
                <a:solidFill>
                  <a:schemeClr val="accent1"/>
                </a:solidFill>
              </a:rPr>
              <a:t> </a:t>
            </a:r>
            <a:r>
              <a:rPr lang="en-US" sz="1600" noProof="0" dirty="0" err="1">
                <a:solidFill>
                  <a:schemeClr val="accent1"/>
                </a:solidFill>
              </a:rPr>
              <a:t>atins</a:t>
            </a:r>
            <a:r>
              <a:rPr lang="en-US" sz="1600" noProof="0" dirty="0">
                <a:solidFill>
                  <a:schemeClr val="accent1"/>
                </a:solidFill>
              </a:rPr>
              <a:t> o </a:t>
            </a:r>
            <a:r>
              <a:rPr lang="en-US" sz="1600" noProof="0" dirty="0" err="1">
                <a:solidFill>
                  <a:schemeClr val="accent1"/>
                </a:solidFill>
              </a:rPr>
              <a:t>notă</a:t>
            </a:r>
            <a:r>
              <a:rPr lang="en-US" sz="1600" noProof="0" dirty="0">
                <a:solidFill>
                  <a:schemeClr val="accent1"/>
                </a:solidFill>
              </a:rPr>
              <a:t> </a:t>
            </a:r>
            <a:r>
              <a:rPr lang="en-US" sz="1600" noProof="0" dirty="0" err="1">
                <a:solidFill>
                  <a:schemeClr val="accent1"/>
                </a:solidFill>
              </a:rPr>
              <a:t>covârșitoare</a:t>
            </a:r>
            <a:r>
              <a:rPr lang="en-US" sz="1600" noProof="0" dirty="0">
                <a:solidFill>
                  <a:schemeClr val="accent1"/>
                </a:solidFill>
              </a:rPr>
              <a:t>.</a:t>
            </a:r>
          </a:p>
          <a:p>
            <a:pPr indent="-182880" defTabSz="914400">
              <a:lnSpc>
                <a:spcPct val="90000"/>
              </a:lnSpc>
              <a:spcAft>
                <a:spcPts val="600"/>
              </a:spcAft>
              <a:buClr>
                <a:schemeClr val="accent1"/>
              </a:buClr>
              <a:buSzPct val="80000"/>
              <a:buFont typeface="Corbel" pitchFamily="34" charset="0"/>
              <a:buChar char="•"/>
            </a:pPr>
            <a:r>
              <a:rPr lang="en-US" sz="1600" noProof="0" dirty="0" err="1">
                <a:solidFill>
                  <a:schemeClr val="accent1"/>
                </a:solidFill>
              </a:rPr>
              <a:t>Candidatul</a:t>
            </a:r>
            <a:r>
              <a:rPr lang="en-US" sz="1600" noProof="0" dirty="0">
                <a:solidFill>
                  <a:schemeClr val="accent1"/>
                </a:solidFill>
              </a:rPr>
              <a:t> a </a:t>
            </a:r>
            <a:r>
              <a:rPr lang="en-US" sz="1600" noProof="0" dirty="0" err="1">
                <a:solidFill>
                  <a:schemeClr val="accent1"/>
                </a:solidFill>
              </a:rPr>
              <a:t>fost</a:t>
            </a:r>
            <a:r>
              <a:rPr lang="en-US" sz="1600" noProof="0" dirty="0">
                <a:solidFill>
                  <a:schemeClr val="accent1"/>
                </a:solidFill>
              </a:rPr>
              <a:t> </a:t>
            </a:r>
            <a:r>
              <a:rPr lang="en-US" sz="1600" noProof="0" dirty="0" err="1">
                <a:solidFill>
                  <a:schemeClr val="accent1"/>
                </a:solidFill>
              </a:rPr>
              <a:t>văzut</a:t>
            </a:r>
            <a:r>
              <a:rPr lang="en-US" sz="1600" noProof="0" dirty="0">
                <a:solidFill>
                  <a:schemeClr val="accent1"/>
                </a:solidFill>
              </a:rPr>
              <a:t> ca un </a:t>
            </a:r>
            <a:r>
              <a:rPr lang="en-US" sz="1600" noProof="0" dirty="0" err="1">
                <a:solidFill>
                  <a:schemeClr val="accent1"/>
                </a:solidFill>
              </a:rPr>
              <a:t>pericol</a:t>
            </a:r>
            <a:r>
              <a:rPr lang="en-US" sz="1600" noProof="0" dirty="0">
                <a:solidFill>
                  <a:schemeClr val="accent1"/>
                </a:solidFill>
              </a:rPr>
              <a:t>, </a:t>
            </a:r>
            <a:r>
              <a:rPr lang="en-US" sz="1600" noProof="0" dirty="0" err="1">
                <a:solidFill>
                  <a:schemeClr val="accent1"/>
                </a:solidFill>
              </a:rPr>
              <a:t>astăzi</a:t>
            </a:r>
            <a:r>
              <a:rPr lang="en-US" sz="1600" noProof="0" dirty="0">
                <a:solidFill>
                  <a:schemeClr val="accent1"/>
                </a:solidFill>
              </a:rPr>
              <a:t> </a:t>
            </a:r>
            <a:r>
              <a:rPr lang="en-US" sz="1600" noProof="0" dirty="0" err="1">
                <a:solidFill>
                  <a:schemeClr val="accent1"/>
                </a:solidFill>
              </a:rPr>
              <a:t>aflându</a:t>
            </a:r>
            <a:r>
              <a:rPr lang="en-US" sz="1600" noProof="0" dirty="0">
                <a:solidFill>
                  <a:schemeClr val="accent1"/>
                </a:solidFill>
              </a:rPr>
              <a:t>-se sub control </a:t>
            </a:r>
            <a:r>
              <a:rPr lang="en-US" sz="1600" noProof="0" dirty="0" err="1">
                <a:solidFill>
                  <a:schemeClr val="accent1"/>
                </a:solidFill>
              </a:rPr>
              <a:t>judiciar</a:t>
            </a:r>
            <a:r>
              <a:rPr lang="en-US" sz="1600" noProof="0" dirty="0">
                <a:solidFill>
                  <a:schemeClr val="accent1"/>
                </a:solidFill>
              </a:rPr>
              <a:t>, </a:t>
            </a:r>
            <a:r>
              <a:rPr lang="en-US" sz="1600" noProof="0" dirty="0" err="1">
                <a:solidFill>
                  <a:schemeClr val="accent1"/>
                </a:solidFill>
              </a:rPr>
              <a:t>riscând</a:t>
            </a:r>
            <a:r>
              <a:rPr lang="en-US" sz="1600" noProof="0" dirty="0">
                <a:solidFill>
                  <a:schemeClr val="accent1"/>
                </a:solidFill>
              </a:rPr>
              <a:t> </a:t>
            </a:r>
            <a:r>
              <a:rPr lang="en-US" sz="1600" noProof="0" dirty="0" err="1">
                <a:solidFill>
                  <a:schemeClr val="accent1"/>
                </a:solidFill>
              </a:rPr>
              <a:t>până</a:t>
            </a:r>
            <a:r>
              <a:rPr lang="en-US" sz="1600" noProof="0" dirty="0">
                <a:solidFill>
                  <a:schemeClr val="accent1"/>
                </a:solidFill>
              </a:rPr>
              <a:t> la 28 de ani de </a:t>
            </a:r>
            <a:r>
              <a:rPr lang="en-US" sz="1600" noProof="0" dirty="0" err="1">
                <a:solidFill>
                  <a:schemeClr val="accent1"/>
                </a:solidFill>
              </a:rPr>
              <a:t>închisoare</a:t>
            </a:r>
            <a:r>
              <a:rPr lang="en-US" sz="1600" noProof="0" dirty="0">
                <a:solidFill>
                  <a:schemeClr val="accent1"/>
                </a:solidFill>
              </a:rPr>
              <a:t> </a:t>
            </a:r>
            <a:r>
              <a:rPr lang="en-US" sz="1600" noProof="0" dirty="0" err="1">
                <a:solidFill>
                  <a:schemeClr val="accent1"/>
                </a:solidFill>
              </a:rPr>
              <a:t>pentru</a:t>
            </a:r>
            <a:r>
              <a:rPr lang="en-US" sz="1600" noProof="0" dirty="0">
                <a:solidFill>
                  <a:schemeClr val="accent1"/>
                </a:solidFill>
              </a:rPr>
              <a:t> </a:t>
            </a:r>
            <a:r>
              <a:rPr lang="en-US" sz="1600" noProof="0" dirty="0" err="1">
                <a:solidFill>
                  <a:schemeClr val="accent1"/>
                </a:solidFill>
              </a:rPr>
              <a:t>multiplele</a:t>
            </a:r>
            <a:r>
              <a:rPr lang="en-US" sz="1600" noProof="0" dirty="0">
                <a:solidFill>
                  <a:schemeClr val="accent1"/>
                </a:solidFill>
              </a:rPr>
              <a:t> </a:t>
            </a:r>
            <a:r>
              <a:rPr lang="en-US" sz="1600" noProof="0" dirty="0" err="1">
                <a:solidFill>
                  <a:schemeClr val="accent1"/>
                </a:solidFill>
              </a:rPr>
              <a:t>infracțiuni</a:t>
            </a:r>
            <a:r>
              <a:rPr lang="en-US" sz="1600" noProof="0" dirty="0">
                <a:solidFill>
                  <a:schemeClr val="accent1"/>
                </a:solidFill>
              </a:rPr>
              <a:t> pe care le-a </a:t>
            </a:r>
            <a:r>
              <a:rPr lang="en-US" sz="1600" noProof="0" dirty="0" err="1">
                <a:solidFill>
                  <a:schemeClr val="accent1"/>
                </a:solidFill>
              </a:rPr>
              <a:t>cauzat</a:t>
            </a:r>
            <a:r>
              <a:rPr lang="en-US" sz="1600" noProof="0" dirty="0">
                <a:solidFill>
                  <a:schemeClr val="accent1"/>
                </a:solidFill>
              </a:rPr>
              <a:t>.</a:t>
            </a:r>
          </a:p>
          <a:p>
            <a:pPr indent="-182880" defTabSz="914400">
              <a:lnSpc>
                <a:spcPct val="90000"/>
              </a:lnSpc>
              <a:spcAft>
                <a:spcPts val="600"/>
              </a:spcAft>
              <a:buClr>
                <a:schemeClr val="accent1"/>
              </a:buClr>
              <a:buSzPct val="80000"/>
              <a:buFont typeface="Corbel" pitchFamily="34" charset="0"/>
              <a:buChar char="•"/>
            </a:pPr>
            <a:r>
              <a:rPr lang="en-US" sz="1600" noProof="0" dirty="0" err="1">
                <a:solidFill>
                  <a:schemeClr val="accent1"/>
                </a:solidFill>
              </a:rPr>
              <a:t>Înainte</a:t>
            </a:r>
            <a:r>
              <a:rPr lang="en-US" sz="1600" noProof="0" dirty="0">
                <a:solidFill>
                  <a:schemeClr val="accent1"/>
                </a:solidFill>
              </a:rPr>
              <a:t> de </a:t>
            </a:r>
            <a:r>
              <a:rPr lang="en-US" sz="1600" noProof="0" dirty="0" err="1">
                <a:solidFill>
                  <a:schemeClr val="accent1"/>
                </a:solidFill>
              </a:rPr>
              <a:t>alegerile</a:t>
            </a:r>
            <a:r>
              <a:rPr lang="en-US" sz="1600" noProof="0" dirty="0">
                <a:solidFill>
                  <a:schemeClr val="accent1"/>
                </a:solidFill>
              </a:rPr>
              <a:t> </a:t>
            </a:r>
            <a:r>
              <a:rPr lang="en-US" sz="1600" noProof="0" dirty="0" err="1">
                <a:solidFill>
                  <a:schemeClr val="accent1"/>
                </a:solidFill>
              </a:rPr>
              <a:t>parlamentare</a:t>
            </a:r>
            <a:r>
              <a:rPr lang="en-US" sz="1600" noProof="0" dirty="0">
                <a:solidFill>
                  <a:schemeClr val="accent1"/>
                </a:solidFill>
              </a:rPr>
              <a:t>, au </a:t>
            </a:r>
            <a:r>
              <a:rPr lang="en-US" sz="1600" noProof="0" dirty="0" err="1">
                <a:solidFill>
                  <a:schemeClr val="accent1"/>
                </a:solidFill>
              </a:rPr>
              <a:t>apărut</a:t>
            </a:r>
            <a:r>
              <a:rPr lang="en-US" sz="1600" noProof="0" dirty="0">
                <a:solidFill>
                  <a:schemeClr val="accent1"/>
                </a:solidFill>
              </a:rPr>
              <a:t> </a:t>
            </a:r>
            <a:r>
              <a:rPr lang="en-US" sz="1600" noProof="0" dirty="0" err="1">
                <a:solidFill>
                  <a:schemeClr val="accent1"/>
                </a:solidFill>
              </a:rPr>
              <a:t>câteva</a:t>
            </a:r>
            <a:r>
              <a:rPr lang="en-US" sz="1600" noProof="0" dirty="0">
                <a:solidFill>
                  <a:schemeClr val="accent1"/>
                </a:solidFill>
              </a:rPr>
              <a:t> </a:t>
            </a:r>
            <a:r>
              <a:rPr lang="en-US" sz="1600" noProof="0" dirty="0" err="1">
                <a:solidFill>
                  <a:schemeClr val="accent1"/>
                </a:solidFill>
              </a:rPr>
              <a:t>imagini</a:t>
            </a:r>
            <a:r>
              <a:rPr lang="en-US" sz="1600" noProof="0" dirty="0">
                <a:solidFill>
                  <a:schemeClr val="accent1"/>
                </a:solidFill>
              </a:rPr>
              <a:t> pe TikTok </a:t>
            </a:r>
            <a:r>
              <a:rPr lang="en-US" sz="1600" noProof="0" dirty="0" err="1">
                <a:solidFill>
                  <a:schemeClr val="accent1"/>
                </a:solidFill>
              </a:rPr>
              <a:t>în</a:t>
            </a:r>
            <a:r>
              <a:rPr lang="en-US" sz="1600" noProof="0" dirty="0">
                <a:solidFill>
                  <a:schemeClr val="accent1"/>
                </a:solidFill>
              </a:rPr>
              <a:t> care </a:t>
            </a:r>
            <a:r>
              <a:rPr lang="en-US" sz="1600" noProof="0" dirty="0" err="1">
                <a:solidFill>
                  <a:schemeClr val="accent1"/>
                </a:solidFill>
              </a:rPr>
              <a:t>partidul</a:t>
            </a:r>
            <a:r>
              <a:rPr lang="en-US" sz="1600" noProof="0" dirty="0">
                <a:solidFill>
                  <a:schemeClr val="accent1"/>
                </a:solidFill>
              </a:rPr>
              <a:t> SENS era </a:t>
            </a:r>
            <a:r>
              <a:rPr lang="en-US" sz="1600" noProof="0" dirty="0" err="1">
                <a:solidFill>
                  <a:schemeClr val="accent1"/>
                </a:solidFill>
              </a:rPr>
              <a:t>asociat</a:t>
            </a:r>
            <a:r>
              <a:rPr lang="en-US" sz="1600" noProof="0" dirty="0">
                <a:solidFill>
                  <a:schemeClr val="accent1"/>
                </a:solidFill>
              </a:rPr>
              <a:t> </a:t>
            </a:r>
            <a:r>
              <a:rPr lang="en-US" sz="1600" noProof="0" dirty="0" err="1">
                <a:solidFill>
                  <a:schemeClr val="accent1"/>
                </a:solidFill>
              </a:rPr>
              <a:t>imaginii</a:t>
            </a:r>
            <a:r>
              <a:rPr lang="en-US" sz="1600" noProof="0" dirty="0">
                <a:solidFill>
                  <a:schemeClr val="accent1"/>
                </a:solidFill>
              </a:rPr>
              <a:t> </a:t>
            </a:r>
            <a:r>
              <a:rPr lang="en-US" sz="1600" noProof="0" dirty="0" err="1">
                <a:solidFill>
                  <a:schemeClr val="accent1"/>
                </a:solidFill>
              </a:rPr>
              <a:t>lui</a:t>
            </a:r>
            <a:r>
              <a:rPr lang="en-US" sz="1600" noProof="0" dirty="0">
                <a:solidFill>
                  <a:schemeClr val="accent1"/>
                </a:solidFill>
              </a:rPr>
              <a:t> </a:t>
            </a:r>
            <a:r>
              <a:rPr lang="en-US" sz="1600" noProof="0" dirty="0" err="1">
                <a:solidFill>
                  <a:schemeClr val="accent1"/>
                </a:solidFill>
              </a:rPr>
              <a:t>Călin</a:t>
            </a:r>
            <a:r>
              <a:rPr lang="en-US" sz="1600" noProof="0" dirty="0">
                <a:solidFill>
                  <a:schemeClr val="accent1"/>
                </a:solidFill>
              </a:rPr>
              <a:t> Georgescu, </a:t>
            </a:r>
            <a:r>
              <a:rPr lang="en-US" sz="1600" noProof="0" dirty="0" err="1">
                <a:solidFill>
                  <a:schemeClr val="accent1"/>
                </a:solidFill>
              </a:rPr>
              <a:t>fiind</a:t>
            </a:r>
            <a:r>
              <a:rPr lang="en-US" sz="1600" noProof="0" dirty="0">
                <a:solidFill>
                  <a:schemeClr val="accent1"/>
                </a:solidFill>
              </a:rPr>
              <a:t> o </a:t>
            </a:r>
            <a:r>
              <a:rPr lang="en-US" sz="1600" noProof="0" dirty="0" err="1">
                <a:solidFill>
                  <a:schemeClr val="accent1"/>
                </a:solidFill>
              </a:rPr>
              <a:t>informație</a:t>
            </a:r>
            <a:r>
              <a:rPr lang="en-US" sz="1600" noProof="0" dirty="0">
                <a:solidFill>
                  <a:schemeClr val="accent1"/>
                </a:solidFill>
              </a:rPr>
              <a:t> </a:t>
            </a:r>
            <a:r>
              <a:rPr lang="en-US" sz="1600" noProof="0" dirty="0" err="1">
                <a:solidFill>
                  <a:schemeClr val="accent1"/>
                </a:solidFill>
              </a:rPr>
              <a:t>eronată</a:t>
            </a:r>
            <a:r>
              <a:rPr lang="en-US" sz="1600" noProof="0" dirty="0">
                <a:solidFill>
                  <a:schemeClr val="accent1"/>
                </a:solidFill>
              </a:rPr>
              <a:t>. </a:t>
            </a:r>
          </a:p>
          <a:p>
            <a:pPr indent="-182880" defTabSz="914400">
              <a:lnSpc>
                <a:spcPct val="90000"/>
              </a:lnSpc>
              <a:spcAft>
                <a:spcPts val="600"/>
              </a:spcAft>
              <a:buClr>
                <a:schemeClr val="accent1"/>
              </a:buClr>
              <a:buSzPct val="80000"/>
              <a:buFont typeface="Corbel" pitchFamily="34" charset="0"/>
              <a:buChar char="•"/>
            </a:pPr>
            <a:r>
              <a:rPr lang="en-US" sz="1600" noProof="0" dirty="0" err="1">
                <a:solidFill>
                  <a:schemeClr val="accent1"/>
                </a:solidFill>
              </a:rPr>
              <a:t>Simpatizanții</a:t>
            </a:r>
            <a:r>
              <a:rPr lang="en-US" sz="1600" noProof="0" dirty="0">
                <a:solidFill>
                  <a:schemeClr val="accent1"/>
                </a:solidFill>
              </a:rPr>
              <a:t> </a:t>
            </a:r>
            <a:r>
              <a:rPr lang="en-US" sz="1600" noProof="0" dirty="0" err="1">
                <a:solidFill>
                  <a:schemeClr val="accent1"/>
                </a:solidFill>
              </a:rPr>
              <a:t>acestui</a:t>
            </a:r>
            <a:r>
              <a:rPr lang="en-US" sz="1600" noProof="0" dirty="0">
                <a:solidFill>
                  <a:schemeClr val="accent1"/>
                </a:solidFill>
              </a:rPr>
              <a:t> </a:t>
            </a:r>
            <a:r>
              <a:rPr lang="en-US" sz="1600" noProof="0" dirty="0" err="1">
                <a:solidFill>
                  <a:schemeClr val="accent1"/>
                </a:solidFill>
              </a:rPr>
              <a:t>candidat</a:t>
            </a:r>
            <a:r>
              <a:rPr lang="en-US" sz="1600" noProof="0" dirty="0">
                <a:solidFill>
                  <a:schemeClr val="accent1"/>
                </a:solidFill>
              </a:rPr>
              <a:t> NU au </a:t>
            </a:r>
            <a:r>
              <a:rPr lang="en-US" sz="1600" noProof="0" dirty="0" err="1">
                <a:solidFill>
                  <a:schemeClr val="accent1"/>
                </a:solidFill>
              </a:rPr>
              <a:t>verificat</a:t>
            </a:r>
            <a:r>
              <a:rPr lang="en-US" sz="1600" noProof="0" dirty="0">
                <a:solidFill>
                  <a:schemeClr val="accent1"/>
                </a:solidFill>
              </a:rPr>
              <a:t> </a:t>
            </a:r>
            <a:r>
              <a:rPr lang="en-US" sz="1600" noProof="0" dirty="0" err="1">
                <a:solidFill>
                  <a:schemeClr val="accent1"/>
                </a:solidFill>
              </a:rPr>
              <a:t>veridicitatea</a:t>
            </a:r>
            <a:r>
              <a:rPr lang="en-US" sz="1600" noProof="0" dirty="0">
                <a:solidFill>
                  <a:schemeClr val="accent1"/>
                </a:solidFill>
              </a:rPr>
              <a:t> </a:t>
            </a:r>
            <a:r>
              <a:rPr lang="en-US" sz="1600" noProof="0" dirty="0" err="1">
                <a:solidFill>
                  <a:schemeClr val="accent1"/>
                </a:solidFill>
              </a:rPr>
              <a:t>acestor</a:t>
            </a:r>
            <a:r>
              <a:rPr lang="en-US" sz="1600" noProof="0" dirty="0">
                <a:solidFill>
                  <a:schemeClr val="accent1"/>
                </a:solidFill>
              </a:rPr>
              <a:t> </a:t>
            </a:r>
            <a:r>
              <a:rPr lang="en-US" sz="1600" noProof="0" dirty="0" err="1">
                <a:solidFill>
                  <a:schemeClr val="accent1"/>
                </a:solidFill>
              </a:rPr>
              <a:t>informații</a:t>
            </a:r>
            <a:r>
              <a:rPr lang="en-US" sz="1600" noProof="0" dirty="0">
                <a:solidFill>
                  <a:schemeClr val="accent1"/>
                </a:solidFill>
              </a:rPr>
              <a:t>, </a:t>
            </a:r>
            <a:r>
              <a:rPr lang="en-US" sz="1600" noProof="0" dirty="0" err="1">
                <a:solidFill>
                  <a:schemeClr val="accent1"/>
                </a:solidFill>
              </a:rPr>
              <a:t>și</a:t>
            </a:r>
            <a:r>
              <a:rPr lang="en-US" sz="1600" noProof="0" dirty="0">
                <a:solidFill>
                  <a:schemeClr val="accent1"/>
                </a:solidFill>
              </a:rPr>
              <a:t> au </a:t>
            </a:r>
            <a:r>
              <a:rPr lang="en-US" sz="1600" noProof="0" dirty="0" err="1">
                <a:solidFill>
                  <a:schemeClr val="accent1"/>
                </a:solidFill>
              </a:rPr>
              <a:t>votat</a:t>
            </a:r>
            <a:r>
              <a:rPr lang="en-US" sz="1600" noProof="0" dirty="0">
                <a:solidFill>
                  <a:schemeClr val="accent1"/>
                </a:solidFill>
              </a:rPr>
              <a:t> cu un </a:t>
            </a:r>
            <a:r>
              <a:rPr lang="en-US" sz="1600" noProof="0" dirty="0" err="1">
                <a:solidFill>
                  <a:schemeClr val="accent1"/>
                </a:solidFill>
              </a:rPr>
              <a:t>partid</a:t>
            </a:r>
            <a:r>
              <a:rPr lang="en-US" sz="1600" noProof="0" dirty="0">
                <a:solidFill>
                  <a:schemeClr val="accent1"/>
                </a:solidFill>
              </a:rPr>
              <a:t> </a:t>
            </a:r>
            <a:r>
              <a:rPr lang="en-US" sz="1600" noProof="0" dirty="0" err="1">
                <a:solidFill>
                  <a:schemeClr val="accent1"/>
                </a:solidFill>
              </a:rPr>
              <a:t>ce</a:t>
            </a:r>
            <a:r>
              <a:rPr lang="en-US" sz="1600" noProof="0" dirty="0">
                <a:solidFill>
                  <a:schemeClr val="accent1"/>
                </a:solidFill>
              </a:rPr>
              <a:t> </a:t>
            </a:r>
            <a:r>
              <a:rPr lang="en-US" sz="1600" noProof="0" dirty="0" err="1">
                <a:solidFill>
                  <a:schemeClr val="accent1"/>
                </a:solidFill>
              </a:rPr>
              <a:t>promovează</a:t>
            </a:r>
            <a:r>
              <a:rPr lang="en-US" sz="1600" noProof="0" dirty="0">
                <a:solidFill>
                  <a:schemeClr val="accent1"/>
                </a:solidFill>
              </a:rPr>
              <a:t> </a:t>
            </a:r>
            <a:r>
              <a:rPr lang="en-US" sz="1600" noProof="0" dirty="0" err="1">
                <a:solidFill>
                  <a:schemeClr val="accent1"/>
                </a:solidFill>
              </a:rPr>
              <a:t>viziuni</a:t>
            </a:r>
            <a:r>
              <a:rPr lang="en-US" sz="1600" noProof="0" dirty="0">
                <a:solidFill>
                  <a:schemeClr val="accent1"/>
                </a:solidFill>
              </a:rPr>
              <a:t> total </a:t>
            </a:r>
            <a:r>
              <a:rPr lang="en-US" sz="1600" noProof="0" dirty="0" err="1">
                <a:solidFill>
                  <a:schemeClr val="accent1"/>
                </a:solidFill>
              </a:rPr>
              <a:t>diferite</a:t>
            </a:r>
            <a:r>
              <a:rPr lang="en-US" sz="1600" noProof="0" dirty="0">
                <a:solidFill>
                  <a:schemeClr val="accent1"/>
                </a:solidFill>
              </a:rPr>
              <a:t> </a:t>
            </a:r>
            <a:r>
              <a:rPr lang="en-US" sz="1600" noProof="0" dirty="0" err="1">
                <a:solidFill>
                  <a:schemeClr val="accent1"/>
                </a:solidFill>
              </a:rPr>
              <a:t>față</a:t>
            </a:r>
            <a:r>
              <a:rPr lang="en-US" sz="1600" noProof="0" dirty="0">
                <a:solidFill>
                  <a:schemeClr val="accent1"/>
                </a:solidFill>
              </a:rPr>
              <a:t> de ale lor. </a:t>
            </a:r>
          </a:p>
          <a:p>
            <a:pPr indent="-182880" defTabSz="914400">
              <a:lnSpc>
                <a:spcPct val="90000"/>
              </a:lnSpc>
              <a:spcAft>
                <a:spcPts val="600"/>
              </a:spcAft>
              <a:buClr>
                <a:schemeClr val="accent1"/>
              </a:buClr>
              <a:buSzPct val="80000"/>
              <a:buFont typeface="Corbel" pitchFamily="34" charset="0"/>
              <a:buChar char="•"/>
            </a:pPr>
            <a:r>
              <a:rPr lang="en-US" sz="1600" dirty="0">
                <a:solidFill>
                  <a:schemeClr val="accent1"/>
                </a:solidFill>
              </a:rPr>
              <a:t>Care </a:t>
            </a:r>
            <a:r>
              <a:rPr lang="en-US" sz="1600" dirty="0" err="1">
                <a:solidFill>
                  <a:schemeClr val="accent1"/>
                </a:solidFill>
              </a:rPr>
              <a:t>ar</a:t>
            </a:r>
            <a:r>
              <a:rPr lang="en-US" sz="1600" dirty="0">
                <a:solidFill>
                  <a:schemeClr val="accent1"/>
                </a:solidFill>
              </a:rPr>
              <a:t> fi </a:t>
            </a:r>
            <a:r>
              <a:rPr lang="en-US" sz="1600" dirty="0" err="1">
                <a:solidFill>
                  <a:schemeClr val="accent1"/>
                </a:solidFill>
              </a:rPr>
              <a:t>fost</a:t>
            </a:r>
            <a:r>
              <a:rPr lang="en-US" sz="1600" dirty="0">
                <a:solidFill>
                  <a:schemeClr val="accent1"/>
                </a:solidFill>
              </a:rPr>
              <a:t> </a:t>
            </a:r>
            <a:r>
              <a:rPr lang="en-US" sz="1600" dirty="0" err="1">
                <a:solidFill>
                  <a:schemeClr val="accent1"/>
                </a:solidFill>
              </a:rPr>
              <a:t>sentimentul</a:t>
            </a:r>
            <a:r>
              <a:rPr lang="en-US" sz="1600" dirty="0">
                <a:solidFill>
                  <a:schemeClr val="accent1"/>
                </a:solidFill>
              </a:rPr>
              <a:t> general, </a:t>
            </a:r>
            <a:r>
              <a:rPr lang="en-US" sz="1600" dirty="0" err="1">
                <a:solidFill>
                  <a:schemeClr val="accent1"/>
                </a:solidFill>
              </a:rPr>
              <a:t>dacă</a:t>
            </a:r>
            <a:r>
              <a:rPr lang="en-US" sz="1600" dirty="0">
                <a:solidFill>
                  <a:schemeClr val="accent1"/>
                </a:solidFill>
              </a:rPr>
              <a:t> un </a:t>
            </a:r>
            <a:r>
              <a:rPr lang="en-US" sz="1600" dirty="0" err="1">
                <a:solidFill>
                  <a:schemeClr val="accent1"/>
                </a:solidFill>
              </a:rPr>
              <a:t>candidat</a:t>
            </a:r>
            <a:r>
              <a:rPr lang="en-US" sz="1600" dirty="0">
                <a:solidFill>
                  <a:schemeClr val="accent1"/>
                </a:solidFill>
              </a:rPr>
              <a:t> </a:t>
            </a:r>
            <a:r>
              <a:rPr lang="en-US" sz="1600" dirty="0" err="1">
                <a:solidFill>
                  <a:schemeClr val="accent1"/>
                </a:solidFill>
              </a:rPr>
              <a:t>ar</a:t>
            </a:r>
            <a:r>
              <a:rPr lang="en-US" sz="1600" dirty="0">
                <a:solidFill>
                  <a:schemeClr val="accent1"/>
                </a:solidFill>
              </a:rPr>
              <a:t> fi </a:t>
            </a:r>
            <a:r>
              <a:rPr lang="en-US" sz="1600" dirty="0" err="1">
                <a:solidFill>
                  <a:schemeClr val="accent1"/>
                </a:solidFill>
              </a:rPr>
              <a:t>avut</a:t>
            </a:r>
            <a:r>
              <a:rPr lang="en-US" sz="1600" dirty="0">
                <a:solidFill>
                  <a:schemeClr val="accent1"/>
                </a:solidFill>
              </a:rPr>
              <a:t> </a:t>
            </a:r>
            <a:r>
              <a:rPr lang="en-US" sz="1600" dirty="0" err="1">
                <a:solidFill>
                  <a:schemeClr val="accent1"/>
                </a:solidFill>
              </a:rPr>
              <a:t>aceeași</a:t>
            </a:r>
            <a:r>
              <a:rPr lang="en-US" sz="1600" dirty="0">
                <a:solidFill>
                  <a:schemeClr val="accent1"/>
                </a:solidFill>
              </a:rPr>
              <a:t> </a:t>
            </a:r>
            <a:r>
              <a:rPr lang="en-US" sz="1600" dirty="0" err="1">
                <a:solidFill>
                  <a:schemeClr val="accent1"/>
                </a:solidFill>
              </a:rPr>
              <a:t>strategie</a:t>
            </a:r>
            <a:r>
              <a:rPr lang="en-US" sz="1600" dirty="0">
                <a:solidFill>
                  <a:schemeClr val="accent1"/>
                </a:solidFill>
              </a:rPr>
              <a:t> </a:t>
            </a:r>
            <a:r>
              <a:rPr lang="en-US" sz="1600" dirty="0" err="1">
                <a:solidFill>
                  <a:schemeClr val="accent1"/>
                </a:solidFill>
              </a:rPr>
              <a:t>ofensivă</a:t>
            </a:r>
            <a:r>
              <a:rPr lang="en-US" sz="1600" dirty="0">
                <a:solidFill>
                  <a:schemeClr val="accent1"/>
                </a:solidFill>
              </a:rPr>
              <a:t>, </a:t>
            </a:r>
            <a:r>
              <a:rPr lang="en-US" sz="1600" dirty="0" err="1">
                <a:solidFill>
                  <a:schemeClr val="accent1"/>
                </a:solidFill>
              </a:rPr>
              <a:t>dar</a:t>
            </a:r>
            <a:r>
              <a:rPr lang="en-US" sz="1600" dirty="0">
                <a:solidFill>
                  <a:schemeClr val="accent1"/>
                </a:solidFill>
              </a:rPr>
              <a:t> care </a:t>
            </a:r>
            <a:r>
              <a:rPr lang="en-US" sz="1600" dirty="0" err="1">
                <a:solidFill>
                  <a:schemeClr val="accent1"/>
                </a:solidFill>
              </a:rPr>
              <a:t>să</a:t>
            </a:r>
            <a:r>
              <a:rPr lang="en-US" sz="1600" dirty="0">
                <a:solidFill>
                  <a:schemeClr val="accent1"/>
                </a:solidFill>
              </a:rPr>
              <a:t> nu fi </a:t>
            </a:r>
            <a:r>
              <a:rPr lang="en-US" sz="1600" dirty="0" err="1">
                <a:solidFill>
                  <a:schemeClr val="accent1"/>
                </a:solidFill>
              </a:rPr>
              <a:t>făcut</a:t>
            </a:r>
            <a:r>
              <a:rPr lang="en-US" sz="1600" dirty="0">
                <a:solidFill>
                  <a:schemeClr val="accent1"/>
                </a:solidFill>
              </a:rPr>
              <a:t> </a:t>
            </a:r>
            <a:r>
              <a:rPr lang="en-US" sz="1600" dirty="0" err="1">
                <a:solidFill>
                  <a:schemeClr val="accent1"/>
                </a:solidFill>
              </a:rPr>
              <a:t>declarații</a:t>
            </a:r>
            <a:r>
              <a:rPr lang="en-US" sz="1600" dirty="0">
                <a:solidFill>
                  <a:schemeClr val="accent1"/>
                </a:solidFill>
              </a:rPr>
              <a:t> false, ci </a:t>
            </a:r>
            <a:r>
              <a:rPr lang="en-US" sz="1600" dirty="0" err="1">
                <a:solidFill>
                  <a:schemeClr val="accent1"/>
                </a:solidFill>
              </a:rPr>
              <a:t>bazate</a:t>
            </a:r>
            <a:r>
              <a:rPr lang="en-US" sz="1600" dirty="0">
                <a:solidFill>
                  <a:schemeClr val="accent1"/>
                </a:solidFill>
              </a:rPr>
              <a:t> pe </a:t>
            </a:r>
            <a:r>
              <a:rPr lang="en-US" sz="1600" dirty="0" err="1">
                <a:solidFill>
                  <a:schemeClr val="accent1"/>
                </a:solidFill>
              </a:rPr>
              <a:t>observații</a:t>
            </a:r>
            <a:r>
              <a:rPr lang="en-US" sz="1600" dirty="0">
                <a:solidFill>
                  <a:schemeClr val="accent1"/>
                </a:solidFill>
              </a:rPr>
              <a:t> </a:t>
            </a:r>
            <a:r>
              <a:rPr lang="en-US" sz="1600" dirty="0" err="1">
                <a:solidFill>
                  <a:schemeClr val="accent1"/>
                </a:solidFill>
              </a:rPr>
              <a:t>obiective</a:t>
            </a:r>
            <a:r>
              <a:rPr lang="en-US" sz="1600" dirty="0">
                <a:solidFill>
                  <a:schemeClr val="accent1"/>
                </a:solidFill>
              </a:rPr>
              <a:t>?</a:t>
            </a:r>
            <a:endParaRPr lang="en-US" sz="1600" noProof="0" dirty="0">
              <a:solidFill>
                <a:schemeClr val="accent1"/>
              </a:solidFill>
            </a:endParaRPr>
          </a:p>
          <a:p>
            <a:pPr indent="-182880" defTabSz="914400">
              <a:lnSpc>
                <a:spcPct val="90000"/>
              </a:lnSpc>
              <a:spcAft>
                <a:spcPts val="600"/>
              </a:spcAft>
              <a:buClr>
                <a:schemeClr val="accent1"/>
              </a:buClr>
              <a:buSzPct val="80000"/>
              <a:buFont typeface="Corbel" pitchFamily="34" charset="0"/>
              <a:buChar char="•"/>
            </a:pPr>
            <a:endParaRPr lang="en-US" sz="1600" noProof="0" dirty="0">
              <a:solidFill>
                <a:schemeClr val="accent1"/>
              </a:solidFill>
            </a:endParaRPr>
          </a:p>
          <a:p>
            <a:pPr indent="-182880" defTabSz="914400">
              <a:lnSpc>
                <a:spcPct val="90000"/>
              </a:lnSpc>
              <a:spcAft>
                <a:spcPts val="600"/>
              </a:spcAft>
              <a:buClr>
                <a:schemeClr val="accent1"/>
              </a:buClr>
              <a:buSzPct val="80000"/>
              <a:buFont typeface="Corbel" pitchFamily="34" charset="0"/>
              <a:buChar char="•"/>
            </a:pPr>
            <a:endParaRPr lang="en-US" sz="1600" noProof="0" dirty="0">
              <a:solidFill>
                <a:schemeClr val="accent1"/>
              </a:solidFill>
            </a:endParaRPr>
          </a:p>
        </p:txBody>
      </p:sp>
      <p:sp>
        <p:nvSpPr>
          <p:cNvPr id="3088" name="Rectangle 3087">
            <a:extLst>
              <a:ext uri="{FF2B5EF4-FFF2-40B4-BE49-F238E27FC236}">
                <a16:creationId xmlns:a16="http://schemas.microsoft.com/office/drawing/2014/main" id="{F67441C8-2B9D-45B3-8AD9-5DB12C0EB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165370"/>
            <a:ext cx="5870713" cy="6464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0" name="Rectangle 3089">
            <a:extLst>
              <a:ext uri="{FF2B5EF4-FFF2-40B4-BE49-F238E27FC236}">
                <a16:creationId xmlns:a16="http://schemas.microsoft.com/office/drawing/2014/main" id="{AC2982E4-B3AD-46DA-8BA3-5017A7261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5569" y="733110"/>
            <a:ext cx="2452823" cy="25838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8" name="Picture 6" descr="Elon Musk dă un semnal direct de susținere pentru Călin Georgescu: România  merită să fie suverană!">
            <a:extLst>
              <a:ext uri="{FF2B5EF4-FFF2-40B4-BE49-F238E27FC236}">
                <a16:creationId xmlns:a16="http://schemas.microsoft.com/office/drawing/2014/main" id="{4B5789F8-62BC-626B-90F7-AD5A724662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76434" y="1235205"/>
            <a:ext cx="2129821" cy="1554769"/>
          </a:xfrm>
          <a:prstGeom prst="rect">
            <a:avLst/>
          </a:prstGeom>
          <a:noFill/>
          <a:extLst>
            <a:ext uri="{909E8E84-426E-40DD-AFC4-6F175D3DCCD1}">
              <a14:hiddenFill xmlns:a14="http://schemas.microsoft.com/office/drawing/2010/main">
                <a:solidFill>
                  <a:srgbClr val="FFFFFF"/>
                </a:solidFill>
              </a14:hiddenFill>
            </a:ext>
          </a:extLst>
        </p:spPr>
      </p:pic>
      <p:sp>
        <p:nvSpPr>
          <p:cNvPr id="3092" name="Rectangle 3091">
            <a:extLst>
              <a:ext uri="{FF2B5EF4-FFF2-40B4-BE49-F238E27FC236}">
                <a16:creationId xmlns:a16="http://schemas.microsoft.com/office/drawing/2014/main" id="{618AD87D-2CF8-4312-8E48-0C1F5918A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4536" y="733110"/>
            <a:ext cx="2457545" cy="25838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Realitatea Plus, amendată cu 200.000 lei pentru că l-a numit „președintele  ales” pe Călin Georgescu - HotNews.ro">
            <a:extLst>
              <a:ext uri="{FF2B5EF4-FFF2-40B4-BE49-F238E27FC236}">
                <a16:creationId xmlns:a16="http://schemas.microsoft.com/office/drawing/2014/main" id="{F27553D1-0E9A-6E00-5778-4C06110F795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87961" y="1304921"/>
            <a:ext cx="2127573" cy="1420154"/>
          </a:xfrm>
          <a:prstGeom prst="rect">
            <a:avLst/>
          </a:prstGeom>
          <a:noFill/>
          <a:extLst>
            <a:ext uri="{909E8E84-426E-40DD-AFC4-6F175D3DCCD1}">
              <a14:hiddenFill xmlns:a14="http://schemas.microsoft.com/office/drawing/2010/main">
                <a:solidFill>
                  <a:srgbClr val="FFFFFF"/>
                </a:solidFill>
              </a14:hiddenFill>
            </a:ext>
          </a:extLst>
        </p:spPr>
      </p:pic>
      <p:sp>
        <p:nvSpPr>
          <p:cNvPr id="3094" name="Rectangle 3093">
            <a:extLst>
              <a:ext uri="{FF2B5EF4-FFF2-40B4-BE49-F238E27FC236}">
                <a16:creationId xmlns:a16="http://schemas.microsoft.com/office/drawing/2014/main" id="{A198885F-0503-4467-A515-C329BE3CD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5569" y="3477127"/>
            <a:ext cx="5066512" cy="266764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a:extLst>
              <a:ext uri="{FF2B5EF4-FFF2-40B4-BE49-F238E27FC236}">
                <a16:creationId xmlns:a16="http://schemas.microsoft.com/office/drawing/2014/main" id="{A1E3E324-2EE0-CB0D-8C47-02E63A168FD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860733" y="3637995"/>
            <a:ext cx="4170501" cy="2345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3145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50F989D-43B9-409C-AB67-55F360424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2B01DE1-D054-2676-EFCE-FCBDBFDD1DB8}"/>
              </a:ext>
            </a:extLst>
          </p:cNvPr>
          <p:cNvSpPr>
            <a:spLocks noGrp="1"/>
          </p:cNvSpPr>
          <p:nvPr>
            <p:ph type="title"/>
          </p:nvPr>
        </p:nvSpPr>
        <p:spPr>
          <a:xfrm>
            <a:off x="1143001" y="1070335"/>
            <a:ext cx="5199926" cy="1443269"/>
          </a:xfrm>
        </p:spPr>
        <p:txBody>
          <a:bodyPr vert="horz" lIns="91440" tIns="45720" rIns="91440" bIns="45720" rtlCol="0" anchor="ctr">
            <a:normAutofit/>
          </a:bodyPr>
          <a:lstStyle/>
          <a:p>
            <a:r>
              <a:rPr lang="en-US" sz="4000" dirty="0"/>
              <a:t>Scam-urile</a:t>
            </a:r>
            <a:r>
              <a:rPr lang="en-US" sz="4000" noProof="0" dirty="0"/>
              <a:t> </a:t>
            </a:r>
            <a:r>
              <a:rPr lang="en-US" sz="4000" noProof="0" dirty="0" err="1"/>
              <a:t>în</a:t>
            </a:r>
            <a:r>
              <a:rPr lang="en-US" sz="4000" noProof="0" dirty="0"/>
              <a:t> </a:t>
            </a:r>
            <a:r>
              <a:rPr lang="en-US" sz="4000" dirty="0" err="1"/>
              <a:t>mediul</a:t>
            </a:r>
            <a:r>
              <a:rPr lang="en-US" sz="4000" noProof="0" dirty="0"/>
              <a:t> online</a:t>
            </a:r>
          </a:p>
        </p:txBody>
      </p:sp>
      <p:sp>
        <p:nvSpPr>
          <p:cNvPr id="4" name="TextBox 3">
            <a:extLst>
              <a:ext uri="{FF2B5EF4-FFF2-40B4-BE49-F238E27FC236}">
                <a16:creationId xmlns:a16="http://schemas.microsoft.com/office/drawing/2014/main" id="{EE64B771-0EF6-4B63-7197-8A417735FE0F}"/>
              </a:ext>
            </a:extLst>
          </p:cNvPr>
          <p:cNvSpPr txBox="1"/>
          <p:nvPr/>
        </p:nvSpPr>
        <p:spPr>
          <a:xfrm>
            <a:off x="1143002" y="2546430"/>
            <a:ext cx="5084178" cy="3549570"/>
          </a:xfrm>
          <a:prstGeom prst="rect">
            <a:avLst/>
          </a:prstGeom>
        </p:spPr>
        <p:txBody>
          <a:bodyPr vert="horz" lIns="91440" tIns="45720" rIns="91440" bIns="45720" rtlCol="0">
            <a:normAutofit lnSpcReduction="10000"/>
          </a:bodyPr>
          <a:lstStyle/>
          <a:p>
            <a:pPr indent="-182880" defTabSz="914400">
              <a:lnSpc>
                <a:spcPct val="90000"/>
              </a:lnSpc>
              <a:spcAft>
                <a:spcPts val="600"/>
              </a:spcAft>
              <a:buClr>
                <a:schemeClr val="accent1"/>
              </a:buClr>
              <a:buSzPct val="80000"/>
              <a:buFont typeface="Corbel" pitchFamily="34" charset="0"/>
              <a:buChar char="•"/>
            </a:pPr>
            <a:r>
              <a:rPr lang="en-US" sz="1500" dirty="0"/>
              <a:t>S</a:t>
            </a:r>
            <a:r>
              <a:rPr lang="en-US" sz="1500" noProof="0" dirty="0"/>
              <a:t>cam-urile </a:t>
            </a:r>
            <a:r>
              <a:rPr lang="en-US" sz="1500" noProof="0" dirty="0" err="1"/>
              <a:t>reprezintă</a:t>
            </a:r>
            <a:r>
              <a:rPr lang="en-US" sz="1500" noProof="0" dirty="0"/>
              <a:t> o </a:t>
            </a:r>
            <a:r>
              <a:rPr lang="en-US" sz="1500" noProof="0" dirty="0" err="1"/>
              <a:t>amenințare</a:t>
            </a:r>
            <a:r>
              <a:rPr lang="en-US" sz="1500" noProof="0" dirty="0"/>
              <a:t> tot </a:t>
            </a:r>
            <a:r>
              <a:rPr lang="en-US" sz="1500" noProof="0" dirty="0" err="1"/>
              <a:t>mai</a:t>
            </a:r>
            <a:r>
              <a:rPr lang="en-US" sz="1500" noProof="0" dirty="0"/>
              <a:t> mare </a:t>
            </a:r>
            <a:r>
              <a:rPr lang="en-US" sz="1500" noProof="0" dirty="0" err="1"/>
              <a:t>în</a:t>
            </a:r>
            <a:r>
              <a:rPr lang="en-US" sz="1500" noProof="0" dirty="0"/>
              <a:t> </a:t>
            </a:r>
            <a:r>
              <a:rPr lang="en-US" sz="1500" noProof="0" dirty="0" err="1"/>
              <a:t>lumea</a:t>
            </a:r>
            <a:r>
              <a:rPr lang="en-US" sz="1500" noProof="0" dirty="0"/>
              <a:t> </a:t>
            </a:r>
            <a:r>
              <a:rPr lang="en-US" sz="1500" noProof="0" dirty="0" err="1"/>
              <a:t>digitală</a:t>
            </a:r>
            <a:r>
              <a:rPr lang="en-US" sz="1500" noProof="0" dirty="0"/>
              <a:t>, </a:t>
            </a:r>
            <a:r>
              <a:rPr lang="en-US" sz="1500" noProof="0" dirty="0" err="1"/>
              <a:t>afectând</a:t>
            </a:r>
            <a:r>
              <a:rPr lang="en-US" sz="1500" noProof="0" dirty="0"/>
              <a:t> </a:t>
            </a:r>
            <a:r>
              <a:rPr lang="en-US" sz="1500" noProof="0" dirty="0" err="1"/>
              <a:t>utilizatori</a:t>
            </a:r>
            <a:r>
              <a:rPr lang="en-US" sz="1500" noProof="0" dirty="0"/>
              <a:t>, </a:t>
            </a:r>
            <a:r>
              <a:rPr lang="en-US" sz="1500" noProof="0" dirty="0" err="1"/>
              <a:t>companii</a:t>
            </a:r>
            <a:r>
              <a:rPr lang="en-US" sz="1500" noProof="0" dirty="0"/>
              <a:t> </a:t>
            </a:r>
            <a:r>
              <a:rPr lang="en-US" sz="1500" noProof="0" dirty="0" err="1"/>
              <a:t>și</a:t>
            </a:r>
            <a:r>
              <a:rPr lang="en-US" sz="1500" noProof="0" dirty="0"/>
              <a:t> </a:t>
            </a:r>
            <a:r>
              <a:rPr lang="en-US" sz="1500" noProof="0" dirty="0" err="1"/>
              <a:t>instituții</a:t>
            </a:r>
            <a:r>
              <a:rPr lang="en-US" sz="1500" noProof="0" dirty="0"/>
              <a:t> </a:t>
            </a:r>
            <a:r>
              <a:rPr lang="en-US" sz="1500" noProof="0" dirty="0" err="1"/>
              <a:t>guvernamentale</a:t>
            </a:r>
            <a:r>
              <a:rPr lang="ro-RO" sz="1500" noProof="0" dirty="0"/>
              <a:t>. </a:t>
            </a:r>
          </a:p>
          <a:p>
            <a:pPr indent="-182880" defTabSz="914400">
              <a:lnSpc>
                <a:spcPct val="90000"/>
              </a:lnSpc>
              <a:spcAft>
                <a:spcPts val="600"/>
              </a:spcAft>
              <a:buClr>
                <a:schemeClr val="accent1"/>
              </a:buClr>
              <a:buSzPct val="80000"/>
              <a:buFont typeface="Corbel" pitchFamily="34" charset="0"/>
              <a:buChar char="•"/>
            </a:pPr>
            <a:r>
              <a:rPr lang="ro-RO" sz="1500" noProof="0" dirty="0"/>
              <a:t>E</a:t>
            </a:r>
            <a:r>
              <a:rPr lang="en-US" sz="1500" dirty="0"/>
              <a:t>le </a:t>
            </a:r>
            <a:r>
              <a:rPr lang="en-US" sz="1500" noProof="0" dirty="0"/>
              <a:t>au </a:t>
            </a:r>
            <a:r>
              <a:rPr lang="en-US" sz="1500" noProof="0" dirty="0" err="1"/>
              <a:t>evoluat</a:t>
            </a:r>
            <a:r>
              <a:rPr lang="en-US" sz="1500" noProof="0" dirty="0"/>
              <a:t> </a:t>
            </a:r>
            <a:r>
              <a:rPr lang="en-US" sz="1500" noProof="0" dirty="0" err="1"/>
              <a:t>semnificativ</a:t>
            </a:r>
            <a:r>
              <a:rPr lang="en-US" sz="1500" noProof="0" dirty="0"/>
              <a:t> </a:t>
            </a:r>
            <a:r>
              <a:rPr lang="en-US" sz="1500" noProof="0" dirty="0" err="1"/>
              <a:t>odată</a:t>
            </a:r>
            <a:r>
              <a:rPr lang="en-US" sz="1500" noProof="0" dirty="0"/>
              <a:t> cu </a:t>
            </a:r>
            <a:r>
              <a:rPr lang="en-US" sz="1500" noProof="0" dirty="0" err="1"/>
              <a:t>dezvoltarea</a:t>
            </a:r>
            <a:r>
              <a:rPr lang="en-US" sz="1500" noProof="0" dirty="0"/>
              <a:t> </a:t>
            </a:r>
            <a:r>
              <a:rPr lang="en-US" sz="1500" noProof="0" dirty="0" err="1"/>
              <a:t>tehnologiilor</a:t>
            </a:r>
            <a:r>
              <a:rPr lang="en-US" sz="1500" noProof="0" dirty="0"/>
              <a:t> </a:t>
            </a:r>
            <a:r>
              <a:rPr lang="en-US" sz="1500" noProof="0" dirty="0" err="1"/>
              <a:t>digitale</a:t>
            </a:r>
            <a:r>
              <a:rPr lang="en-US" sz="1500" noProof="0" dirty="0"/>
              <a:t>, </a:t>
            </a:r>
            <a:r>
              <a:rPr lang="en-US" sz="1500" noProof="0" dirty="0" err="1"/>
              <a:t>folosind</a:t>
            </a:r>
            <a:r>
              <a:rPr lang="en-US" sz="1500" noProof="0" dirty="0"/>
              <a:t> </a:t>
            </a:r>
            <a:r>
              <a:rPr lang="en-US" sz="1500" noProof="0" dirty="0" err="1"/>
              <a:t>tehnici</a:t>
            </a:r>
            <a:r>
              <a:rPr lang="en-US" sz="1500" noProof="0" dirty="0"/>
              <a:t> din </a:t>
            </a:r>
            <a:r>
              <a:rPr lang="en-US" sz="1500" noProof="0" dirty="0" err="1"/>
              <a:t>ce</a:t>
            </a:r>
            <a:r>
              <a:rPr lang="en-US" sz="1500" noProof="0" dirty="0"/>
              <a:t> </a:t>
            </a:r>
            <a:r>
              <a:rPr lang="en-US" sz="1500" noProof="0" dirty="0" err="1"/>
              <a:t>în</a:t>
            </a:r>
            <a:r>
              <a:rPr lang="en-US" sz="1500" noProof="0" dirty="0"/>
              <a:t> </a:t>
            </a:r>
            <a:r>
              <a:rPr lang="en-US" sz="1500" noProof="0" dirty="0" err="1"/>
              <a:t>ce</a:t>
            </a:r>
            <a:r>
              <a:rPr lang="en-US" sz="1500" noProof="0" dirty="0"/>
              <a:t> </a:t>
            </a:r>
            <a:r>
              <a:rPr lang="en-US" sz="1500" noProof="0" dirty="0" err="1"/>
              <a:t>mai</a:t>
            </a:r>
            <a:r>
              <a:rPr lang="en-US" sz="1500" noProof="0" dirty="0"/>
              <a:t> </a:t>
            </a:r>
            <a:r>
              <a:rPr lang="en-US" sz="1500" noProof="0" dirty="0" err="1"/>
              <a:t>sofisticate</a:t>
            </a:r>
            <a:r>
              <a:rPr lang="en-US" sz="1500" noProof="0" dirty="0"/>
              <a:t> </a:t>
            </a:r>
            <a:r>
              <a:rPr lang="en-US" sz="1500" noProof="0" dirty="0" err="1"/>
              <a:t>pentru</a:t>
            </a:r>
            <a:r>
              <a:rPr lang="en-US" sz="1500" noProof="0" dirty="0"/>
              <a:t> a </a:t>
            </a:r>
            <a:r>
              <a:rPr lang="en-US" sz="1500" noProof="0" dirty="0" err="1"/>
              <a:t>înșela</a:t>
            </a:r>
            <a:r>
              <a:rPr lang="en-US" sz="1500" noProof="0" dirty="0"/>
              <a:t> </a:t>
            </a:r>
            <a:r>
              <a:rPr lang="en-US" sz="1500" noProof="0" dirty="0" err="1"/>
              <a:t>victimele</a:t>
            </a:r>
            <a:r>
              <a:rPr lang="en-US" sz="1500" dirty="0"/>
              <a:t>, cum </a:t>
            </a:r>
            <a:r>
              <a:rPr lang="en-US" sz="1500" dirty="0" err="1"/>
              <a:t>ar</a:t>
            </a:r>
            <a:r>
              <a:rPr lang="en-US" sz="1500" dirty="0"/>
              <a:t> fi:</a:t>
            </a:r>
            <a:endParaRPr lang="en-US" sz="1500" noProof="0" dirty="0"/>
          </a:p>
          <a:p>
            <a:pPr marL="285750" indent="-182880" defTabSz="914400">
              <a:lnSpc>
                <a:spcPct val="90000"/>
              </a:lnSpc>
              <a:spcAft>
                <a:spcPts val="600"/>
              </a:spcAft>
              <a:buClr>
                <a:schemeClr val="accent1"/>
              </a:buClr>
              <a:buSzPct val="80000"/>
              <a:buFont typeface="Corbel" pitchFamily="34" charset="0"/>
              <a:buChar char="•"/>
            </a:pPr>
            <a:r>
              <a:rPr lang="en-US" sz="1500" noProof="0" dirty="0"/>
              <a:t>Phishing (</a:t>
            </a:r>
            <a:r>
              <a:rPr lang="en-US" sz="1500" noProof="0" dirty="0" err="1"/>
              <a:t>mesaje</a:t>
            </a:r>
            <a:r>
              <a:rPr lang="en-US" sz="1500" noProof="0" dirty="0"/>
              <a:t>/mail-</a:t>
            </a:r>
            <a:r>
              <a:rPr lang="en-US" sz="1500" noProof="0" dirty="0" err="1"/>
              <a:t>uri</a:t>
            </a:r>
            <a:r>
              <a:rPr lang="en-US" sz="1500" noProof="0" dirty="0"/>
              <a:t> false)</a:t>
            </a:r>
          </a:p>
          <a:p>
            <a:pPr marL="285750" indent="-182880" defTabSz="914400">
              <a:lnSpc>
                <a:spcPct val="90000"/>
              </a:lnSpc>
              <a:spcAft>
                <a:spcPts val="600"/>
              </a:spcAft>
              <a:buClr>
                <a:schemeClr val="accent1"/>
              </a:buClr>
              <a:buSzPct val="80000"/>
              <a:buFont typeface="Corbel" pitchFamily="34" charset="0"/>
              <a:buChar char="•"/>
            </a:pPr>
            <a:r>
              <a:rPr lang="en-US" sz="1500" noProof="0" dirty="0" err="1"/>
              <a:t>Escrocherii</a:t>
            </a:r>
            <a:r>
              <a:rPr lang="en-US" sz="1500" noProof="0" dirty="0"/>
              <a:t> din comer</a:t>
            </a:r>
            <a:r>
              <a:rPr lang="ro-RO" sz="1500" noProof="0" dirty="0"/>
              <a:t>țul online (produse fictive sau inexistente)</a:t>
            </a:r>
            <a:endParaRPr lang="en-US" sz="1500" noProof="0" dirty="0"/>
          </a:p>
          <a:p>
            <a:pPr marL="285750" indent="-182880" defTabSz="914400">
              <a:lnSpc>
                <a:spcPct val="90000"/>
              </a:lnSpc>
              <a:spcAft>
                <a:spcPts val="600"/>
              </a:spcAft>
              <a:buClr>
                <a:schemeClr val="accent1"/>
              </a:buClr>
              <a:buSzPct val="80000"/>
              <a:buFont typeface="Corbel" pitchFamily="34" charset="0"/>
              <a:buChar char="•"/>
            </a:pPr>
            <a:r>
              <a:rPr lang="ro-RO" sz="1500" noProof="0" dirty="0"/>
              <a:t>Fraude cu cryptomonede (OneCoin, moneda nici nu exista și totuși</a:t>
            </a:r>
            <a:r>
              <a:rPr lang="en-US" sz="1500" noProof="0" dirty="0"/>
              <a:t> </a:t>
            </a:r>
            <a:r>
              <a:rPr lang="en-US" sz="1500" noProof="0" dirty="0" err="1"/>
              <a:t>oamenii</a:t>
            </a:r>
            <a:r>
              <a:rPr lang="en-US" sz="1500" noProof="0" dirty="0"/>
              <a:t> au </a:t>
            </a:r>
            <a:r>
              <a:rPr lang="en-US" sz="1500" dirty="0"/>
              <a:t>“</a:t>
            </a:r>
            <a:r>
              <a:rPr lang="en-US" sz="1500" dirty="0" err="1"/>
              <a:t>investit</a:t>
            </a:r>
            <a:r>
              <a:rPr lang="en-US" sz="1500" dirty="0"/>
              <a:t>” 4 </a:t>
            </a:r>
            <a:r>
              <a:rPr lang="en-US" sz="1500" dirty="0" err="1"/>
              <a:t>miliarde</a:t>
            </a:r>
            <a:r>
              <a:rPr lang="en-US" sz="1500" dirty="0"/>
              <a:t> de </a:t>
            </a:r>
            <a:r>
              <a:rPr lang="en-US" sz="1500" dirty="0" err="1"/>
              <a:t>dolari</a:t>
            </a:r>
            <a:r>
              <a:rPr lang="en-US" sz="1500" dirty="0"/>
              <a:t>)</a:t>
            </a:r>
            <a:endParaRPr lang="ro-RO" sz="1500" noProof="0" dirty="0"/>
          </a:p>
          <a:p>
            <a:pPr marL="285750" indent="-182880" defTabSz="914400">
              <a:lnSpc>
                <a:spcPct val="90000"/>
              </a:lnSpc>
              <a:spcAft>
                <a:spcPts val="600"/>
              </a:spcAft>
              <a:buClr>
                <a:schemeClr val="accent1"/>
              </a:buClr>
              <a:buSzPct val="80000"/>
              <a:buFont typeface="Corbel" pitchFamily="34" charset="0"/>
              <a:buChar char="•"/>
            </a:pPr>
            <a:r>
              <a:rPr lang="en-US" sz="1500" noProof="0" dirty="0"/>
              <a:t>Tip “Nigerian 419” (John Rempel a </a:t>
            </a:r>
            <a:r>
              <a:rPr lang="en-US" sz="1500" noProof="0" dirty="0" err="1"/>
              <a:t>pierdut</a:t>
            </a:r>
            <a:r>
              <a:rPr lang="en-US" sz="1500" noProof="0" dirty="0"/>
              <a:t> 600.000 de </a:t>
            </a:r>
            <a:r>
              <a:rPr lang="en-US" sz="1500" noProof="0" dirty="0" err="1"/>
              <a:t>dolari</a:t>
            </a:r>
            <a:r>
              <a:rPr lang="en-US" sz="1500" dirty="0"/>
              <a:t> </a:t>
            </a:r>
            <a:r>
              <a:rPr lang="en-US" sz="1500" dirty="0" err="1"/>
              <a:t>pentru</a:t>
            </a:r>
            <a:r>
              <a:rPr lang="en-US" sz="1500" dirty="0"/>
              <a:t> a intra </a:t>
            </a:r>
            <a:r>
              <a:rPr lang="ro-RO" sz="1500" dirty="0"/>
              <a:t>în posesia unei moșteniri lăsate de un prosper om de afaceri nigerian care nu avea moștenitori)</a:t>
            </a:r>
            <a:br>
              <a:rPr lang="en-US" sz="1500" noProof="0" dirty="0">
                <a:solidFill>
                  <a:schemeClr val="accent1"/>
                </a:solidFill>
              </a:rPr>
            </a:br>
            <a:endParaRPr lang="en-US" sz="1500" noProof="0" dirty="0">
              <a:solidFill>
                <a:schemeClr val="accent1"/>
              </a:solidFill>
            </a:endParaRPr>
          </a:p>
        </p:txBody>
      </p:sp>
      <p:pic>
        <p:nvPicPr>
          <p:cNvPr id="5" name="Picture 4">
            <a:extLst>
              <a:ext uri="{FF2B5EF4-FFF2-40B4-BE49-F238E27FC236}">
                <a16:creationId xmlns:a16="http://schemas.microsoft.com/office/drawing/2014/main" id="{FC9C2332-7308-FD24-5E01-0A939EDAFFD8}"/>
              </a:ext>
            </a:extLst>
          </p:cNvPr>
          <p:cNvPicPr>
            <a:picLocks noChangeAspect="1"/>
          </p:cNvPicPr>
          <p:nvPr/>
        </p:nvPicPr>
        <p:blipFill>
          <a:blip r:embed="rId2"/>
          <a:srcRect t="2616" b="2616"/>
          <a:stretch/>
        </p:blipFill>
        <p:spPr>
          <a:xfrm>
            <a:off x="6636743" y="1238487"/>
            <a:ext cx="4741120" cy="4493060"/>
          </a:xfrm>
          <a:prstGeom prst="rect">
            <a:avLst/>
          </a:prstGeom>
        </p:spPr>
      </p:pic>
    </p:spTree>
    <p:extLst>
      <p:ext uri="{BB962C8B-B14F-4D97-AF65-F5344CB8AC3E}">
        <p14:creationId xmlns:p14="http://schemas.microsoft.com/office/powerpoint/2010/main" val="13036324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416F-A3CB-D417-5EDC-FD1CFAF08D96}"/>
              </a:ext>
            </a:extLst>
          </p:cNvPr>
          <p:cNvSpPr>
            <a:spLocks noGrp="1"/>
          </p:cNvSpPr>
          <p:nvPr>
            <p:ph type="title"/>
          </p:nvPr>
        </p:nvSpPr>
        <p:spPr/>
        <p:txBody>
          <a:bodyPr/>
          <a:lstStyle/>
          <a:p>
            <a:r>
              <a:rPr lang="ro-RO" dirty="0"/>
              <a:t>F</a:t>
            </a:r>
            <a:r>
              <a:rPr lang="ro-RO" noProof="0" dirty="0"/>
              <a:t>raude sentimentale </a:t>
            </a:r>
            <a:endParaRPr lang="en-GB" dirty="0"/>
          </a:p>
        </p:txBody>
      </p:sp>
      <p:sp>
        <p:nvSpPr>
          <p:cNvPr id="4" name="TextBox 3">
            <a:extLst>
              <a:ext uri="{FF2B5EF4-FFF2-40B4-BE49-F238E27FC236}">
                <a16:creationId xmlns:a16="http://schemas.microsoft.com/office/drawing/2014/main" id="{56B8E289-0E18-F647-BCF8-F411AA6C703B}"/>
              </a:ext>
            </a:extLst>
          </p:cNvPr>
          <p:cNvSpPr txBox="1"/>
          <p:nvPr/>
        </p:nvSpPr>
        <p:spPr>
          <a:xfrm>
            <a:off x="1229031" y="2112691"/>
            <a:ext cx="3736259" cy="2862322"/>
          </a:xfrm>
          <a:prstGeom prst="rect">
            <a:avLst/>
          </a:prstGeom>
          <a:noFill/>
        </p:spPr>
        <p:txBody>
          <a:bodyPr wrap="square">
            <a:spAutoFit/>
          </a:bodyPr>
          <a:lstStyle/>
          <a:p>
            <a:pPr algn="ctr"/>
            <a:r>
              <a:rPr lang="ro-RO" sz="1800" dirty="0">
                <a:effectLst/>
                <a:ea typeface="MS Mincho" panose="02020609040205080304" pitchFamily="49" charset="-128"/>
                <a:cs typeface="Times New Roman" panose="02020603050405020304" pitchFamily="18" charset="0"/>
              </a:rPr>
              <a:t>Escrocii creează relații online false pentru a manipula emoțional victimele - </a:t>
            </a:r>
            <a:r>
              <a:rPr lang="en-US" sz="1800" dirty="0">
                <a:effectLst/>
                <a:ea typeface="MS Mincho" panose="02020609040205080304" pitchFamily="49" charset="-128"/>
                <a:cs typeface="Times New Roman" panose="02020603050405020304" pitchFamily="18" charset="0"/>
              </a:rPr>
              <a:t>rom</a:t>
            </a:r>
            <a:r>
              <a:rPr lang="ro-RO" dirty="0">
                <a:ea typeface="MS Mincho" panose="02020609040205080304" pitchFamily="49" charset="-128"/>
                <a:cs typeface="Times New Roman" panose="02020603050405020304" pitchFamily="18" charset="0"/>
              </a:rPr>
              <a:t>â</a:t>
            </a:r>
            <a:r>
              <a:rPr lang="en-US" sz="1800" dirty="0" err="1">
                <a:effectLst/>
                <a:ea typeface="MS Mincho" panose="02020609040205080304" pitchFamily="49" charset="-128"/>
                <a:cs typeface="Times New Roman" panose="02020603050405020304" pitchFamily="18" charset="0"/>
              </a:rPr>
              <a:t>nca</a:t>
            </a:r>
            <a:r>
              <a:rPr lang="en-US" sz="1800" dirty="0">
                <a:effectLst/>
                <a:ea typeface="MS Mincho" panose="02020609040205080304" pitchFamily="49" charset="-128"/>
                <a:cs typeface="Times New Roman" panose="02020603050405020304" pitchFamily="18" charset="0"/>
              </a:rPr>
              <a:t> </a:t>
            </a:r>
            <a:r>
              <a:rPr lang="en-US" sz="1800" dirty="0" err="1">
                <a:effectLst/>
                <a:ea typeface="MS Mincho" panose="02020609040205080304" pitchFamily="49" charset="-128"/>
                <a:cs typeface="Times New Roman" panose="02020603050405020304" pitchFamily="18" charset="0"/>
              </a:rPr>
              <a:t>locotenent</a:t>
            </a:r>
            <a:r>
              <a:rPr lang="en-US" sz="1800" dirty="0">
                <a:effectLst/>
                <a:ea typeface="MS Mincho" panose="02020609040205080304" pitchFamily="49" charset="-128"/>
                <a:cs typeface="Times New Roman" panose="02020603050405020304" pitchFamily="18" charset="0"/>
              </a:rPr>
              <a:t> colonel SRI, care a </a:t>
            </a:r>
            <a:r>
              <a:rPr lang="en-US" sz="1800" dirty="0" err="1">
                <a:effectLst/>
                <a:ea typeface="MS Mincho" panose="02020609040205080304" pitchFamily="49" charset="-128"/>
                <a:cs typeface="Times New Roman" panose="02020603050405020304" pitchFamily="18" charset="0"/>
              </a:rPr>
              <a:t>furat</a:t>
            </a:r>
            <a:r>
              <a:rPr lang="en-US" sz="1800" dirty="0">
                <a:effectLst/>
                <a:ea typeface="MS Mincho" panose="02020609040205080304" pitchFamily="49" charset="-128"/>
                <a:cs typeface="Times New Roman" panose="02020603050405020304" pitchFamily="18" charset="0"/>
              </a:rPr>
              <a:t> </a:t>
            </a:r>
            <a:r>
              <a:rPr lang="en-US" sz="1800" dirty="0" err="1">
                <a:effectLst/>
                <a:ea typeface="MS Mincho" panose="02020609040205080304" pitchFamily="49" charset="-128"/>
                <a:cs typeface="Times New Roman" panose="02020603050405020304" pitchFamily="18" charset="0"/>
              </a:rPr>
              <a:t>peste</a:t>
            </a:r>
            <a:r>
              <a:rPr lang="en-US" sz="1800" dirty="0">
                <a:effectLst/>
                <a:ea typeface="MS Mincho" panose="02020609040205080304" pitchFamily="49" charset="-128"/>
                <a:cs typeface="Times New Roman" panose="02020603050405020304" pitchFamily="18" charset="0"/>
              </a:rPr>
              <a:t> 900.000 de lei din </a:t>
            </a:r>
            <a:r>
              <a:rPr lang="en-US" sz="1800" dirty="0" err="1">
                <a:effectLst/>
                <a:ea typeface="MS Mincho" panose="02020609040205080304" pitchFamily="49" charset="-128"/>
                <a:cs typeface="Times New Roman" panose="02020603050405020304" pitchFamily="18" charset="0"/>
              </a:rPr>
              <a:t>bugetul</a:t>
            </a:r>
            <a:r>
              <a:rPr lang="en-US" sz="1800" dirty="0">
                <a:effectLst/>
                <a:ea typeface="MS Mincho" panose="02020609040205080304" pitchFamily="49" charset="-128"/>
                <a:cs typeface="Times New Roman" panose="02020603050405020304" pitchFamily="18" charset="0"/>
              </a:rPr>
              <a:t> opera</a:t>
            </a:r>
            <a:r>
              <a:rPr lang="ro-RO" sz="1800" dirty="0">
                <a:effectLst/>
                <a:ea typeface="MS Mincho" panose="02020609040205080304" pitchFamily="49" charset="-128"/>
                <a:cs typeface="Times New Roman" panose="02020603050405020304" pitchFamily="18" charset="0"/>
              </a:rPr>
              <a:t>ț</a:t>
            </a:r>
            <a:r>
              <a:rPr lang="en-US" sz="1800" dirty="0" err="1">
                <a:effectLst/>
                <a:ea typeface="MS Mincho" panose="02020609040205080304" pitchFamily="49" charset="-128"/>
                <a:cs typeface="Times New Roman" panose="02020603050405020304" pitchFamily="18" charset="0"/>
              </a:rPr>
              <a:t>ional</a:t>
            </a:r>
            <a:r>
              <a:rPr lang="en-US" sz="1800" dirty="0">
                <a:effectLst/>
                <a:ea typeface="MS Mincho" panose="02020609040205080304" pitchFamily="49" charset="-128"/>
                <a:cs typeface="Times New Roman" panose="02020603050405020304" pitchFamily="18" charset="0"/>
              </a:rPr>
              <a:t> </a:t>
            </a:r>
            <a:r>
              <a:rPr lang="ro-RO" dirty="0">
                <a:ea typeface="MS Mincho" panose="02020609040205080304" pitchFamily="49" charset="-128"/>
                <a:cs typeface="Times New Roman" panose="02020603050405020304" pitchFamily="18" charset="0"/>
              </a:rPr>
              <a:t>ș</a:t>
            </a:r>
            <a:r>
              <a:rPr lang="en-US" sz="1800" dirty="0" err="1">
                <a:effectLst/>
                <a:ea typeface="MS Mincho" panose="02020609040205080304" pitchFamily="49" charset="-128"/>
                <a:cs typeface="Times New Roman" panose="02020603050405020304" pitchFamily="18" charset="0"/>
              </a:rPr>
              <a:t>i</a:t>
            </a:r>
            <a:r>
              <a:rPr lang="en-US" sz="1800" dirty="0">
                <a:effectLst/>
                <a:ea typeface="MS Mincho" panose="02020609040205080304" pitchFamily="49" charset="-128"/>
                <a:cs typeface="Times New Roman" panose="02020603050405020304" pitchFamily="18" charset="0"/>
              </a:rPr>
              <a:t> </a:t>
            </a:r>
            <a:r>
              <a:rPr lang="en-US" sz="1800" dirty="0" err="1">
                <a:effectLst/>
                <a:ea typeface="MS Mincho" panose="02020609040205080304" pitchFamily="49" charset="-128"/>
                <a:cs typeface="Times New Roman" panose="02020603050405020304" pitchFamily="18" charset="0"/>
              </a:rPr>
              <a:t>i</a:t>
            </a:r>
            <a:r>
              <a:rPr lang="en-US" sz="1800" dirty="0">
                <a:effectLst/>
                <a:ea typeface="MS Mincho" panose="02020609040205080304" pitchFamily="49" charset="-128"/>
                <a:cs typeface="Times New Roman" panose="02020603050405020304" pitchFamily="18" charset="0"/>
              </a:rPr>
              <a:t>-a </a:t>
            </a:r>
            <a:r>
              <a:rPr lang="en-US" sz="1800" dirty="0" err="1">
                <a:effectLst/>
                <a:ea typeface="MS Mincho" panose="02020609040205080304" pitchFamily="49" charset="-128"/>
                <a:cs typeface="Times New Roman" panose="02020603050405020304" pitchFamily="18" charset="0"/>
              </a:rPr>
              <a:t>trimis</a:t>
            </a:r>
            <a:r>
              <a:rPr lang="en-US" sz="1800" dirty="0">
                <a:effectLst/>
                <a:ea typeface="MS Mincho" panose="02020609040205080304" pitchFamily="49" charset="-128"/>
                <a:cs typeface="Times New Roman" panose="02020603050405020304" pitchFamily="18" charset="0"/>
              </a:rPr>
              <a:t> </a:t>
            </a:r>
            <a:r>
              <a:rPr lang="en-US" sz="1800" dirty="0" err="1">
                <a:effectLst/>
                <a:ea typeface="MS Mincho" panose="02020609040205080304" pitchFamily="49" charset="-128"/>
                <a:cs typeface="Times New Roman" panose="02020603050405020304" pitchFamily="18" charset="0"/>
              </a:rPr>
              <a:t>unui</a:t>
            </a:r>
            <a:r>
              <a:rPr lang="en-US" sz="1800" dirty="0">
                <a:effectLst/>
                <a:ea typeface="MS Mincho" panose="02020609040205080304" pitchFamily="49" charset="-128"/>
                <a:cs typeface="Times New Roman" panose="02020603050405020304" pitchFamily="18" charset="0"/>
              </a:rPr>
              <a:t> b</a:t>
            </a:r>
            <a:r>
              <a:rPr lang="ro-RO" sz="1800" dirty="0">
                <a:effectLst/>
                <a:ea typeface="MS Mincho" panose="02020609040205080304" pitchFamily="49" charset="-128"/>
                <a:cs typeface="Times New Roman" panose="02020603050405020304" pitchFamily="18" charset="0"/>
              </a:rPr>
              <a:t>ărbat</a:t>
            </a:r>
            <a:r>
              <a:rPr lang="en-US" sz="1800" dirty="0">
                <a:effectLst/>
                <a:ea typeface="MS Mincho" panose="02020609040205080304" pitchFamily="49" charset="-128"/>
                <a:cs typeface="Times New Roman" panose="02020603050405020304" pitchFamily="18" charset="0"/>
              </a:rPr>
              <a:t> </a:t>
            </a:r>
            <a:r>
              <a:rPr lang="en-US" sz="1800" dirty="0" err="1">
                <a:effectLst/>
                <a:ea typeface="MS Mincho" panose="02020609040205080304" pitchFamily="49" charset="-128"/>
                <a:cs typeface="Times New Roman" panose="02020603050405020304" pitchFamily="18" charset="0"/>
              </a:rPr>
              <a:t>cunoscut</a:t>
            </a:r>
            <a:r>
              <a:rPr lang="en-US" sz="1800" dirty="0">
                <a:effectLst/>
                <a:ea typeface="MS Mincho" panose="02020609040205080304" pitchFamily="49" charset="-128"/>
                <a:cs typeface="Times New Roman" panose="02020603050405020304" pitchFamily="18" charset="0"/>
              </a:rPr>
              <a:t> pe </a:t>
            </a:r>
            <a:r>
              <a:rPr lang="ro-RO" dirty="0">
                <a:ea typeface="MS Mincho" panose="02020609040205080304" pitchFamily="49" charset="-128"/>
                <a:cs typeface="Times New Roman" panose="02020603050405020304" pitchFamily="18" charset="0"/>
              </a:rPr>
              <a:t>Instagram, dat drept </a:t>
            </a:r>
            <a:r>
              <a:rPr lang="en-US" sz="1800" dirty="0">
                <a:effectLst/>
                <a:ea typeface="MS Mincho" panose="02020609040205080304" pitchFamily="49" charset="-128"/>
                <a:cs typeface="Times New Roman" panose="02020603050405020304" pitchFamily="18" charset="0"/>
              </a:rPr>
              <a:t>“</a:t>
            </a:r>
            <a:r>
              <a:rPr lang="en-US" sz="1800" dirty="0" err="1">
                <a:effectLst/>
                <a:ea typeface="MS Mincho" panose="02020609040205080304" pitchFamily="49" charset="-128"/>
                <a:cs typeface="Times New Roman" panose="02020603050405020304" pitchFamily="18" charset="0"/>
              </a:rPr>
              <a:t>neurochirug</a:t>
            </a:r>
            <a:r>
              <a:rPr lang="en-US" sz="1800" dirty="0">
                <a:effectLst/>
                <a:ea typeface="MS Mincho" panose="02020609040205080304" pitchFamily="49" charset="-128"/>
                <a:cs typeface="Times New Roman" panose="02020603050405020304" pitchFamily="18" charset="0"/>
              </a:rPr>
              <a:t> </a:t>
            </a:r>
            <a:r>
              <a:rPr lang="ro-RO" sz="1800" dirty="0">
                <a:effectLst/>
                <a:ea typeface="MS Mincho" panose="02020609040205080304" pitchFamily="49" charset="-128"/>
                <a:cs typeface="Times New Roman" panose="02020603050405020304" pitchFamily="18" charset="0"/>
              </a:rPr>
              <a:t>a</a:t>
            </a:r>
            <a:r>
              <a:rPr lang="en-US" sz="1800" dirty="0" err="1">
                <a:effectLst/>
                <a:ea typeface="MS Mincho" panose="02020609040205080304" pitchFamily="49" charset="-128"/>
                <a:cs typeface="Times New Roman" panose="02020603050405020304" pitchFamily="18" charset="0"/>
              </a:rPr>
              <a:t>merican</a:t>
            </a:r>
            <a:r>
              <a:rPr lang="en-US" sz="1800" dirty="0">
                <a:effectLst/>
                <a:ea typeface="MS Mincho" panose="02020609040205080304" pitchFamily="49" charset="-128"/>
                <a:cs typeface="Times New Roman" panose="02020603050405020304" pitchFamily="18" charset="0"/>
              </a:rPr>
              <a:t> care era </a:t>
            </a:r>
            <a:r>
              <a:rPr lang="en-US" sz="1800" dirty="0" err="1">
                <a:effectLst/>
                <a:ea typeface="MS Mincho" panose="02020609040205080304" pitchFamily="49" charset="-128"/>
                <a:cs typeface="Times New Roman" panose="02020603050405020304" pitchFamily="18" charset="0"/>
              </a:rPr>
              <a:t>plecat</a:t>
            </a:r>
            <a:r>
              <a:rPr lang="en-US" sz="1800" dirty="0">
                <a:effectLst/>
                <a:ea typeface="MS Mincho" panose="02020609040205080304" pitchFamily="49" charset="-128"/>
                <a:cs typeface="Times New Roman" panose="02020603050405020304" pitchFamily="18" charset="0"/>
              </a:rPr>
              <a:t> </a:t>
            </a:r>
            <a:r>
              <a:rPr lang="ro-RO" sz="1800" dirty="0">
                <a:effectLst/>
                <a:ea typeface="MS Mincho" panose="02020609040205080304" pitchFamily="49" charset="-128"/>
                <a:cs typeface="Times New Roman" panose="02020603050405020304" pitchFamily="18" charset="0"/>
              </a:rPr>
              <a:t>î</a:t>
            </a:r>
            <a:r>
              <a:rPr lang="en-US" sz="1800" dirty="0">
                <a:effectLst/>
                <a:ea typeface="MS Mincho" panose="02020609040205080304" pitchFamily="49" charset="-128"/>
                <a:cs typeface="Times New Roman" panose="02020603050405020304" pitchFamily="18" charset="0"/>
              </a:rPr>
              <a:t>n </a:t>
            </a:r>
            <a:r>
              <a:rPr lang="en-US" sz="1800" dirty="0" err="1">
                <a:effectLst/>
                <a:ea typeface="MS Mincho" panose="02020609040205080304" pitchFamily="49" charset="-128"/>
                <a:cs typeface="Times New Roman" panose="02020603050405020304" pitchFamily="18" charset="0"/>
              </a:rPr>
              <a:t>misiune</a:t>
            </a:r>
            <a:r>
              <a:rPr lang="en-US" sz="1800" dirty="0">
                <a:effectLst/>
                <a:ea typeface="MS Mincho" panose="02020609040205080304" pitchFamily="49" charset="-128"/>
                <a:cs typeface="Times New Roman" panose="02020603050405020304" pitchFamily="18" charset="0"/>
              </a:rPr>
              <a:t> </a:t>
            </a:r>
            <a:r>
              <a:rPr lang="ro-RO" sz="1800" dirty="0">
                <a:effectLst/>
                <a:ea typeface="MS Mincho" panose="02020609040205080304" pitchFamily="49" charset="-128"/>
                <a:cs typeface="Times New Roman" panose="02020603050405020304" pitchFamily="18" charset="0"/>
              </a:rPr>
              <a:t>î</a:t>
            </a:r>
            <a:r>
              <a:rPr lang="en-US" sz="1800" dirty="0">
                <a:effectLst/>
                <a:ea typeface="MS Mincho" panose="02020609040205080304" pitchFamily="49" charset="-128"/>
                <a:cs typeface="Times New Roman" panose="02020603050405020304" pitchFamily="18" charset="0"/>
              </a:rPr>
              <a:t>n </a:t>
            </a:r>
            <a:r>
              <a:rPr lang="en-US" sz="1800" dirty="0" err="1">
                <a:effectLst/>
                <a:ea typeface="MS Mincho" panose="02020609040205080304" pitchFamily="49" charset="-128"/>
                <a:cs typeface="Times New Roman" panose="02020603050405020304" pitchFamily="18" charset="0"/>
              </a:rPr>
              <a:t>Damasc</a:t>
            </a:r>
            <a:r>
              <a:rPr lang="en-US" sz="1800" dirty="0">
                <a:effectLst/>
                <a:ea typeface="MS Mincho" panose="02020609040205080304" pitchFamily="49" charset="-128"/>
                <a:cs typeface="Times New Roman" panose="02020603050405020304" pitchFamily="18" charset="0"/>
              </a:rPr>
              <a:t> </a:t>
            </a:r>
            <a:r>
              <a:rPr lang="ro-RO" dirty="0">
                <a:ea typeface="MS Mincho" panose="02020609040205080304" pitchFamily="49" charset="-128"/>
                <a:cs typeface="Times New Roman" panose="02020603050405020304" pitchFamily="18" charset="0"/>
              </a:rPr>
              <a:t>ș</a:t>
            </a:r>
            <a:r>
              <a:rPr lang="en-US" sz="1800" dirty="0" err="1">
                <a:effectLst/>
                <a:ea typeface="MS Mincho" panose="02020609040205080304" pitchFamily="49" charset="-128"/>
                <a:cs typeface="Times New Roman" panose="02020603050405020304" pitchFamily="18" charset="0"/>
              </a:rPr>
              <a:t>i</a:t>
            </a:r>
            <a:r>
              <a:rPr lang="en-US" sz="1800" dirty="0">
                <a:effectLst/>
                <a:ea typeface="MS Mincho" panose="02020609040205080304" pitchFamily="49" charset="-128"/>
                <a:cs typeface="Times New Roman" panose="02020603050405020304" pitchFamily="18" charset="0"/>
              </a:rPr>
              <a:t> </a:t>
            </a:r>
            <a:r>
              <a:rPr lang="en-US" sz="1800" dirty="0" err="1">
                <a:effectLst/>
                <a:ea typeface="MS Mincho" panose="02020609040205080304" pitchFamily="49" charset="-128"/>
                <a:cs typeface="Times New Roman" panose="02020603050405020304" pitchFamily="18" charset="0"/>
              </a:rPr>
              <a:t>avea</a:t>
            </a:r>
            <a:r>
              <a:rPr lang="en-US" sz="1800" dirty="0">
                <a:effectLst/>
                <a:ea typeface="MS Mincho" panose="02020609040205080304" pitchFamily="49" charset="-128"/>
                <a:cs typeface="Times New Roman" panose="02020603050405020304" pitchFamily="18" charset="0"/>
              </a:rPr>
              <a:t> </a:t>
            </a:r>
            <a:r>
              <a:rPr lang="en-US" sz="1800" dirty="0" err="1">
                <a:effectLst/>
                <a:ea typeface="MS Mincho" panose="02020609040205080304" pitchFamily="49" charset="-128"/>
                <a:cs typeface="Times New Roman" panose="02020603050405020304" pitchFamily="18" charset="0"/>
              </a:rPr>
              <a:t>nevoie</a:t>
            </a:r>
            <a:r>
              <a:rPr lang="en-US" sz="1800" dirty="0">
                <a:effectLst/>
                <a:ea typeface="MS Mincho" panose="02020609040205080304" pitchFamily="49" charset="-128"/>
                <a:cs typeface="Times New Roman" panose="02020603050405020304" pitchFamily="18" charset="0"/>
              </a:rPr>
              <a:t> de bani”</a:t>
            </a:r>
            <a:endParaRPr lang="ro-RO" noProof="0" dirty="0"/>
          </a:p>
        </p:txBody>
      </p:sp>
      <p:pic>
        <p:nvPicPr>
          <p:cNvPr id="6" name="Picture 5">
            <a:extLst>
              <a:ext uri="{FF2B5EF4-FFF2-40B4-BE49-F238E27FC236}">
                <a16:creationId xmlns:a16="http://schemas.microsoft.com/office/drawing/2014/main" id="{E24F89BE-A43A-8682-EE43-68B40A0C6DE5}"/>
              </a:ext>
            </a:extLst>
          </p:cNvPr>
          <p:cNvPicPr>
            <a:picLocks noChangeAspect="1"/>
          </p:cNvPicPr>
          <p:nvPr/>
        </p:nvPicPr>
        <p:blipFill>
          <a:blip r:embed="rId2"/>
          <a:srcRect/>
          <a:stretch/>
        </p:blipFill>
        <p:spPr>
          <a:xfrm>
            <a:off x="5576119" y="2743004"/>
            <a:ext cx="5652320" cy="2741674"/>
          </a:xfrm>
          <a:prstGeom prst="rect">
            <a:avLst/>
          </a:prstGeom>
        </p:spPr>
      </p:pic>
    </p:spTree>
    <p:extLst>
      <p:ext uri="{BB962C8B-B14F-4D97-AF65-F5344CB8AC3E}">
        <p14:creationId xmlns:p14="http://schemas.microsoft.com/office/powerpoint/2010/main" val="9886543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44B590A-534A-411B-B247-235FB9436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1EF49FC-E7B9-6F7A-150D-F2A31D73319D}"/>
              </a:ext>
            </a:extLst>
          </p:cNvPr>
          <p:cNvSpPr>
            <a:spLocks noGrp="1"/>
          </p:cNvSpPr>
          <p:nvPr>
            <p:ph type="title"/>
          </p:nvPr>
        </p:nvSpPr>
        <p:spPr>
          <a:xfrm>
            <a:off x="1143000" y="609600"/>
            <a:ext cx="7617542" cy="1356360"/>
          </a:xfrm>
        </p:spPr>
        <p:txBody>
          <a:bodyPr vert="horz" lIns="91440" tIns="45720" rIns="91440" bIns="45720" rtlCol="0" anchor="ctr">
            <a:normAutofit/>
          </a:bodyPr>
          <a:lstStyle/>
          <a:p>
            <a:r>
              <a:rPr lang="en-US" noProof="0" dirty="0" err="1"/>
              <a:t>Studiu</a:t>
            </a:r>
            <a:r>
              <a:rPr lang="en-US" noProof="0" dirty="0"/>
              <a:t> de </a:t>
            </a:r>
            <a:r>
              <a:rPr lang="en-US" noProof="0" dirty="0" err="1"/>
              <a:t>caz</a:t>
            </a:r>
            <a:r>
              <a:rPr lang="en-US" noProof="0" dirty="0"/>
              <a:t> – </a:t>
            </a:r>
            <a:r>
              <a:rPr lang="en-US" noProof="0" dirty="0" err="1"/>
              <a:t>reclame</a:t>
            </a:r>
            <a:r>
              <a:rPr lang="en-US" noProof="0" dirty="0"/>
              <a:t> fa</a:t>
            </a:r>
            <a:r>
              <a:rPr lang="ro-RO" noProof="0" dirty="0"/>
              <a:t>ls</a:t>
            </a:r>
            <a:r>
              <a:rPr lang="en-US" noProof="0" dirty="0"/>
              <a:t>e</a:t>
            </a:r>
          </a:p>
        </p:txBody>
      </p:sp>
      <p:pic>
        <p:nvPicPr>
          <p:cNvPr id="4" name="Picture 3" descr="A screenshot of a website&#10;&#10;AI-generated content may be incorrect.">
            <a:extLst>
              <a:ext uri="{FF2B5EF4-FFF2-40B4-BE49-F238E27FC236}">
                <a16:creationId xmlns:a16="http://schemas.microsoft.com/office/drawing/2014/main" id="{356E7E14-5C67-04BC-6458-5CE18EB47CF3}"/>
              </a:ext>
            </a:extLst>
          </p:cNvPr>
          <p:cNvPicPr>
            <a:picLocks noChangeAspect="1"/>
          </p:cNvPicPr>
          <p:nvPr/>
        </p:nvPicPr>
        <p:blipFill>
          <a:blip r:embed="rId2"/>
          <a:stretch>
            <a:fillRect/>
          </a:stretch>
        </p:blipFill>
        <p:spPr>
          <a:xfrm>
            <a:off x="1143000" y="1693813"/>
            <a:ext cx="7022107" cy="4195709"/>
          </a:xfrm>
          <a:prstGeom prst="rect">
            <a:avLst/>
          </a:prstGeom>
        </p:spPr>
      </p:pic>
      <p:pic>
        <p:nvPicPr>
          <p:cNvPr id="9" name="Picture 8" descr="A screenshot of a social media ad&#10;&#10;AI-generated content may be incorrect.">
            <a:extLst>
              <a:ext uri="{FF2B5EF4-FFF2-40B4-BE49-F238E27FC236}">
                <a16:creationId xmlns:a16="http://schemas.microsoft.com/office/drawing/2014/main" id="{46B902BA-28FF-084D-247B-785D12F1C1AA}"/>
              </a:ext>
            </a:extLst>
          </p:cNvPr>
          <p:cNvPicPr>
            <a:picLocks noChangeAspect="1"/>
          </p:cNvPicPr>
          <p:nvPr/>
        </p:nvPicPr>
        <p:blipFill>
          <a:blip r:embed="rId3"/>
          <a:stretch>
            <a:fillRect/>
          </a:stretch>
        </p:blipFill>
        <p:spPr>
          <a:xfrm>
            <a:off x="8314536" y="421896"/>
            <a:ext cx="3143884" cy="5467626"/>
          </a:xfrm>
          <a:prstGeom prst="rect">
            <a:avLst/>
          </a:prstGeom>
        </p:spPr>
      </p:pic>
    </p:spTree>
    <p:extLst>
      <p:ext uri="{BB962C8B-B14F-4D97-AF65-F5344CB8AC3E}">
        <p14:creationId xmlns:p14="http://schemas.microsoft.com/office/powerpoint/2010/main" val="35499837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33A6C-B8DB-46B3-8A3F-551C2931569D}"/>
              </a:ext>
            </a:extLst>
          </p:cNvPr>
          <p:cNvSpPr>
            <a:spLocks noGrp="1"/>
          </p:cNvSpPr>
          <p:nvPr>
            <p:ph type="title"/>
          </p:nvPr>
        </p:nvSpPr>
        <p:spPr/>
        <p:txBody>
          <a:bodyPr>
            <a:noAutofit/>
          </a:bodyPr>
          <a:lstStyle/>
          <a:p>
            <a:r>
              <a:rPr lang="ro-RO" dirty="0"/>
              <a:t>Cum detectăm un scam?</a:t>
            </a:r>
            <a:endParaRPr lang="en-US" dirty="0"/>
          </a:p>
        </p:txBody>
      </p:sp>
      <p:grpSp>
        <p:nvGrpSpPr>
          <p:cNvPr id="3" name="Group 2">
            <a:extLst>
              <a:ext uri="{FF2B5EF4-FFF2-40B4-BE49-F238E27FC236}">
                <a16:creationId xmlns:a16="http://schemas.microsoft.com/office/drawing/2014/main" id="{47A0216C-0ABD-4B63-8910-BD62DF1BBC9F}"/>
              </a:ext>
            </a:extLst>
          </p:cNvPr>
          <p:cNvGrpSpPr/>
          <p:nvPr/>
        </p:nvGrpSpPr>
        <p:grpSpPr>
          <a:xfrm>
            <a:off x="580103" y="2434108"/>
            <a:ext cx="10215715" cy="2098746"/>
            <a:chOff x="628650" y="2434108"/>
            <a:chExt cx="7902304" cy="2066370"/>
          </a:xfrm>
        </p:grpSpPr>
        <p:sp>
          <p:nvSpPr>
            <p:cNvPr id="4" name="Shape">
              <a:extLst>
                <a:ext uri="{FF2B5EF4-FFF2-40B4-BE49-F238E27FC236}">
                  <a16:creationId xmlns:a16="http://schemas.microsoft.com/office/drawing/2014/main" id="{48A06362-DF19-4483-BDEE-374FB4F5E277}"/>
                </a:ext>
              </a:extLst>
            </p:cNvPr>
            <p:cNvSpPr/>
            <p:nvPr/>
          </p:nvSpPr>
          <p:spPr>
            <a:xfrm>
              <a:off x="628650" y="2504694"/>
              <a:ext cx="7902304" cy="1995784"/>
            </a:xfrm>
            <a:custGeom>
              <a:avLst/>
              <a:gdLst/>
              <a:ahLst/>
              <a:cxnLst>
                <a:cxn ang="0">
                  <a:pos x="wd2" y="hd2"/>
                </a:cxn>
                <a:cxn ang="5400000">
                  <a:pos x="wd2" y="hd2"/>
                </a:cxn>
                <a:cxn ang="10800000">
                  <a:pos x="wd2" y="hd2"/>
                </a:cxn>
                <a:cxn ang="16200000">
                  <a:pos x="wd2" y="hd2"/>
                </a:cxn>
              </a:cxnLst>
              <a:rect l="0" t="0" r="r" b="b"/>
              <a:pathLst>
                <a:path w="21522" h="21600" extrusionOk="0">
                  <a:moveTo>
                    <a:pt x="21518" y="18420"/>
                  </a:moveTo>
                  <a:lnTo>
                    <a:pt x="19010" y="16921"/>
                  </a:lnTo>
                  <a:cubicBezTo>
                    <a:pt x="18978" y="16921"/>
                    <a:pt x="18942" y="16892"/>
                    <a:pt x="18909" y="16845"/>
                  </a:cubicBezTo>
                  <a:cubicBezTo>
                    <a:pt x="18875" y="16797"/>
                    <a:pt x="18839" y="16730"/>
                    <a:pt x="18808" y="16644"/>
                  </a:cubicBezTo>
                  <a:cubicBezTo>
                    <a:pt x="18774" y="16558"/>
                    <a:pt x="18745" y="16463"/>
                    <a:pt x="18716" y="16358"/>
                  </a:cubicBezTo>
                  <a:cubicBezTo>
                    <a:pt x="18690" y="16253"/>
                    <a:pt x="18666" y="16128"/>
                    <a:pt x="18649" y="16004"/>
                  </a:cubicBezTo>
                  <a:lnTo>
                    <a:pt x="16809" y="2798"/>
                  </a:lnTo>
                  <a:cubicBezTo>
                    <a:pt x="16751" y="2387"/>
                    <a:pt x="16672" y="2005"/>
                    <a:pt x="16575" y="1662"/>
                  </a:cubicBezTo>
                  <a:cubicBezTo>
                    <a:pt x="16482" y="1327"/>
                    <a:pt x="16371" y="1031"/>
                    <a:pt x="16251" y="783"/>
                  </a:cubicBezTo>
                  <a:cubicBezTo>
                    <a:pt x="16133" y="535"/>
                    <a:pt x="16008" y="344"/>
                    <a:pt x="15879" y="210"/>
                  </a:cubicBezTo>
                  <a:cubicBezTo>
                    <a:pt x="15751" y="76"/>
                    <a:pt x="15622" y="0"/>
                    <a:pt x="15492" y="0"/>
                  </a:cubicBezTo>
                  <a:lnTo>
                    <a:pt x="14468" y="0"/>
                  </a:lnTo>
                  <a:cubicBezTo>
                    <a:pt x="14341" y="0"/>
                    <a:pt x="14225" y="76"/>
                    <a:pt x="14124" y="210"/>
                  </a:cubicBezTo>
                  <a:cubicBezTo>
                    <a:pt x="14024" y="344"/>
                    <a:pt x="13939" y="544"/>
                    <a:pt x="13872" y="783"/>
                  </a:cubicBezTo>
                  <a:cubicBezTo>
                    <a:pt x="13805" y="1031"/>
                    <a:pt x="13757" y="1327"/>
                    <a:pt x="13733" y="1662"/>
                  </a:cubicBezTo>
                  <a:cubicBezTo>
                    <a:pt x="13709" y="2005"/>
                    <a:pt x="13706" y="2387"/>
                    <a:pt x="13735" y="2798"/>
                  </a:cubicBezTo>
                  <a:lnTo>
                    <a:pt x="14641" y="16004"/>
                  </a:lnTo>
                  <a:cubicBezTo>
                    <a:pt x="14651" y="16128"/>
                    <a:pt x="14651" y="16243"/>
                    <a:pt x="14648" y="16358"/>
                  </a:cubicBezTo>
                  <a:cubicBezTo>
                    <a:pt x="14644" y="16463"/>
                    <a:pt x="14634" y="16568"/>
                    <a:pt x="14619" y="16644"/>
                  </a:cubicBezTo>
                  <a:cubicBezTo>
                    <a:pt x="14605" y="16730"/>
                    <a:pt x="14583" y="16797"/>
                    <a:pt x="14559" y="16845"/>
                  </a:cubicBezTo>
                  <a:cubicBezTo>
                    <a:pt x="14535" y="16892"/>
                    <a:pt x="14507" y="16921"/>
                    <a:pt x="14475" y="16921"/>
                  </a:cubicBezTo>
                  <a:lnTo>
                    <a:pt x="13026" y="16921"/>
                  </a:lnTo>
                  <a:cubicBezTo>
                    <a:pt x="12995" y="16921"/>
                    <a:pt x="12964" y="16892"/>
                    <a:pt x="12933" y="16845"/>
                  </a:cubicBezTo>
                  <a:cubicBezTo>
                    <a:pt x="12904" y="16797"/>
                    <a:pt x="12875" y="16730"/>
                    <a:pt x="12851" y="16644"/>
                  </a:cubicBezTo>
                  <a:cubicBezTo>
                    <a:pt x="12827" y="16558"/>
                    <a:pt x="12808" y="16463"/>
                    <a:pt x="12791" y="16358"/>
                  </a:cubicBezTo>
                  <a:cubicBezTo>
                    <a:pt x="12776" y="16253"/>
                    <a:pt x="12764" y="16128"/>
                    <a:pt x="12760" y="16004"/>
                  </a:cubicBezTo>
                  <a:lnTo>
                    <a:pt x="12464" y="7630"/>
                  </a:lnTo>
                  <a:cubicBezTo>
                    <a:pt x="12447" y="7124"/>
                    <a:pt x="12399" y="6656"/>
                    <a:pt x="12332" y="6236"/>
                  </a:cubicBezTo>
                  <a:cubicBezTo>
                    <a:pt x="12265" y="5825"/>
                    <a:pt x="12176" y="5462"/>
                    <a:pt x="12072" y="5157"/>
                  </a:cubicBezTo>
                  <a:cubicBezTo>
                    <a:pt x="11969" y="4860"/>
                    <a:pt x="11854" y="4622"/>
                    <a:pt x="11726" y="4459"/>
                  </a:cubicBezTo>
                  <a:cubicBezTo>
                    <a:pt x="11601" y="4297"/>
                    <a:pt x="11464" y="4211"/>
                    <a:pt x="11323" y="4211"/>
                  </a:cubicBezTo>
                  <a:lnTo>
                    <a:pt x="10193" y="4211"/>
                  </a:lnTo>
                  <a:cubicBezTo>
                    <a:pt x="10051" y="4211"/>
                    <a:pt x="9917" y="4297"/>
                    <a:pt x="9790" y="4459"/>
                  </a:cubicBezTo>
                  <a:cubicBezTo>
                    <a:pt x="9662" y="4622"/>
                    <a:pt x="9544" y="4860"/>
                    <a:pt x="9444" y="5157"/>
                  </a:cubicBezTo>
                  <a:cubicBezTo>
                    <a:pt x="9340" y="5462"/>
                    <a:pt x="9251" y="5825"/>
                    <a:pt x="9184" y="6236"/>
                  </a:cubicBezTo>
                  <a:cubicBezTo>
                    <a:pt x="9114" y="6656"/>
                    <a:pt x="9069" y="7124"/>
                    <a:pt x="9049" y="7630"/>
                  </a:cubicBezTo>
                  <a:lnTo>
                    <a:pt x="8754" y="16004"/>
                  </a:lnTo>
                  <a:cubicBezTo>
                    <a:pt x="8749" y="16128"/>
                    <a:pt x="8739" y="16243"/>
                    <a:pt x="8723" y="16358"/>
                  </a:cubicBezTo>
                  <a:cubicBezTo>
                    <a:pt x="8708" y="16463"/>
                    <a:pt x="8687" y="16568"/>
                    <a:pt x="8663" y="16644"/>
                  </a:cubicBezTo>
                  <a:cubicBezTo>
                    <a:pt x="8639" y="16730"/>
                    <a:pt x="8612" y="16797"/>
                    <a:pt x="8581" y="16845"/>
                  </a:cubicBezTo>
                  <a:cubicBezTo>
                    <a:pt x="8552" y="16892"/>
                    <a:pt x="8521" y="16921"/>
                    <a:pt x="8487" y="16921"/>
                  </a:cubicBezTo>
                  <a:lnTo>
                    <a:pt x="7038" y="16921"/>
                  </a:lnTo>
                  <a:cubicBezTo>
                    <a:pt x="7007" y="16921"/>
                    <a:pt x="6978" y="16892"/>
                    <a:pt x="6954" y="16845"/>
                  </a:cubicBezTo>
                  <a:cubicBezTo>
                    <a:pt x="6930" y="16797"/>
                    <a:pt x="6908" y="16730"/>
                    <a:pt x="6894" y="16644"/>
                  </a:cubicBezTo>
                  <a:cubicBezTo>
                    <a:pt x="6880" y="16558"/>
                    <a:pt x="6868" y="16463"/>
                    <a:pt x="6865" y="16358"/>
                  </a:cubicBezTo>
                  <a:cubicBezTo>
                    <a:pt x="6860" y="16253"/>
                    <a:pt x="6863" y="16128"/>
                    <a:pt x="6872" y="16004"/>
                  </a:cubicBezTo>
                  <a:lnTo>
                    <a:pt x="6985" y="14362"/>
                  </a:lnTo>
                  <a:cubicBezTo>
                    <a:pt x="7031" y="13712"/>
                    <a:pt x="7038" y="13101"/>
                    <a:pt x="7014" y="12557"/>
                  </a:cubicBezTo>
                  <a:cubicBezTo>
                    <a:pt x="6990" y="12022"/>
                    <a:pt x="6937" y="11554"/>
                    <a:pt x="6858" y="11172"/>
                  </a:cubicBezTo>
                  <a:cubicBezTo>
                    <a:pt x="6781" y="10790"/>
                    <a:pt x="6678" y="10485"/>
                    <a:pt x="6558" y="10275"/>
                  </a:cubicBezTo>
                  <a:cubicBezTo>
                    <a:pt x="6437" y="10065"/>
                    <a:pt x="6296" y="9950"/>
                    <a:pt x="6137" y="9950"/>
                  </a:cubicBezTo>
                  <a:lnTo>
                    <a:pt x="4864" y="9950"/>
                  </a:lnTo>
                  <a:cubicBezTo>
                    <a:pt x="4705" y="9950"/>
                    <a:pt x="4539" y="10065"/>
                    <a:pt x="4376" y="10275"/>
                  </a:cubicBezTo>
                  <a:cubicBezTo>
                    <a:pt x="4210" y="10485"/>
                    <a:pt x="4044" y="10790"/>
                    <a:pt x="3888" y="11172"/>
                  </a:cubicBezTo>
                  <a:cubicBezTo>
                    <a:pt x="3729" y="11564"/>
                    <a:pt x="3578" y="12032"/>
                    <a:pt x="3443" y="12557"/>
                  </a:cubicBezTo>
                  <a:cubicBezTo>
                    <a:pt x="3306" y="13101"/>
                    <a:pt x="3189" y="13703"/>
                    <a:pt x="3097" y="14362"/>
                  </a:cubicBezTo>
                  <a:lnTo>
                    <a:pt x="2869" y="16004"/>
                  </a:lnTo>
                  <a:cubicBezTo>
                    <a:pt x="2852" y="16128"/>
                    <a:pt x="2828" y="16243"/>
                    <a:pt x="2802" y="16358"/>
                  </a:cubicBezTo>
                  <a:cubicBezTo>
                    <a:pt x="2775" y="16463"/>
                    <a:pt x="2744" y="16568"/>
                    <a:pt x="2711" y="16644"/>
                  </a:cubicBezTo>
                  <a:cubicBezTo>
                    <a:pt x="2677" y="16730"/>
                    <a:pt x="2643" y="16797"/>
                    <a:pt x="2610" y="16845"/>
                  </a:cubicBezTo>
                  <a:cubicBezTo>
                    <a:pt x="2576" y="16892"/>
                    <a:pt x="2540" y="16921"/>
                    <a:pt x="2509" y="16921"/>
                  </a:cubicBezTo>
                  <a:lnTo>
                    <a:pt x="0" y="18611"/>
                  </a:lnTo>
                  <a:lnTo>
                    <a:pt x="0" y="19490"/>
                  </a:lnTo>
                  <a:cubicBezTo>
                    <a:pt x="0" y="20616"/>
                    <a:pt x="221" y="21562"/>
                    <a:pt x="505" y="21600"/>
                  </a:cubicBezTo>
                  <a:cubicBezTo>
                    <a:pt x="514" y="21600"/>
                    <a:pt x="524" y="21600"/>
                    <a:pt x="533" y="21600"/>
                  </a:cubicBezTo>
                  <a:lnTo>
                    <a:pt x="1838" y="21600"/>
                  </a:lnTo>
                  <a:cubicBezTo>
                    <a:pt x="2033" y="21600"/>
                    <a:pt x="2244" y="21428"/>
                    <a:pt x="2453" y="21123"/>
                  </a:cubicBezTo>
                  <a:cubicBezTo>
                    <a:pt x="2662" y="20817"/>
                    <a:pt x="2869" y="20378"/>
                    <a:pt x="3061" y="19853"/>
                  </a:cubicBezTo>
                  <a:cubicBezTo>
                    <a:pt x="3251" y="19337"/>
                    <a:pt x="3427" y="18726"/>
                    <a:pt x="3576" y="18067"/>
                  </a:cubicBezTo>
                  <a:cubicBezTo>
                    <a:pt x="3722" y="17417"/>
                    <a:pt x="3842" y="16730"/>
                    <a:pt x="3929" y="16014"/>
                  </a:cubicBezTo>
                  <a:lnTo>
                    <a:pt x="4126" y="14371"/>
                  </a:lnTo>
                  <a:cubicBezTo>
                    <a:pt x="4140" y="14257"/>
                    <a:pt x="4159" y="14142"/>
                    <a:pt x="4184" y="14047"/>
                  </a:cubicBezTo>
                  <a:cubicBezTo>
                    <a:pt x="4208" y="13951"/>
                    <a:pt x="4234" y="13856"/>
                    <a:pt x="4263" y="13779"/>
                  </a:cubicBezTo>
                  <a:cubicBezTo>
                    <a:pt x="4292" y="13703"/>
                    <a:pt x="4323" y="13646"/>
                    <a:pt x="4354" y="13598"/>
                  </a:cubicBezTo>
                  <a:cubicBezTo>
                    <a:pt x="4385" y="13560"/>
                    <a:pt x="4417" y="13531"/>
                    <a:pt x="4445" y="13531"/>
                  </a:cubicBezTo>
                  <a:lnTo>
                    <a:pt x="5810" y="13531"/>
                  </a:lnTo>
                  <a:cubicBezTo>
                    <a:pt x="5839" y="13531"/>
                    <a:pt x="5868" y="13550"/>
                    <a:pt x="5890" y="13598"/>
                  </a:cubicBezTo>
                  <a:cubicBezTo>
                    <a:pt x="5911" y="13636"/>
                    <a:pt x="5930" y="13703"/>
                    <a:pt x="5942" y="13779"/>
                  </a:cubicBezTo>
                  <a:cubicBezTo>
                    <a:pt x="5954" y="13856"/>
                    <a:pt x="5964" y="13942"/>
                    <a:pt x="5966" y="14047"/>
                  </a:cubicBezTo>
                  <a:cubicBezTo>
                    <a:pt x="5969" y="14152"/>
                    <a:pt x="5966" y="14257"/>
                    <a:pt x="5954" y="14371"/>
                  </a:cubicBezTo>
                  <a:lnTo>
                    <a:pt x="5810" y="16014"/>
                  </a:lnTo>
                  <a:cubicBezTo>
                    <a:pt x="5748" y="16720"/>
                    <a:pt x="5724" y="17417"/>
                    <a:pt x="5736" y="18067"/>
                  </a:cubicBezTo>
                  <a:cubicBezTo>
                    <a:pt x="5748" y="18726"/>
                    <a:pt x="5796" y="19337"/>
                    <a:pt x="5878" y="19853"/>
                  </a:cubicBezTo>
                  <a:cubicBezTo>
                    <a:pt x="5962" y="20378"/>
                    <a:pt x="6077" y="20817"/>
                    <a:pt x="6221" y="21123"/>
                  </a:cubicBezTo>
                  <a:cubicBezTo>
                    <a:pt x="6368" y="21428"/>
                    <a:pt x="6541" y="21600"/>
                    <a:pt x="6738" y="21600"/>
                  </a:cubicBezTo>
                  <a:lnTo>
                    <a:pt x="8305" y="21600"/>
                  </a:lnTo>
                  <a:cubicBezTo>
                    <a:pt x="8499" y="21600"/>
                    <a:pt x="8691" y="21428"/>
                    <a:pt x="8872" y="21123"/>
                  </a:cubicBezTo>
                  <a:cubicBezTo>
                    <a:pt x="9049" y="20817"/>
                    <a:pt x="9210" y="20378"/>
                    <a:pt x="9347" y="19853"/>
                  </a:cubicBezTo>
                  <a:cubicBezTo>
                    <a:pt x="9484" y="19337"/>
                    <a:pt x="9595" y="18726"/>
                    <a:pt x="9677" y="18067"/>
                  </a:cubicBezTo>
                  <a:cubicBezTo>
                    <a:pt x="9756" y="17417"/>
                    <a:pt x="9804" y="16730"/>
                    <a:pt x="9816" y="16014"/>
                  </a:cubicBezTo>
                  <a:lnTo>
                    <a:pt x="9955" y="7639"/>
                  </a:lnTo>
                  <a:cubicBezTo>
                    <a:pt x="9958" y="7553"/>
                    <a:pt x="9963" y="7467"/>
                    <a:pt x="9975" y="7391"/>
                  </a:cubicBezTo>
                  <a:cubicBezTo>
                    <a:pt x="9987" y="7315"/>
                    <a:pt x="10001" y="7248"/>
                    <a:pt x="10020" y="7190"/>
                  </a:cubicBezTo>
                  <a:cubicBezTo>
                    <a:pt x="10039" y="7133"/>
                    <a:pt x="10061" y="7085"/>
                    <a:pt x="10083" y="7057"/>
                  </a:cubicBezTo>
                  <a:cubicBezTo>
                    <a:pt x="10107" y="7028"/>
                    <a:pt x="10131" y="7009"/>
                    <a:pt x="10157" y="7009"/>
                  </a:cubicBezTo>
                  <a:lnTo>
                    <a:pt x="11356" y="7009"/>
                  </a:lnTo>
                  <a:cubicBezTo>
                    <a:pt x="11383" y="7009"/>
                    <a:pt x="11409" y="7028"/>
                    <a:pt x="11431" y="7057"/>
                  </a:cubicBezTo>
                  <a:cubicBezTo>
                    <a:pt x="11455" y="7085"/>
                    <a:pt x="11476" y="7133"/>
                    <a:pt x="11493" y="7190"/>
                  </a:cubicBezTo>
                  <a:cubicBezTo>
                    <a:pt x="11512" y="7248"/>
                    <a:pt x="11527" y="7315"/>
                    <a:pt x="11539" y="7391"/>
                  </a:cubicBezTo>
                  <a:cubicBezTo>
                    <a:pt x="11551" y="7467"/>
                    <a:pt x="11556" y="7553"/>
                    <a:pt x="11558" y="7639"/>
                  </a:cubicBezTo>
                  <a:lnTo>
                    <a:pt x="11698" y="16014"/>
                  </a:lnTo>
                  <a:cubicBezTo>
                    <a:pt x="11710" y="16720"/>
                    <a:pt x="11758" y="17417"/>
                    <a:pt x="11837" y="18067"/>
                  </a:cubicBezTo>
                  <a:cubicBezTo>
                    <a:pt x="11919" y="18726"/>
                    <a:pt x="12029" y="19337"/>
                    <a:pt x="12166" y="19853"/>
                  </a:cubicBezTo>
                  <a:cubicBezTo>
                    <a:pt x="12305" y="20378"/>
                    <a:pt x="12466" y="20817"/>
                    <a:pt x="12642" y="21123"/>
                  </a:cubicBezTo>
                  <a:cubicBezTo>
                    <a:pt x="12820" y="21428"/>
                    <a:pt x="13012" y="21600"/>
                    <a:pt x="13209" y="21600"/>
                  </a:cubicBezTo>
                  <a:lnTo>
                    <a:pt x="14776" y="21600"/>
                  </a:lnTo>
                  <a:cubicBezTo>
                    <a:pt x="14970" y="21600"/>
                    <a:pt x="15146" y="21428"/>
                    <a:pt x="15292" y="21123"/>
                  </a:cubicBezTo>
                  <a:cubicBezTo>
                    <a:pt x="15436" y="20817"/>
                    <a:pt x="15554" y="20378"/>
                    <a:pt x="15636" y="19853"/>
                  </a:cubicBezTo>
                  <a:cubicBezTo>
                    <a:pt x="15718" y="19337"/>
                    <a:pt x="15766" y="18726"/>
                    <a:pt x="15778" y="18067"/>
                  </a:cubicBezTo>
                  <a:cubicBezTo>
                    <a:pt x="15790" y="17417"/>
                    <a:pt x="15766" y="16730"/>
                    <a:pt x="15703" y="16014"/>
                  </a:cubicBezTo>
                  <a:lnTo>
                    <a:pt x="14550" y="2807"/>
                  </a:lnTo>
                  <a:cubicBezTo>
                    <a:pt x="14543" y="2731"/>
                    <a:pt x="14543" y="2664"/>
                    <a:pt x="14545" y="2607"/>
                  </a:cubicBezTo>
                  <a:cubicBezTo>
                    <a:pt x="14547" y="2540"/>
                    <a:pt x="14557" y="2492"/>
                    <a:pt x="14567" y="2445"/>
                  </a:cubicBezTo>
                  <a:cubicBezTo>
                    <a:pt x="14579" y="2397"/>
                    <a:pt x="14593" y="2359"/>
                    <a:pt x="14612" y="2330"/>
                  </a:cubicBezTo>
                  <a:cubicBezTo>
                    <a:pt x="14631" y="2301"/>
                    <a:pt x="14653" y="2292"/>
                    <a:pt x="14675" y="2292"/>
                  </a:cubicBezTo>
                  <a:lnTo>
                    <a:pt x="15756" y="2292"/>
                  </a:lnTo>
                  <a:cubicBezTo>
                    <a:pt x="15780" y="2292"/>
                    <a:pt x="15804" y="2311"/>
                    <a:pt x="15828" y="2330"/>
                  </a:cubicBezTo>
                  <a:cubicBezTo>
                    <a:pt x="15852" y="2359"/>
                    <a:pt x="15876" y="2397"/>
                    <a:pt x="15895" y="2445"/>
                  </a:cubicBezTo>
                  <a:cubicBezTo>
                    <a:pt x="15917" y="2492"/>
                    <a:pt x="15936" y="2550"/>
                    <a:pt x="15953" y="2607"/>
                  </a:cubicBezTo>
                  <a:cubicBezTo>
                    <a:pt x="15970" y="2674"/>
                    <a:pt x="15982" y="2741"/>
                    <a:pt x="15992" y="2807"/>
                  </a:cubicBezTo>
                  <a:lnTo>
                    <a:pt x="17585" y="16014"/>
                  </a:lnTo>
                  <a:cubicBezTo>
                    <a:pt x="17671" y="16720"/>
                    <a:pt x="17791" y="17417"/>
                    <a:pt x="17938" y="18067"/>
                  </a:cubicBezTo>
                  <a:cubicBezTo>
                    <a:pt x="18087" y="18726"/>
                    <a:pt x="18262" y="19337"/>
                    <a:pt x="18452" y="19853"/>
                  </a:cubicBezTo>
                  <a:cubicBezTo>
                    <a:pt x="18644" y="20378"/>
                    <a:pt x="18853" y="20817"/>
                    <a:pt x="19060" y="21123"/>
                  </a:cubicBezTo>
                  <a:cubicBezTo>
                    <a:pt x="19272" y="21428"/>
                    <a:pt x="19481" y="21600"/>
                    <a:pt x="19675" y="21600"/>
                  </a:cubicBezTo>
                  <a:lnTo>
                    <a:pt x="20951" y="21600"/>
                  </a:lnTo>
                  <a:cubicBezTo>
                    <a:pt x="21600" y="21600"/>
                    <a:pt x="21518" y="18420"/>
                    <a:pt x="21518" y="18420"/>
                  </a:cubicBezTo>
                  <a:close/>
                </a:path>
              </a:pathLst>
            </a:custGeom>
            <a:solidFill>
              <a:schemeClr val="tx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5" name="Shape">
              <a:extLst>
                <a:ext uri="{FF2B5EF4-FFF2-40B4-BE49-F238E27FC236}">
                  <a16:creationId xmlns:a16="http://schemas.microsoft.com/office/drawing/2014/main" id="{5AC4F175-2829-4B75-9C71-D0699C4ECEDC}"/>
                </a:ext>
              </a:extLst>
            </p:cNvPr>
            <p:cNvSpPr/>
            <p:nvPr/>
          </p:nvSpPr>
          <p:spPr>
            <a:xfrm>
              <a:off x="628651" y="2434108"/>
              <a:ext cx="7900849" cy="1994903"/>
            </a:xfrm>
            <a:custGeom>
              <a:avLst/>
              <a:gdLst/>
              <a:ahLst/>
              <a:cxnLst>
                <a:cxn ang="0">
                  <a:pos x="wd2" y="hd2"/>
                </a:cxn>
                <a:cxn ang="5400000">
                  <a:pos x="wd2" y="hd2"/>
                </a:cxn>
                <a:cxn ang="10800000">
                  <a:pos x="wd2" y="hd2"/>
                </a:cxn>
                <a:cxn ang="16200000">
                  <a:pos x="wd2" y="hd2"/>
                </a:cxn>
              </a:cxnLst>
              <a:rect l="0" t="0" r="r" b="b"/>
              <a:pathLst>
                <a:path w="21267" h="21600" extrusionOk="0">
                  <a:moveTo>
                    <a:pt x="15314" y="0"/>
                  </a:moveTo>
                  <a:cubicBezTo>
                    <a:pt x="15440" y="0"/>
                    <a:pt x="15568" y="76"/>
                    <a:pt x="15696" y="210"/>
                  </a:cubicBezTo>
                  <a:cubicBezTo>
                    <a:pt x="15822" y="344"/>
                    <a:pt x="15948" y="545"/>
                    <a:pt x="16064" y="783"/>
                  </a:cubicBezTo>
                  <a:cubicBezTo>
                    <a:pt x="16181" y="1032"/>
                    <a:pt x="16290" y="1328"/>
                    <a:pt x="16385" y="1662"/>
                  </a:cubicBezTo>
                  <a:cubicBezTo>
                    <a:pt x="16480" y="2006"/>
                    <a:pt x="16561" y="2388"/>
                    <a:pt x="16615" y="2799"/>
                  </a:cubicBezTo>
                  <a:lnTo>
                    <a:pt x="18434" y="16011"/>
                  </a:lnTo>
                  <a:cubicBezTo>
                    <a:pt x="18451" y="16136"/>
                    <a:pt x="18475" y="16250"/>
                    <a:pt x="18501" y="16365"/>
                  </a:cubicBezTo>
                  <a:cubicBezTo>
                    <a:pt x="18527" y="16470"/>
                    <a:pt x="18558" y="16575"/>
                    <a:pt x="18589" y="16651"/>
                  </a:cubicBezTo>
                  <a:cubicBezTo>
                    <a:pt x="18622" y="16737"/>
                    <a:pt x="18655" y="16804"/>
                    <a:pt x="18689" y="16852"/>
                  </a:cubicBezTo>
                  <a:cubicBezTo>
                    <a:pt x="18722" y="16900"/>
                    <a:pt x="18757" y="16928"/>
                    <a:pt x="18788" y="16928"/>
                  </a:cubicBezTo>
                  <a:lnTo>
                    <a:pt x="20686" y="16928"/>
                  </a:lnTo>
                  <a:cubicBezTo>
                    <a:pt x="20871" y="16928"/>
                    <a:pt x="21047" y="17291"/>
                    <a:pt x="21156" y="17893"/>
                  </a:cubicBezTo>
                  <a:lnTo>
                    <a:pt x="21156" y="17893"/>
                  </a:lnTo>
                  <a:cubicBezTo>
                    <a:pt x="21434" y="19441"/>
                    <a:pt x="21159" y="21600"/>
                    <a:pt x="20686" y="21600"/>
                  </a:cubicBezTo>
                  <a:lnTo>
                    <a:pt x="19451" y="21600"/>
                  </a:lnTo>
                  <a:cubicBezTo>
                    <a:pt x="19259" y="21600"/>
                    <a:pt x="19050" y="21428"/>
                    <a:pt x="18843" y="21122"/>
                  </a:cubicBezTo>
                  <a:cubicBezTo>
                    <a:pt x="18636" y="20817"/>
                    <a:pt x="18432" y="20377"/>
                    <a:pt x="18242" y="19852"/>
                  </a:cubicBezTo>
                  <a:cubicBezTo>
                    <a:pt x="18054" y="19336"/>
                    <a:pt x="17881" y="18724"/>
                    <a:pt x="17734" y="18065"/>
                  </a:cubicBezTo>
                  <a:cubicBezTo>
                    <a:pt x="17589" y="17416"/>
                    <a:pt x="17470" y="16728"/>
                    <a:pt x="17385" y="16011"/>
                  </a:cubicBezTo>
                  <a:lnTo>
                    <a:pt x="15810" y="2799"/>
                  </a:lnTo>
                  <a:cubicBezTo>
                    <a:pt x="15801" y="2723"/>
                    <a:pt x="15789" y="2656"/>
                    <a:pt x="15772" y="2598"/>
                  </a:cubicBezTo>
                  <a:cubicBezTo>
                    <a:pt x="15756" y="2532"/>
                    <a:pt x="15737" y="2484"/>
                    <a:pt x="15715" y="2436"/>
                  </a:cubicBezTo>
                  <a:cubicBezTo>
                    <a:pt x="15694" y="2388"/>
                    <a:pt x="15670" y="2350"/>
                    <a:pt x="15649" y="2321"/>
                  </a:cubicBezTo>
                  <a:cubicBezTo>
                    <a:pt x="15625" y="2293"/>
                    <a:pt x="15601" y="2283"/>
                    <a:pt x="15577" y="2283"/>
                  </a:cubicBezTo>
                  <a:lnTo>
                    <a:pt x="14509" y="2283"/>
                  </a:lnTo>
                  <a:cubicBezTo>
                    <a:pt x="14485" y="2283"/>
                    <a:pt x="14464" y="2302"/>
                    <a:pt x="14447" y="2321"/>
                  </a:cubicBezTo>
                  <a:cubicBezTo>
                    <a:pt x="14428" y="2350"/>
                    <a:pt x="14414" y="2388"/>
                    <a:pt x="14402" y="2436"/>
                  </a:cubicBezTo>
                  <a:cubicBezTo>
                    <a:pt x="14390" y="2484"/>
                    <a:pt x="14383" y="2541"/>
                    <a:pt x="14380" y="2598"/>
                  </a:cubicBezTo>
                  <a:cubicBezTo>
                    <a:pt x="14378" y="2665"/>
                    <a:pt x="14378" y="2732"/>
                    <a:pt x="14385" y="2799"/>
                  </a:cubicBezTo>
                  <a:lnTo>
                    <a:pt x="15525" y="16011"/>
                  </a:lnTo>
                  <a:cubicBezTo>
                    <a:pt x="15587" y="16718"/>
                    <a:pt x="15611" y="17416"/>
                    <a:pt x="15599" y="18065"/>
                  </a:cubicBezTo>
                  <a:cubicBezTo>
                    <a:pt x="15587" y="18724"/>
                    <a:pt x="15539" y="19336"/>
                    <a:pt x="15459" y="19852"/>
                  </a:cubicBezTo>
                  <a:cubicBezTo>
                    <a:pt x="15376" y="20377"/>
                    <a:pt x="15262" y="20817"/>
                    <a:pt x="15119" y="21122"/>
                  </a:cubicBezTo>
                  <a:cubicBezTo>
                    <a:pt x="14974" y="21428"/>
                    <a:pt x="14803" y="21600"/>
                    <a:pt x="14608" y="21600"/>
                  </a:cubicBezTo>
                  <a:lnTo>
                    <a:pt x="13060" y="21600"/>
                  </a:lnTo>
                  <a:cubicBezTo>
                    <a:pt x="12868" y="21600"/>
                    <a:pt x="12678" y="21428"/>
                    <a:pt x="12502" y="21122"/>
                  </a:cubicBezTo>
                  <a:cubicBezTo>
                    <a:pt x="12326" y="20817"/>
                    <a:pt x="12167" y="20377"/>
                    <a:pt x="12032" y="19852"/>
                  </a:cubicBezTo>
                  <a:cubicBezTo>
                    <a:pt x="11896" y="19336"/>
                    <a:pt x="11787" y="18724"/>
                    <a:pt x="11706" y="18065"/>
                  </a:cubicBezTo>
                  <a:cubicBezTo>
                    <a:pt x="11628" y="17416"/>
                    <a:pt x="11580" y="16728"/>
                    <a:pt x="11569" y="16011"/>
                  </a:cubicBezTo>
                  <a:lnTo>
                    <a:pt x="11431" y="7633"/>
                  </a:lnTo>
                  <a:cubicBezTo>
                    <a:pt x="11428" y="7547"/>
                    <a:pt x="11424" y="7461"/>
                    <a:pt x="11412" y="7385"/>
                  </a:cubicBezTo>
                  <a:cubicBezTo>
                    <a:pt x="11400" y="7308"/>
                    <a:pt x="11386" y="7241"/>
                    <a:pt x="11367" y="7184"/>
                  </a:cubicBezTo>
                  <a:cubicBezTo>
                    <a:pt x="11348" y="7127"/>
                    <a:pt x="11326" y="7079"/>
                    <a:pt x="11305" y="7050"/>
                  </a:cubicBezTo>
                  <a:cubicBezTo>
                    <a:pt x="11281" y="7022"/>
                    <a:pt x="11257" y="7003"/>
                    <a:pt x="11231" y="7003"/>
                  </a:cubicBezTo>
                  <a:lnTo>
                    <a:pt x="10046" y="7003"/>
                  </a:lnTo>
                  <a:cubicBezTo>
                    <a:pt x="10020" y="7003"/>
                    <a:pt x="9994" y="7022"/>
                    <a:pt x="9973" y="7050"/>
                  </a:cubicBezTo>
                  <a:cubicBezTo>
                    <a:pt x="9949" y="7079"/>
                    <a:pt x="9927" y="7127"/>
                    <a:pt x="9911" y="7184"/>
                  </a:cubicBezTo>
                  <a:cubicBezTo>
                    <a:pt x="9892" y="7241"/>
                    <a:pt x="9878" y="7308"/>
                    <a:pt x="9866" y="7385"/>
                  </a:cubicBezTo>
                  <a:cubicBezTo>
                    <a:pt x="9854" y="7461"/>
                    <a:pt x="9849" y="7547"/>
                    <a:pt x="9847" y="7633"/>
                  </a:cubicBezTo>
                  <a:lnTo>
                    <a:pt x="9709" y="16011"/>
                  </a:lnTo>
                  <a:cubicBezTo>
                    <a:pt x="9697" y="16718"/>
                    <a:pt x="9650" y="17416"/>
                    <a:pt x="9571" y="18065"/>
                  </a:cubicBezTo>
                  <a:cubicBezTo>
                    <a:pt x="9490" y="18724"/>
                    <a:pt x="9381" y="19336"/>
                    <a:pt x="9246" y="19852"/>
                  </a:cubicBezTo>
                  <a:cubicBezTo>
                    <a:pt x="9108" y="20377"/>
                    <a:pt x="8949" y="20817"/>
                    <a:pt x="8776" y="21122"/>
                  </a:cubicBezTo>
                  <a:cubicBezTo>
                    <a:pt x="8600" y="21428"/>
                    <a:pt x="8410" y="21600"/>
                    <a:pt x="8215" y="21600"/>
                  </a:cubicBezTo>
                  <a:lnTo>
                    <a:pt x="6660" y="21600"/>
                  </a:lnTo>
                  <a:cubicBezTo>
                    <a:pt x="6467" y="21600"/>
                    <a:pt x="6294" y="21428"/>
                    <a:pt x="6149" y="21122"/>
                  </a:cubicBezTo>
                  <a:cubicBezTo>
                    <a:pt x="6006" y="20817"/>
                    <a:pt x="5890" y="20377"/>
                    <a:pt x="5809" y="19852"/>
                  </a:cubicBezTo>
                  <a:cubicBezTo>
                    <a:pt x="5729" y="19336"/>
                    <a:pt x="5681" y="18724"/>
                    <a:pt x="5669" y="18065"/>
                  </a:cubicBezTo>
                  <a:cubicBezTo>
                    <a:pt x="5657" y="17416"/>
                    <a:pt x="5681" y="16728"/>
                    <a:pt x="5743" y="16011"/>
                  </a:cubicBezTo>
                  <a:lnTo>
                    <a:pt x="5885" y="14368"/>
                  </a:lnTo>
                  <a:cubicBezTo>
                    <a:pt x="5895" y="14254"/>
                    <a:pt x="5900" y="14139"/>
                    <a:pt x="5897" y="14043"/>
                  </a:cubicBezTo>
                  <a:cubicBezTo>
                    <a:pt x="5895" y="13948"/>
                    <a:pt x="5888" y="13852"/>
                    <a:pt x="5873" y="13776"/>
                  </a:cubicBezTo>
                  <a:cubicBezTo>
                    <a:pt x="5862" y="13699"/>
                    <a:pt x="5843" y="13642"/>
                    <a:pt x="5821" y="13594"/>
                  </a:cubicBezTo>
                  <a:cubicBezTo>
                    <a:pt x="5800" y="13556"/>
                    <a:pt x="5774" y="13527"/>
                    <a:pt x="5743" y="13527"/>
                  </a:cubicBezTo>
                  <a:lnTo>
                    <a:pt x="4394" y="13527"/>
                  </a:lnTo>
                  <a:cubicBezTo>
                    <a:pt x="4363" y="13527"/>
                    <a:pt x="4332" y="13547"/>
                    <a:pt x="4304" y="13594"/>
                  </a:cubicBezTo>
                  <a:cubicBezTo>
                    <a:pt x="4273" y="13633"/>
                    <a:pt x="4242" y="13699"/>
                    <a:pt x="4213" y="13776"/>
                  </a:cubicBezTo>
                  <a:cubicBezTo>
                    <a:pt x="4185" y="13852"/>
                    <a:pt x="4159" y="13938"/>
                    <a:pt x="4135" y="14043"/>
                  </a:cubicBezTo>
                  <a:cubicBezTo>
                    <a:pt x="4111" y="14148"/>
                    <a:pt x="4092" y="14254"/>
                    <a:pt x="4078" y="14368"/>
                  </a:cubicBezTo>
                  <a:lnTo>
                    <a:pt x="3883" y="16011"/>
                  </a:lnTo>
                  <a:cubicBezTo>
                    <a:pt x="3798" y="16718"/>
                    <a:pt x="3679" y="17416"/>
                    <a:pt x="3534" y="18065"/>
                  </a:cubicBezTo>
                  <a:cubicBezTo>
                    <a:pt x="3387" y="18724"/>
                    <a:pt x="3214" y="19336"/>
                    <a:pt x="3026" y="19852"/>
                  </a:cubicBezTo>
                  <a:cubicBezTo>
                    <a:pt x="2836" y="20377"/>
                    <a:pt x="2629" y="20817"/>
                    <a:pt x="2425" y="21122"/>
                  </a:cubicBezTo>
                  <a:cubicBezTo>
                    <a:pt x="2216" y="21428"/>
                    <a:pt x="2009" y="21600"/>
                    <a:pt x="1817" y="21600"/>
                  </a:cubicBezTo>
                  <a:lnTo>
                    <a:pt x="582" y="21600"/>
                  </a:lnTo>
                  <a:cubicBezTo>
                    <a:pt x="107" y="21600"/>
                    <a:pt x="-166" y="19441"/>
                    <a:pt x="112" y="17893"/>
                  </a:cubicBezTo>
                  <a:lnTo>
                    <a:pt x="112" y="17893"/>
                  </a:lnTo>
                  <a:cubicBezTo>
                    <a:pt x="221" y="17282"/>
                    <a:pt x="397" y="16928"/>
                    <a:pt x="582" y="16928"/>
                  </a:cubicBezTo>
                  <a:lnTo>
                    <a:pt x="2480" y="16928"/>
                  </a:lnTo>
                  <a:cubicBezTo>
                    <a:pt x="2511" y="16928"/>
                    <a:pt x="2546" y="16900"/>
                    <a:pt x="2579" y="16852"/>
                  </a:cubicBezTo>
                  <a:cubicBezTo>
                    <a:pt x="2613" y="16804"/>
                    <a:pt x="2648" y="16737"/>
                    <a:pt x="2679" y="16651"/>
                  </a:cubicBezTo>
                  <a:cubicBezTo>
                    <a:pt x="2712" y="16565"/>
                    <a:pt x="2741" y="16470"/>
                    <a:pt x="2767" y="16365"/>
                  </a:cubicBezTo>
                  <a:cubicBezTo>
                    <a:pt x="2793" y="16260"/>
                    <a:pt x="2817" y="16136"/>
                    <a:pt x="2834" y="16011"/>
                  </a:cubicBezTo>
                  <a:lnTo>
                    <a:pt x="3059" y="14368"/>
                  </a:lnTo>
                  <a:cubicBezTo>
                    <a:pt x="3149" y="13719"/>
                    <a:pt x="3266" y="13107"/>
                    <a:pt x="3401" y="12563"/>
                  </a:cubicBezTo>
                  <a:cubicBezTo>
                    <a:pt x="3534" y="12028"/>
                    <a:pt x="3684" y="11559"/>
                    <a:pt x="3841" y="11177"/>
                  </a:cubicBezTo>
                  <a:cubicBezTo>
                    <a:pt x="3995" y="10795"/>
                    <a:pt x="4159" y="10490"/>
                    <a:pt x="4323" y="10279"/>
                  </a:cubicBezTo>
                  <a:cubicBezTo>
                    <a:pt x="4484" y="10069"/>
                    <a:pt x="4648" y="9955"/>
                    <a:pt x="4805" y="9955"/>
                  </a:cubicBezTo>
                  <a:lnTo>
                    <a:pt x="6063" y="9955"/>
                  </a:lnTo>
                  <a:cubicBezTo>
                    <a:pt x="6220" y="9955"/>
                    <a:pt x="6360" y="10069"/>
                    <a:pt x="6479" y="10279"/>
                  </a:cubicBezTo>
                  <a:cubicBezTo>
                    <a:pt x="6600" y="10490"/>
                    <a:pt x="6700" y="10795"/>
                    <a:pt x="6776" y="11177"/>
                  </a:cubicBezTo>
                  <a:cubicBezTo>
                    <a:pt x="6854" y="11569"/>
                    <a:pt x="6907" y="12037"/>
                    <a:pt x="6930" y="12563"/>
                  </a:cubicBezTo>
                  <a:cubicBezTo>
                    <a:pt x="6954" y="13107"/>
                    <a:pt x="6947" y="13709"/>
                    <a:pt x="6902" y="14368"/>
                  </a:cubicBezTo>
                  <a:lnTo>
                    <a:pt x="6790" y="16011"/>
                  </a:lnTo>
                  <a:cubicBezTo>
                    <a:pt x="6781" y="16136"/>
                    <a:pt x="6781" y="16250"/>
                    <a:pt x="6783" y="16365"/>
                  </a:cubicBezTo>
                  <a:cubicBezTo>
                    <a:pt x="6788" y="16470"/>
                    <a:pt x="6797" y="16575"/>
                    <a:pt x="6812" y="16651"/>
                  </a:cubicBezTo>
                  <a:cubicBezTo>
                    <a:pt x="6826" y="16737"/>
                    <a:pt x="6847" y="16804"/>
                    <a:pt x="6871" y="16852"/>
                  </a:cubicBezTo>
                  <a:cubicBezTo>
                    <a:pt x="6895" y="16900"/>
                    <a:pt x="6923" y="16928"/>
                    <a:pt x="6954" y="16928"/>
                  </a:cubicBezTo>
                  <a:lnTo>
                    <a:pt x="8386" y="16928"/>
                  </a:lnTo>
                  <a:cubicBezTo>
                    <a:pt x="8417" y="16928"/>
                    <a:pt x="8448" y="16900"/>
                    <a:pt x="8479" y="16852"/>
                  </a:cubicBezTo>
                  <a:cubicBezTo>
                    <a:pt x="8507" y="16804"/>
                    <a:pt x="8536" y="16737"/>
                    <a:pt x="8560" y="16651"/>
                  </a:cubicBezTo>
                  <a:cubicBezTo>
                    <a:pt x="8583" y="16565"/>
                    <a:pt x="8602" y="16470"/>
                    <a:pt x="8619" y="16365"/>
                  </a:cubicBezTo>
                  <a:cubicBezTo>
                    <a:pt x="8633" y="16260"/>
                    <a:pt x="8645" y="16136"/>
                    <a:pt x="8650" y="16011"/>
                  </a:cubicBezTo>
                  <a:lnTo>
                    <a:pt x="8942" y="7633"/>
                  </a:lnTo>
                  <a:cubicBezTo>
                    <a:pt x="8958" y="7127"/>
                    <a:pt x="9006" y="6659"/>
                    <a:pt x="9075" y="6238"/>
                  </a:cubicBezTo>
                  <a:cubicBezTo>
                    <a:pt x="9141" y="5828"/>
                    <a:pt x="9229" y="5464"/>
                    <a:pt x="9331" y="5159"/>
                  </a:cubicBezTo>
                  <a:cubicBezTo>
                    <a:pt x="9433" y="4863"/>
                    <a:pt x="9547" y="4624"/>
                    <a:pt x="9673" y="4461"/>
                  </a:cubicBezTo>
                  <a:cubicBezTo>
                    <a:pt x="9797" y="4299"/>
                    <a:pt x="9932" y="4213"/>
                    <a:pt x="10072" y="4213"/>
                  </a:cubicBezTo>
                  <a:lnTo>
                    <a:pt x="11189" y="4213"/>
                  </a:lnTo>
                  <a:cubicBezTo>
                    <a:pt x="11329" y="4213"/>
                    <a:pt x="11462" y="4299"/>
                    <a:pt x="11588" y="4461"/>
                  </a:cubicBezTo>
                  <a:cubicBezTo>
                    <a:pt x="11713" y="4624"/>
                    <a:pt x="11830" y="4863"/>
                    <a:pt x="11930" y="5159"/>
                  </a:cubicBezTo>
                  <a:cubicBezTo>
                    <a:pt x="12032" y="5464"/>
                    <a:pt x="12120" y="5828"/>
                    <a:pt x="12186" y="6238"/>
                  </a:cubicBezTo>
                  <a:cubicBezTo>
                    <a:pt x="12255" y="6659"/>
                    <a:pt x="12300" y="7127"/>
                    <a:pt x="12317" y="7633"/>
                  </a:cubicBezTo>
                  <a:lnTo>
                    <a:pt x="12609" y="16011"/>
                  </a:lnTo>
                  <a:cubicBezTo>
                    <a:pt x="12614" y="16136"/>
                    <a:pt x="12623" y="16250"/>
                    <a:pt x="12640" y="16365"/>
                  </a:cubicBezTo>
                  <a:cubicBezTo>
                    <a:pt x="12654" y="16470"/>
                    <a:pt x="12675" y="16575"/>
                    <a:pt x="12699" y="16651"/>
                  </a:cubicBezTo>
                  <a:cubicBezTo>
                    <a:pt x="12723" y="16737"/>
                    <a:pt x="12749" y="16804"/>
                    <a:pt x="12780" y="16852"/>
                  </a:cubicBezTo>
                  <a:cubicBezTo>
                    <a:pt x="12808" y="16900"/>
                    <a:pt x="12839" y="16928"/>
                    <a:pt x="12872" y="16928"/>
                  </a:cubicBezTo>
                  <a:lnTo>
                    <a:pt x="14304" y="16928"/>
                  </a:lnTo>
                  <a:cubicBezTo>
                    <a:pt x="14335" y="16928"/>
                    <a:pt x="14364" y="16900"/>
                    <a:pt x="14388" y="16852"/>
                  </a:cubicBezTo>
                  <a:cubicBezTo>
                    <a:pt x="14411" y="16804"/>
                    <a:pt x="14433" y="16737"/>
                    <a:pt x="14447" y="16651"/>
                  </a:cubicBezTo>
                  <a:cubicBezTo>
                    <a:pt x="14461" y="16565"/>
                    <a:pt x="14473" y="16470"/>
                    <a:pt x="14475" y="16365"/>
                  </a:cubicBezTo>
                  <a:cubicBezTo>
                    <a:pt x="14480" y="16260"/>
                    <a:pt x="14478" y="16136"/>
                    <a:pt x="14468" y="16011"/>
                  </a:cubicBezTo>
                  <a:lnTo>
                    <a:pt x="13573" y="2799"/>
                  </a:lnTo>
                  <a:cubicBezTo>
                    <a:pt x="13544" y="2388"/>
                    <a:pt x="13547" y="2006"/>
                    <a:pt x="13571" y="1662"/>
                  </a:cubicBezTo>
                  <a:cubicBezTo>
                    <a:pt x="13594" y="1328"/>
                    <a:pt x="13642" y="1032"/>
                    <a:pt x="13708" y="783"/>
                  </a:cubicBezTo>
                  <a:cubicBezTo>
                    <a:pt x="13775" y="535"/>
                    <a:pt x="13858" y="344"/>
                    <a:pt x="13958" y="210"/>
                  </a:cubicBezTo>
                  <a:cubicBezTo>
                    <a:pt x="14057" y="76"/>
                    <a:pt x="14171" y="0"/>
                    <a:pt x="14297" y="0"/>
                  </a:cubicBezTo>
                  <a:lnTo>
                    <a:pt x="15314" y="0"/>
                  </a:lnTo>
                  <a:close/>
                </a:path>
              </a:pathLst>
            </a:custGeom>
            <a:solidFill>
              <a:schemeClr val="tx1">
                <a:lumMod val="50000"/>
                <a:lumOff val="50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6" name="Shape">
              <a:extLst>
                <a:ext uri="{FF2B5EF4-FFF2-40B4-BE49-F238E27FC236}">
                  <a16:creationId xmlns:a16="http://schemas.microsoft.com/office/drawing/2014/main" id="{11AA7EEA-E7E4-4139-8268-FD31677687CF}"/>
                </a:ext>
              </a:extLst>
            </p:cNvPr>
            <p:cNvSpPr/>
            <p:nvPr/>
          </p:nvSpPr>
          <p:spPr>
            <a:xfrm>
              <a:off x="6054856" y="2548810"/>
              <a:ext cx="129701" cy="21176"/>
            </a:xfrm>
            <a:custGeom>
              <a:avLst/>
              <a:gdLst/>
              <a:ahLst/>
              <a:cxnLst>
                <a:cxn ang="0">
                  <a:pos x="wd2" y="hd2"/>
                </a:cxn>
                <a:cxn ang="5400000">
                  <a:pos x="wd2" y="hd2"/>
                </a:cxn>
                <a:cxn ang="10800000">
                  <a:pos x="wd2" y="hd2"/>
                </a:cxn>
                <a:cxn ang="16200000">
                  <a:pos x="wd2" y="hd2"/>
                </a:cxn>
              </a:cxnLst>
              <a:rect l="0" t="0" r="r" b="b"/>
              <a:pathLst>
                <a:path w="21600" h="21600" extrusionOk="0">
                  <a:moveTo>
                    <a:pt x="1323" y="21600"/>
                  </a:moveTo>
                  <a:lnTo>
                    <a:pt x="0" y="0"/>
                  </a:lnTo>
                  <a:lnTo>
                    <a:pt x="20278"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Shape">
              <a:extLst>
                <a:ext uri="{FF2B5EF4-FFF2-40B4-BE49-F238E27FC236}">
                  <a16:creationId xmlns:a16="http://schemas.microsoft.com/office/drawing/2014/main" id="{5A8BD680-AB71-404A-B512-A199059822AE}"/>
                </a:ext>
              </a:extLst>
            </p:cNvPr>
            <p:cNvSpPr/>
            <p:nvPr/>
          </p:nvSpPr>
          <p:spPr>
            <a:xfrm>
              <a:off x="6293080" y="2548808"/>
              <a:ext cx="129704" cy="247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755" y="0"/>
                  </a:lnTo>
                  <a:cubicBezTo>
                    <a:pt x="12489" y="0"/>
                    <a:pt x="13224" y="0"/>
                    <a:pt x="14106" y="0"/>
                  </a:cubicBezTo>
                  <a:cubicBezTo>
                    <a:pt x="14841" y="0"/>
                    <a:pt x="15722" y="771"/>
                    <a:pt x="16457" y="771"/>
                  </a:cubicBezTo>
                  <a:cubicBezTo>
                    <a:pt x="17192" y="771"/>
                    <a:pt x="18073" y="1543"/>
                    <a:pt x="18808" y="2314"/>
                  </a:cubicBezTo>
                  <a:cubicBezTo>
                    <a:pt x="19543" y="3085"/>
                    <a:pt x="20424" y="3085"/>
                    <a:pt x="21159" y="3856"/>
                  </a:cubicBezTo>
                  <a:lnTo>
                    <a:pt x="21600" y="21600"/>
                  </a:lnTo>
                  <a:cubicBezTo>
                    <a:pt x="20865" y="20829"/>
                    <a:pt x="20278" y="20829"/>
                    <a:pt x="19543" y="20057"/>
                  </a:cubicBezTo>
                  <a:cubicBezTo>
                    <a:pt x="18808" y="19286"/>
                    <a:pt x="18221" y="19286"/>
                    <a:pt x="17486" y="19286"/>
                  </a:cubicBezTo>
                  <a:cubicBezTo>
                    <a:pt x="16751" y="19286"/>
                    <a:pt x="16164" y="18515"/>
                    <a:pt x="15429" y="18515"/>
                  </a:cubicBezTo>
                  <a:cubicBezTo>
                    <a:pt x="14695" y="18515"/>
                    <a:pt x="14107" y="18515"/>
                    <a:pt x="13372" y="18515"/>
                  </a:cubicBezTo>
                  <a:lnTo>
                    <a:pt x="1470" y="18515"/>
                  </a:lnTo>
                  <a:lnTo>
                    <a:pt x="0"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8" name="Shape">
              <a:extLst>
                <a:ext uri="{FF2B5EF4-FFF2-40B4-BE49-F238E27FC236}">
                  <a16:creationId xmlns:a16="http://schemas.microsoft.com/office/drawing/2014/main" id="{EB10C58E-0DD2-49A3-8AFC-035F6BC2B187}"/>
                </a:ext>
              </a:extLst>
            </p:cNvPr>
            <p:cNvSpPr/>
            <p:nvPr/>
          </p:nvSpPr>
          <p:spPr>
            <a:xfrm>
              <a:off x="5834278" y="2548809"/>
              <a:ext cx="108526" cy="60880"/>
            </a:xfrm>
            <a:custGeom>
              <a:avLst/>
              <a:gdLst/>
              <a:ahLst/>
              <a:cxnLst>
                <a:cxn ang="0">
                  <a:pos x="wd2" y="hd2"/>
                </a:cxn>
                <a:cxn ang="5400000">
                  <a:pos x="wd2" y="hd2"/>
                </a:cxn>
                <a:cxn ang="10800000">
                  <a:pos x="wd2" y="hd2"/>
                </a:cxn>
                <a:cxn ang="16200000">
                  <a:pos x="wd2" y="hd2"/>
                </a:cxn>
              </a:cxnLst>
              <a:rect l="0" t="0" r="r" b="b"/>
              <a:pathLst>
                <a:path w="21600" h="21600" extrusionOk="0">
                  <a:moveTo>
                    <a:pt x="0" y="16904"/>
                  </a:moveTo>
                  <a:cubicBezTo>
                    <a:pt x="1054" y="14713"/>
                    <a:pt x="2283" y="12835"/>
                    <a:pt x="3688" y="10956"/>
                  </a:cubicBezTo>
                  <a:cubicBezTo>
                    <a:pt x="5093" y="9078"/>
                    <a:pt x="6498" y="7513"/>
                    <a:pt x="8078" y="6261"/>
                  </a:cubicBezTo>
                  <a:cubicBezTo>
                    <a:pt x="9658" y="4696"/>
                    <a:pt x="11415" y="3443"/>
                    <a:pt x="13171" y="2504"/>
                  </a:cubicBezTo>
                  <a:cubicBezTo>
                    <a:pt x="14927" y="1565"/>
                    <a:pt x="16859" y="626"/>
                    <a:pt x="18790" y="0"/>
                  </a:cubicBezTo>
                  <a:lnTo>
                    <a:pt x="21600" y="7200"/>
                  </a:lnTo>
                  <a:cubicBezTo>
                    <a:pt x="19844" y="7826"/>
                    <a:pt x="18264" y="8452"/>
                    <a:pt x="16683" y="9391"/>
                  </a:cubicBezTo>
                  <a:cubicBezTo>
                    <a:pt x="15103" y="10331"/>
                    <a:pt x="13698" y="11269"/>
                    <a:pt x="12293" y="12522"/>
                  </a:cubicBezTo>
                  <a:cubicBezTo>
                    <a:pt x="10888" y="13774"/>
                    <a:pt x="9658" y="15026"/>
                    <a:pt x="8429" y="16591"/>
                  </a:cubicBezTo>
                  <a:cubicBezTo>
                    <a:pt x="7200" y="18157"/>
                    <a:pt x="6146" y="19722"/>
                    <a:pt x="5268" y="21600"/>
                  </a:cubicBezTo>
                  <a:lnTo>
                    <a:pt x="0" y="16904"/>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Shape">
              <a:extLst>
                <a:ext uri="{FF2B5EF4-FFF2-40B4-BE49-F238E27FC236}">
                  <a16:creationId xmlns:a16="http://schemas.microsoft.com/office/drawing/2014/main" id="{1E88C54C-8A3B-4AB5-B73B-3CF107B37736}"/>
                </a:ext>
              </a:extLst>
            </p:cNvPr>
            <p:cNvSpPr/>
            <p:nvPr/>
          </p:nvSpPr>
          <p:spPr>
            <a:xfrm>
              <a:off x="6540127" y="2601748"/>
              <a:ext cx="115582" cy="91761"/>
            </a:xfrm>
            <a:custGeom>
              <a:avLst/>
              <a:gdLst/>
              <a:ahLst/>
              <a:cxnLst>
                <a:cxn ang="0">
                  <a:pos x="wd2" y="hd2"/>
                </a:cxn>
                <a:cxn ang="5400000">
                  <a:pos x="wd2" y="hd2"/>
                </a:cxn>
                <a:cxn ang="10800000">
                  <a:pos x="wd2" y="hd2"/>
                </a:cxn>
                <a:cxn ang="16200000">
                  <a:pos x="wd2" y="hd2"/>
                </a:cxn>
              </a:cxnLst>
              <a:rect l="0" t="0" r="r" b="b"/>
              <a:pathLst>
                <a:path w="21600" h="21600" extrusionOk="0">
                  <a:moveTo>
                    <a:pt x="2638" y="0"/>
                  </a:moveTo>
                  <a:cubicBezTo>
                    <a:pt x="4617" y="1454"/>
                    <a:pt x="6430" y="2908"/>
                    <a:pt x="8244" y="4569"/>
                  </a:cubicBezTo>
                  <a:cubicBezTo>
                    <a:pt x="10058" y="6231"/>
                    <a:pt x="11707" y="7892"/>
                    <a:pt x="13356" y="9554"/>
                  </a:cubicBezTo>
                  <a:cubicBezTo>
                    <a:pt x="15005" y="11215"/>
                    <a:pt x="16488" y="13084"/>
                    <a:pt x="17808" y="14954"/>
                  </a:cubicBezTo>
                  <a:cubicBezTo>
                    <a:pt x="19127" y="16823"/>
                    <a:pt x="20446" y="18692"/>
                    <a:pt x="21600" y="20769"/>
                  </a:cubicBezTo>
                  <a:lnTo>
                    <a:pt x="16324" y="21600"/>
                  </a:lnTo>
                  <a:cubicBezTo>
                    <a:pt x="15334" y="19938"/>
                    <a:pt x="14345" y="18277"/>
                    <a:pt x="13191" y="16615"/>
                  </a:cubicBezTo>
                  <a:cubicBezTo>
                    <a:pt x="12037" y="14954"/>
                    <a:pt x="10718" y="13500"/>
                    <a:pt x="9398" y="11838"/>
                  </a:cubicBezTo>
                  <a:cubicBezTo>
                    <a:pt x="8079" y="10385"/>
                    <a:pt x="6595" y="8931"/>
                    <a:pt x="4947" y="7477"/>
                  </a:cubicBezTo>
                  <a:cubicBezTo>
                    <a:pt x="3463" y="6023"/>
                    <a:pt x="1814" y="4777"/>
                    <a:pt x="0" y="3531"/>
                  </a:cubicBezTo>
                  <a:lnTo>
                    <a:pt x="2638"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0" name="Shape">
              <a:extLst>
                <a:ext uri="{FF2B5EF4-FFF2-40B4-BE49-F238E27FC236}">
                  <a16:creationId xmlns:a16="http://schemas.microsoft.com/office/drawing/2014/main" id="{DA105FD2-05F7-47A6-A34C-7402A4898E42}"/>
                </a:ext>
              </a:extLst>
            </p:cNvPr>
            <p:cNvSpPr/>
            <p:nvPr/>
          </p:nvSpPr>
          <p:spPr>
            <a:xfrm>
              <a:off x="5807809" y="2689978"/>
              <a:ext cx="59117" cy="97054"/>
            </a:xfrm>
            <a:custGeom>
              <a:avLst/>
              <a:gdLst/>
              <a:ahLst/>
              <a:cxnLst>
                <a:cxn ang="0">
                  <a:pos x="wd2" y="hd2"/>
                </a:cxn>
                <a:cxn ang="5400000">
                  <a:pos x="wd2" y="hd2"/>
                </a:cxn>
                <a:cxn ang="10800000">
                  <a:pos x="wd2" y="hd2"/>
                </a:cxn>
                <a:cxn ang="16200000">
                  <a:pos x="wd2" y="hd2"/>
                </a:cxn>
              </a:cxnLst>
              <a:rect l="0" t="0" r="r" b="b"/>
              <a:pathLst>
                <a:path w="21600" h="21600" extrusionOk="0">
                  <a:moveTo>
                    <a:pt x="1935" y="5498"/>
                  </a:moveTo>
                  <a:cubicBezTo>
                    <a:pt x="1612" y="5105"/>
                    <a:pt x="1612" y="4516"/>
                    <a:pt x="1290" y="4123"/>
                  </a:cubicBezTo>
                  <a:cubicBezTo>
                    <a:pt x="967" y="3731"/>
                    <a:pt x="967" y="3142"/>
                    <a:pt x="645" y="2749"/>
                  </a:cubicBezTo>
                  <a:cubicBezTo>
                    <a:pt x="323" y="2356"/>
                    <a:pt x="323" y="1767"/>
                    <a:pt x="323" y="1374"/>
                  </a:cubicBezTo>
                  <a:cubicBezTo>
                    <a:pt x="323" y="982"/>
                    <a:pt x="0" y="393"/>
                    <a:pt x="0" y="0"/>
                  </a:cubicBezTo>
                  <a:lnTo>
                    <a:pt x="11283" y="786"/>
                  </a:lnTo>
                  <a:cubicBezTo>
                    <a:pt x="11283" y="1178"/>
                    <a:pt x="11606" y="1571"/>
                    <a:pt x="11606" y="1964"/>
                  </a:cubicBezTo>
                  <a:cubicBezTo>
                    <a:pt x="11606" y="2356"/>
                    <a:pt x="11929" y="2749"/>
                    <a:pt x="11929" y="3142"/>
                  </a:cubicBezTo>
                  <a:cubicBezTo>
                    <a:pt x="11929" y="3534"/>
                    <a:pt x="12251" y="3927"/>
                    <a:pt x="12573" y="4320"/>
                  </a:cubicBezTo>
                  <a:cubicBezTo>
                    <a:pt x="12896" y="4713"/>
                    <a:pt x="12896" y="5105"/>
                    <a:pt x="13218" y="5498"/>
                  </a:cubicBezTo>
                  <a:lnTo>
                    <a:pt x="21600" y="21600"/>
                  </a:lnTo>
                  <a:lnTo>
                    <a:pt x="10317" y="21600"/>
                  </a:lnTo>
                  <a:lnTo>
                    <a:pt x="1935" y="5498"/>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1" name="Shape">
              <a:extLst>
                <a:ext uri="{FF2B5EF4-FFF2-40B4-BE49-F238E27FC236}">
                  <a16:creationId xmlns:a16="http://schemas.microsoft.com/office/drawing/2014/main" id="{96A03F20-B1DF-4502-AF4D-C51BF96D8C0C}"/>
                </a:ext>
              </a:extLst>
            </p:cNvPr>
            <p:cNvSpPr/>
            <p:nvPr/>
          </p:nvSpPr>
          <p:spPr>
            <a:xfrm>
              <a:off x="6681295" y="2787033"/>
              <a:ext cx="82940" cy="101467"/>
            </a:xfrm>
            <a:custGeom>
              <a:avLst/>
              <a:gdLst/>
              <a:ahLst/>
              <a:cxnLst>
                <a:cxn ang="0">
                  <a:pos x="wd2" y="hd2"/>
                </a:cxn>
                <a:cxn ang="5400000">
                  <a:pos x="wd2" y="hd2"/>
                </a:cxn>
                <a:cxn ang="10800000">
                  <a:pos x="wd2" y="hd2"/>
                </a:cxn>
                <a:cxn ang="16200000">
                  <a:pos x="wd2" y="hd2"/>
                </a:cxn>
              </a:cxnLst>
              <a:rect l="0" t="0" r="r" b="b"/>
              <a:pathLst>
                <a:path w="21600" h="21600" extrusionOk="0">
                  <a:moveTo>
                    <a:pt x="13558" y="21600"/>
                  </a:moveTo>
                  <a:lnTo>
                    <a:pt x="0" y="0"/>
                  </a:lnTo>
                  <a:lnTo>
                    <a:pt x="8042"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2" name="Shape">
              <a:extLst>
                <a:ext uri="{FF2B5EF4-FFF2-40B4-BE49-F238E27FC236}">
                  <a16:creationId xmlns:a16="http://schemas.microsoft.com/office/drawing/2014/main" id="{F4E43139-B6D1-48F3-AF32-D7990F535850}"/>
                </a:ext>
              </a:extLst>
            </p:cNvPr>
            <p:cNvSpPr/>
            <p:nvPr/>
          </p:nvSpPr>
          <p:spPr>
            <a:xfrm>
              <a:off x="4475522" y="2945848"/>
              <a:ext cx="135877" cy="255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40" y="0"/>
                  </a:lnTo>
                  <a:lnTo>
                    <a:pt x="21460"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3" name="Shape">
              <a:extLst>
                <a:ext uri="{FF2B5EF4-FFF2-40B4-BE49-F238E27FC236}">
                  <a16:creationId xmlns:a16="http://schemas.microsoft.com/office/drawing/2014/main" id="{1067DA5E-CBB4-4072-A433-13C6379D61DF}"/>
                </a:ext>
              </a:extLst>
            </p:cNvPr>
            <p:cNvSpPr/>
            <p:nvPr/>
          </p:nvSpPr>
          <p:spPr>
            <a:xfrm>
              <a:off x="4749038" y="2945848"/>
              <a:ext cx="139403" cy="4058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6152" y="0"/>
                  </a:lnTo>
                  <a:cubicBezTo>
                    <a:pt x="7519" y="0"/>
                    <a:pt x="8749" y="0"/>
                    <a:pt x="10116" y="469"/>
                  </a:cubicBezTo>
                  <a:cubicBezTo>
                    <a:pt x="11484" y="939"/>
                    <a:pt x="12714" y="1408"/>
                    <a:pt x="14081" y="2348"/>
                  </a:cubicBezTo>
                  <a:cubicBezTo>
                    <a:pt x="15311" y="3287"/>
                    <a:pt x="16678" y="4226"/>
                    <a:pt x="17909" y="5165"/>
                  </a:cubicBezTo>
                  <a:cubicBezTo>
                    <a:pt x="19139" y="6104"/>
                    <a:pt x="20370" y="7513"/>
                    <a:pt x="21600" y="8922"/>
                  </a:cubicBezTo>
                  <a:lnTo>
                    <a:pt x="19823" y="21600"/>
                  </a:lnTo>
                  <a:cubicBezTo>
                    <a:pt x="18729" y="20191"/>
                    <a:pt x="17635" y="19252"/>
                    <a:pt x="16542" y="18313"/>
                  </a:cubicBezTo>
                  <a:cubicBezTo>
                    <a:pt x="15448" y="17374"/>
                    <a:pt x="14354" y="16435"/>
                    <a:pt x="13261" y="15965"/>
                  </a:cubicBezTo>
                  <a:cubicBezTo>
                    <a:pt x="12167" y="15496"/>
                    <a:pt x="10937" y="15027"/>
                    <a:pt x="9843" y="14556"/>
                  </a:cubicBezTo>
                  <a:cubicBezTo>
                    <a:pt x="8749" y="14087"/>
                    <a:pt x="7519" y="14087"/>
                    <a:pt x="6425" y="14087"/>
                  </a:cubicBezTo>
                  <a:lnTo>
                    <a:pt x="273" y="14087"/>
                  </a:lnTo>
                  <a:lnTo>
                    <a:pt x="0"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4" name="Shape">
              <a:extLst>
                <a:ext uri="{FF2B5EF4-FFF2-40B4-BE49-F238E27FC236}">
                  <a16:creationId xmlns:a16="http://schemas.microsoft.com/office/drawing/2014/main" id="{C7ADB994-58DB-47AD-A0A0-282F71208419}"/>
                </a:ext>
              </a:extLst>
            </p:cNvPr>
            <p:cNvSpPr/>
            <p:nvPr/>
          </p:nvSpPr>
          <p:spPr>
            <a:xfrm>
              <a:off x="5860748" y="2884086"/>
              <a:ext cx="64409" cy="106761"/>
            </a:xfrm>
            <a:custGeom>
              <a:avLst/>
              <a:gdLst/>
              <a:ahLst/>
              <a:cxnLst>
                <a:cxn ang="0">
                  <a:pos x="wd2" y="hd2"/>
                </a:cxn>
                <a:cxn ang="5400000">
                  <a:pos x="wd2" y="hd2"/>
                </a:cxn>
                <a:cxn ang="10800000">
                  <a:pos x="wd2" y="hd2"/>
                </a:cxn>
                <a:cxn ang="16200000">
                  <a:pos x="wd2" y="hd2"/>
                </a:cxn>
              </a:cxnLst>
              <a:rect l="0" t="0" r="r" b="b"/>
              <a:pathLst>
                <a:path w="21600" h="21600" extrusionOk="0">
                  <a:moveTo>
                    <a:pt x="10948" y="21600"/>
                  </a:moveTo>
                  <a:lnTo>
                    <a:pt x="0" y="0"/>
                  </a:lnTo>
                  <a:lnTo>
                    <a:pt x="10652"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5" name="Shape">
              <a:extLst>
                <a:ext uri="{FF2B5EF4-FFF2-40B4-BE49-F238E27FC236}">
                  <a16:creationId xmlns:a16="http://schemas.microsoft.com/office/drawing/2014/main" id="{4028016E-678D-429E-8905-1C88B32E6587}"/>
                </a:ext>
              </a:extLst>
            </p:cNvPr>
            <p:cNvSpPr/>
            <p:nvPr/>
          </p:nvSpPr>
          <p:spPr>
            <a:xfrm>
              <a:off x="4210829" y="2954671"/>
              <a:ext cx="137643" cy="60880"/>
            </a:xfrm>
            <a:custGeom>
              <a:avLst/>
              <a:gdLst/>
              <a:ahLst/>
              <a:cxnLst>
                <a:cxn ang="0">
                  <a:pos x="wd2" y="hd2"/>
                </a:cxn>
                <a:cxn ang="5400000">
                  <a:pos x="wd2" y="hd2"/>
                </a:cxn>
                <a:cxn ang="10800000">
                  <a:pos x="wd2" y="hd2"/>
                </a:cxn>
                <a:cxn ang="16200000">
                  <a:pos x="wd2" y="hd2"/>
                </a:cxn>
              </a:cxnLst>
              <a:rect l="0" t="0" r="r" b="b"/>
              <a:pathLst>
                <a:path w="21600" h="21600" extrusionOk="0">
                  <a:moveTo>
                    <a:pt x="0" y="14400"/>
                  </a:moveTo>
                  <a:cubicBezTo>
                    <a:pt x="1661" y="12209"/>
                    <a:pt x="3185" y="10331"/>
                    <a:pt x="4985" y="8765"/>
                  </a:cubicBezTo>
                  <a:cubicBezTo>
                    <a:pt x="6646" y="7200"/>
                    <a:pt x="8446" y="5635"/>
                    <a:pt x="10246" y="4383"/>
                  </a:cubicBezTo>
                  <a:cubicBezTo>
                    <a:pt x="12046" y="3130"/>
                    <a:pt x="13846" y="2192"/>
                    <a:pt x="15784" y="1565"/>
                  </a:cubicBezTo>
                  <a:cubicBezTo>
                    <a:pt x="17585" y="939"/>
                    <a:pt x="19523" y="313"/>
                    <a:pt x="21461" y="0"/>
                  </a:cubicBezTo>
                  <a:lnTo>
                    <a:pt x="21600" y="9078"/>
                  </a:lnTo>
                  <a:cubicBezTo>
                    <a:pt x="19939" y="9391"/>
                    <a:pt x="18277" y="9704"/>
                    <a:pt x="16615" y="10331"/>
                  </a:cubicBezTo>
                  <a:cubicBezTo>
                    <a:pt x="14954" y="10956"/>
                    <a:pt x="13431" y="11896"/>
                    <a:pt x="11769" y="12835"/>
                  </a:cubicBezTo>
                  <a:cubicBezTo>
                    <a:pt x="10246" y="13774"/>
                    <a:pt x="8723" y="15026"/>
                    <a:pt x="7200" y="16591"/>
                  </a:cubicBezTo>
                  <a:cubicBezTo>
                    <a:pt x="5677" y="18157"/>
                    <a:pt x="4292" y="19722"/>
                    <a:pt x="2908" y="21600"/>
                  </a:cubicBezTo>
                  <a:lnTo>
                    <a:pt x="0" y="144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6" name="Shape">
              <a:extLst>
                <a:ext uri="{FF2B5EF4-FFF2-40B4-BE49-F238E27FC236}">
                  <a16:creationId xmlns:a16="http://schemas.microsoft.com/office/drawing/2014/main" id="{9A6906BA-4109-4488-8C54-2B18956C382C}"/>
                </a:ext>
              </a:extLst>
            </p:cNvPr>
            <p:cNvSpPr/>
            <p:nvPr/>
          </p:nvSpPr>
          <p:spPr>
            <a:xfrm>
              <a:off x="6787174" y="2989965"/>
              <a:ext cx="90878" cy="111172"/>
            </a:xfrm>
            <a:custGeom>
              <a:avLst/>
              <a:gdLst/>
              <a:ahLst/>
              <a:cxnLst>
                <a:cxn ang="0">
                  <a:pos x="wd2" y="hd2"/>
                </a:cxn>
                <a:cxn ang="5400000">
                  <a:pos x="wd2" y="hd2"/>
                </a:cxn>
                <a:cxn ang="10800000">
                  <a:pos x="wd2" y="hd2"/>
                </a:cxn>
                <a:cxn ang="16200000">
                  <a:pos x="wd2" y="hd2"/>
                </a:cxn>
              </a:cxnLst>
              <a:rect l="0" t="0" r="r" b="b"/>
              <a:pathLst>
                <a:path w="21600" h="21600" extrusionOk="0">
                  <a:moveTo>
                    <a:pt x="13631" y="21600"/>
                  </a:moveTo>
                  <a:lnTo>
                    <a:pt x="0" y="0"/>
                  </a:lnTo>
                  <a:lnTo>
                    <a:pt x="7760"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7" name="Shape">
              <a:extLst>
                <a:ext uri="{FF2B5EF4-FFF2-40B4-BE49-F238E27FC236}">
                  <a16:creationId xmlns:a16="http://schemas.microsoft.com/office/drawing/2014/main" id="{6FB16D27-5246-4FB9-AB7B-60092C4A85A7}"/>
                </a:ext>
              </a:extLst>
            </p:cNvPr>
            <p:cNvSpPr/>
            <p:nvPr/>
          </p:nvSpPr>
          <p:spPr>
            <a:xfrm>
              <a:off x="4978439" y="3042902"/>
              <a:ext cx="77644" cy="116465"/>
            </a:xfrm>
            <a:custGeom>
              <a:avLst/>
              <a:gdLst/>
              <a:ahLst/>
              <a:cxnLst>
                <a:cxn ang="0">
                  <a:pos x="wd2" y="hd2"/>
                </a:cxn>
                <a:cxn ang="5400000">
                  <a:pos x="wd2" y="hd2"/>
                </a:cxn>
                <a:cxn ang="10800000">
                  <a:pos x="wd2" y="hd2"/>
                </a:cxn>
                <a:cxn ang="16200000">
                  <a:pos x="wd2" y="hd2"/>
                </a:cxn>
              </a:cxnLst>
              <a:rect l="0" t="0" r="r" b="b"/>
              <a:pathLst>
                <a:path w="21600" h="21600" extrusionOk="0">
                  <a:moveTo>
                    <a:pt x="12273" y="21436"/>
                  </a:moveTo>
                  <a:lnTo>
                    <a:pt x="12027" y="20455"/>
                  </a:lnTo>
                  <a:cubicBezTo>
                    <a:pt x="11781" y="18818"/>
                    <a:pt x="11290" y="17182"/>
                    <a:pt x="10800" y="15709"/>
                  </a:cubicBezTo>
                  <a:cubicBezTo>
                    <a:pt x="10063" y="14073"/>
                    <a:pt x="9327" y="12600"/>
                    <a:pt x="8345" y="11127"/>
                  </a:cubicBezTo>
                  <a:cubicBezTo>
                    <a:pt x="7364" y="9654"/>
                    <a:pt x="6136" y="8182"/>
                    <a:pt x="4663" y="6709"/>
                  </a:cubicBezTo>
                  <a:cubicBezTo>
                    <a:pt x="3190" y="5236"/>
                    <a:pt x="1718" y="3927"/>
                    <a:pt x="0" y="2618"/>
                  </a:cubicBezTo>
                  <a:lnTo>
                    <a:pt x="7364" y="0"/>
                  </a:lnTo>
                  <a:cubicBezTo>
                    <a:pt x="9327" y="1473"/>
                    <a:pt x="11045" y="3109"/>
                    <a:pt x="12763" y="4746"/>
                  </a:cubicBezTo>
                  <a:cubicBezTo>
                    <a:pt x="14236" y="6382"/>
                    <a:pt x="15709" y="8018"/>
                    <a:pt x="16936" y="9818"/>
                  </a:cubicBezTo>
                  <a:cubicBezTo>
                    <a:pt x="18163" y="11618"/>
                    <a:pt x="19145" y="13255"/>
                    <a:pt x="19881" y="15055"/>
                  </a:cubicBezTo>
                  <a:cubicBezTo>
                    <a:pt x="20618" y="16854"/>
                    <a:pt x="21109" y="18654"/>
                    <a:pt x="21354" y="20618"/>
                  </a:cubicBezTo>
                  <a:lnTo>
                    <a:pt x="21600" y="21600"/>
                  </a:lnTo>
                  <a:lnTo>
                    <a:pt x="12273"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8" name="Shape">
              <a:extLst>
                <a:ext uri="{FF2B5EF4-FFF2-40B4-BE49-F238E27FC236}">
                  <a16:creationId xmlns:a16="http://schemas.microsoft.com/office/drawing/2014/main" id="{A2B4390C-0084-4DA1-B4AF-568200F1383E}"/>
                </a:ext>
              </a:extLst>
            </p:cNvPr>
            <p:cNvSpPr/>
            <p:nvPr/>
          </p:nvSpPr>
          <p:spPr>
            <a:xfrm>
              <a:off x="4087305" y="3087017"/>
              <a:ext cx="54704" cy="120876"/>
            </a:xfrm>
            <a:custGeom>
              <a:avLst/>
              <a:gdLst/>
              <a:ahLst/>
              <a:cxnLst>
                <a:cxn ang="0">
                  <a:pos x="wd2" y="hd2"/>
                </a:cxn>
                <a:cxn ang="5400000">
                  <a:pos x="wd2" y="hd2"/>
                </a:cxn>
                <a:cxn ang="10800000">
                  <a:pos x="wd2" y="hd2"/>
                </a:cxn>
                <a:cxn ang="16200000">
                  <a:pos x="wd2" y="hd2"/>
                </a:cxn>
              </a:cxnLst>
              <a:rect l="0" t="0" r="r" b="b"/>
              <a:pathLst>
                <a:path w="21600" h="21600" extrusionOk="0">
                  <a:moveTo>
                    <a:pt x="2090" y="11668"/>
                  </a:moveTo>
                  <a:cubicBezTo>
                    <a:pt x="2438" y="10722"/>
                    <a:pt x="2786" y="9618"/>
                    <a:pt x="3135" y="8672"/>
                  </a:cubicBezTo>
                  <a:cubicBezTo>
                    <a:pt x="3483" y="7726"/>
                    <a:pt x="4181" y="6622"/>
                    <a:pt x="4877" y="5676"/>
                  </a:cubicBezTo>
                  <a:cubicBezTo>
                    <a:pt x="5574" y="4730"/>
                    <a:pt x="6271" y="3784"/>
                    <a:pt x="6967" y="2838"/>
                  </a:cubicBezTo>
                  <a:cubicBezTo>
                    <a:pt x="7664" y="1892"/>
                    <a:pt x="8709" y="946"/>
                    <a:pt x="9755" y="0"/>
                  </a:cubicBezTo>
                  <a:lnTo>
                    <a:pt x="21600" y="1577"/>
                  </a:lnTo>
                  <a:cubicBezTo>
                    <a:pt x="20555" y="2365"/>
                    <a:pt x="19858" y="3153"/>
                    <a:pt x="19161" y="4099"/>
                  </a:cubicBezTo>
                  <a:cubicBezTo>
                    <a:pt x="18465" y="4888"/>
                    <a:pt x="17768" y="5834"/>
                    <a:pt x="17419" y="6622"/>
                  </a:cubicBezTo>
                  <a:cubicBezTo>
                    <a:pt x="16723" y="7410"/>
                    <a:pt x="16374" y="8356"/>
                    <a:pt x="16026" y="9145"/>
                  </a:cubicBezTo>
                  <a:cubicBezTo>
                    <a:pt x="15678" y="10090"/>
                    <a:pt x="15329" y="10879"/>
                    <a:pt x="15329" y="11825"/>
                  </a:cubicBezTo>
                  <a:lnTo>
                    <a:pt x="13239" y="21600"/>
                  </a:lnTo>
                  <a:lnTo>
                    <a:pt x="0" y="21600"/>
                  </a:lnTo>
                  <a:lnTo>
                    <a:pt x="2090" y="11668"/>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9" name="Shape">
              <a:extLst>
                <a:ext uri="{FF2B5EF4-FFF2-40B4-BE49-F238E27FC236}">
                  <a16:creationId xmlns:a16="http://schemas.microsoft.com/office/drawing/2014/main" id="{6D5D4E7F-F9F0-4349-905C-AEF32B1EEFBF}"/>
                </a:ext>
              </a:extLst>
            </p:cNvPr>
            <p:cNvSpPr/>
            <p:nvPr/>
          </p:nvSpPr>
          <p:spPr>
            <a:xfrm>
              <a:off x="5931333" y="3104664"/>
              <a:ext cx="69702" cy="117347"/>
            </a:xfrm>
            <a:custGeom>
              <a:avLst/>
              <a:gdLst/>
              <a:ahLst/>
              <a:cxnLst>
                <a:cxn ang="0">
                  <a:pos x="wd2" y="hd2"/>
                </a:cxn>
                <a:cxn ang="5400000">
                  <a:pos x="wd2" y="hd2"/>
                </a:cxn>
                <a:cxn ang="10800000">
                  <a:pos x="wd2" y="hd2"/>
                </a:cxn>
                <a:cxn ang="16200000">
                  <a:pos x="wd2" y="hd2"/>
                </a:cxn>
              </a:cxnLst>
              <a:rect l="0" t="0" r="r" b="b"/>
              <a:pathLst>
                <a:path w="21600" h="21600" extrusionOk="0">
                  <a:moveTo>
                    <a:pt x="10937" y="21600"/>
                  </a:moveTo>
                  <a:lnTo>
                    <a:pt x="0" y="0"/>
                  </a:lnTo>
                  <a:lnTo>
                    <a:pt x="10116"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0" name="Shape">
              <a:extLst>
                <a:ext uri="{FF2B5EF4-FFF2-40B4-BE49-F238E27FC236}">
                  <a16:creationId xmlns:a16="http://schemas.microsoft.com/office/drawing/2014/main" id="{F3C33097-6ECD-4403-87A9-ECB6AD36BF29}"/>
                </a:ext>
              </a:extLst>
            </p:cNvPr>
            <p:cNvSpPr/>
            <p:nvPr/>
          </p:nvSpPr>
          <p:spPr>
            <a:xfrm>
              <a:off x="6901873" y="3219364"/>
              <a:ext cx="97937" cy="124407"/>
            </a:xfrm>
            <a:custGeom>
              <a:avLst/>
              <a:gdLst/>
              <a:ahLst/>
              <a:cxnLst>
                <a:cxn ang="0">
                  <a:pos x="wd2" y="hd2"/>
                </a:cxn>
                <a:cxn ang="5400000">
                  <a:pos x="wd2" y="hd2"/>
                </a:cxn>
                <a:cxn ang="10800000">
                  <a:pos x="wd2" y="hd2"/>
                </a:cxn>
                <a:cxn ang="16200000">
                  <a:pos x="wd2" y="hd2"/>
                </a:cxn>
              </a:cxnLst>
              <a:rect l="0" t="0" r="r" b="b"/>
              <a:pathLst>
                <a:path w="21600" h="21600" extrusionOk="0">
                  <a:moveTo>
                    <a:pt x="14011" y="21600"/>
                  </a:moveTo>
                  <a:lnTo>
                    <a:pt x="0" y="0"/>
                  </a:lnTo>
                  <a:lnTo>
                    <a:pt x="7395"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1" name="Shape">
              <a:extLst>
                <a:ext uri="{FF2B5EF4-FFF2-40B4-BE49-F238E27FC236}">
                  <a16:creationId xmlns:a16="http://schemas.microsoft.com/office/drawing/2014/main" id="{E055CE6C-B1E1-4D6B-ACEE-67F9D994743E}"/>
                </a:ext>
              </a:extLst>
            </p:cNvPr>
            <p:cNvSpPr/>
            <p:nvPr/>
          </p:nvSpPr>
          <p:spPr>
            <a:xfrm>
              <a:off x="5031377" y="3281126"/>
              <a:ext cx="47646" cy="127052"/>
            </a:xfrm>
            <a:custGeom>
              <a:avLst/>
              <a:gdLst/>
              <a:ahLst/>
              <a:cxnLst>
                <a:cxn ang="0">
                  <a:pos x="wd2" y="hd2"/>
                </a:cxn>
                <a:cxn ang="5400000">
                  <a:pos x="wd2" y="hd2"/>
                </a:cxn>
                <a:cxn ang="10800000">
                  <a:pos x="wd2" y="hd2"/>
                </a:cxn>
                <a:cxn ang="16200000">
                  <a:pos x="wd2" y="hd2"/>
                </a:cxn>
              </a:cxnLst>
              <a:rect l="0" t="0" r="r" b="b"/>
              <a:pathLst>
                <a:path w="21600" h="21600" extrusionOk="0">
                  <a:moveTo>
                    <a:pt x="15600" y="0"/>
                  </a:moveTo>
                  <a:lnTo>
                    <a:pt x="21600" y="21600"/>
                  </a:lnTo>
                  <a:lnTo>
                    <a:pt x="5600" y="21600"/>
                  </a:lnTo>
                  <a:lnTo>
                    <a:pt x="0"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2" name="Shape">
              <a:extLst>
                <a:ext uri="{FF2B5EF4-FFF2-40B4-BE49-F238E27FC236}">
                  <a16:creationId xmlns:a16="http://schemas.microsoft.com/office/drawing/2014/main" id="{A399BFF1-5BD3-4C55-B073-DF9896FF96BE}"/>
                </a:ext>
              </a:extLst>
            </p:cNvPr>
            <p:cNvSpPr/>
            <p:nvPr/>
          </p:nvSpPr>
          <p:spPr>
            <a:xfrm>
              <a:off x="4060837" y="3334065"/>
              <a:ext cx="48527" cy="13058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5891" y="0"/>
                  </a:lnTo>
                  <a:lnTo>
                    <a:pt x="21600" y="0"/>
                  </a:lnTo>
                  <a:lnTo>
                    <a:pt x="15709"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3" name="Shape">
              <a:extLst>
                <a:ext uri="{FF2B5EF4-FFF2-40B4-BE49-F238E27FC236}">
                  <a16:creationId xmlns:a16="http://schemas.microsoft.com/office/drawing/2014/main" id="{8CB17BD1-2864-4888-8753-A85B841B5BA3}"/>
                </a:ext>
              </a:extLst>
            </p:cNvPr>
            <p:cNvSpPr/>
            <p:nvPr/>
          </p:nvSpPr>
          <p:spPr>
            <a:xfrm>
              <a:off x="6001918" y="3342888"/>
              <a:ext cx="75878" cy="131465"/>
            </a:xfrm>
            <a:custGeom>
              <a:avLst/>
              <a:gdLst/>
              <a:ahLst/>
              <a:cxnLst>
                <a:cxn ang="0">
                  <a:pos x="wd2" y="hd2"/>
                </a:cxn>
                <a:cxn ang="5400000">
                  <a:pos x="wd2" y="hd2"/>
                </a:cxn>
                <a:cxn ang="10800000">
                  <a:pos x="wd2" y="hd2"/>
                </a:cxn>
                <a:cxn ang="16200000">
                  <a:pos x="wd2" y="hd2"/>
                </a:cxn>
              </a:cxnLst>
              <a:rect l="0" t="0" r="r" b="b"/>
              <a:pathLst>
                <a:path w="21600" h="21600" extrusionOk="0">
                  <a:moveTo>
                    <a:pt x="11553" y="21600"/>
                  </a:moveTo>
                  <a:lnTo>
                    <a:pt x="0" y="0"/>
                  </a:lnTo>
                  <a:lnTo>
                    <a:pt x="10047"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4" name="Shape">
              <a:extLst>
                <a:ext uri="{FF2B5EF4-FFF2-40B4-BE49-F238E27FC236}">
                  <a16:creationId xmlns:a16="http://schemas.microsoft.com/office/drawing/2014/main" id="{1E94EA64-5AC9-43B6-B222-12E85151B364}"/>
                </a:ext>
              </a:extLst>
            </p:cNvPr>
            <p:cNvSpPr/>
            <p:nvPr/>
          </p:nvSpPr>
          <p:spPr>
            <a:xfrm>
              <a:off x="2384448" y="3510527"/>
              <a:ext cx="166756" cy="3264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943" y="0"/>
                  </a:lnTo>
                  <a:lnTo>
                    <a:pt x="21600" y="0"/>
                  </a:lnTo>
                  <a:lnTo>
                    <a:pt x="19886"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5" name="Shape">
              <a:extLst>
                <a:ext uri="{FF2B5EF4-FFF2-40B4-BE49-F238E27FC236}">
                  <a16:creationId xmlns:a16="http://schemas.microsoft.com/office/drawing/2014/main" id="{0C1A3F20-6FD2-4DA0-AD8F-1442453FDD50}"/>
                </a:ext>
              </a:extLst>
            </p:cNvPr>
            <p:cNvSpPr/>
            <p:nvPr/>
          </p:nvSpPr>
          <p:spPr>
            <a:xfrm>
              <a:off x="2693256" y="3510527"/>
              <a:ext cx="164994" cy="34409"/>
            </a:xfrm>
            <a:custGeom>
              <a:avLst/>
              <a:gdLst/>
              <a:ahLst/>
              <a:cxnLst>
                <a:cxn ang="0">
                  <a:pos x="wd2" y="hd2"/>
                </a:cxn>
                <a:cxn ang="5400000">
                  <a:pos x="wd2" y="hd2"/>
                </a:cxn>
                <a:cxn ang="10800000">
                  <a:pos x="wd2" y="hd2"/>
                </a:cxn>
                <a:cxn ang="16200000">
                  <a:pos x="wd2" y="hd2"/>
                </a:cxn>
              </a:cxnLst>
              <a:rect l="0" t="0" r="r" b="b"/>
              <a:pathLst>
                <a:path w="21600" h="21600" extrusionOk="0">
                  <a:moveTo>
                    <a:pt x="1617" y="0"/>
                  </a:moveTo>
                  <a:lnTo>
                    <a:pt x="17326" y="0"/>
                  </a:lnTo>
                  <a:cubicBezTo>
                    <a:pt x="17673" y="0"/>
                    <a:pt x="18019" y="0"/>
                    <a:pt x="18481" y="0"/>
                  </a:cubicBezTo>
                  <a:cubicBezTo>
                    <a:pt x="18943" y="0"/>
                    <a:pt x="19174" y="0"/>
                    <a:pt x="19521" y="0"/>
                  </a:cubicBezTo>
                  <a:cubicBezTo>
                    <a:pt x="19867" y="0"/>
                    <a:pt x="20214" y="0"/>
                    <a:pt x="20560" y="554"/>
                  </a:cubicBezTo>
                  <a:cubicBezTo>
                    <a:pt x="20907" y="554"/>
                    <a:pt x="21253" y="1107"/>
                    <a:pt x="21600" y="1107"/>
                  </a:cubicBezTo>
                  <a:lnTo>
                    <a:pt x="19521" y="21600"/>
                  </a:lnTo>
                  <a:cubicBezTo>
                    <a:pt x="19174" y="21600"/>
                    <a:pt x="18943" y="21046"/>
                    <a:pt x="18597" y="21046"/>
                  </a:cubicBezTo>
                  <a:cubicBezTo>
                    <a:pt x="18250" y="21046"/>
                    <a:pt x="18019" y="21046"/>
                    <a:pt x="17673" y="20493"/>
                  </a:cubicBezTo>
                  <a:cubicBezTo>
                    <a:pt x="17326" y="20493"/>
                    <a:pt x="17095" y="20493"/>
                    <a:pt x="16748" y="20493"/>
                  </a:cubicBezTo>
                  <a:cubicBezTo>
                    <a:pt x="16402" y="20493"/>
                    <a:pt x="16055" y="20493"/>
                    <a:pt x="15824" y="20493"/>
                  </a:cubicBezTo>
                  <a:lnTo>
                    <a:pt x="0" y="20493"/>
                  </a:lnTo>
                  <a:lnTo>
                    <a:pt x="1617"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6" name="Shape">
              <a:extLst>
                <a:ext uri="{FF2B5EF4-FFF2-40B4-BE49-F238E27FC236}">
                  <a16:creationId xmlns:a16="http://schemas.microsoft.com/office/drawing/2014/main" id="{499698E2-DDE9-45EF-A78C-DABA5E846E5F}"/>
                </a:ext>
              </a:extLst>
            </p:cNvPr>
            <p:cNvSpPr/>
            <p:nvPr/>
          </p:nvSpPr>
          <p:spPr>
            <a:xfrm>
              <a:off x="7034220" y="3475234"/>
              <a:ext cx="107642" cy="138524"/>
            </a:xfrm>
            <a:custGeom>
              <a:avLst/>
              <a:gdLst/>
              <a:ahLst/>
              <a:cxnLst>
                <a:cxn ang="0">
                  <a:pos x="wd2" y="hd2"/>
                </a:cxn>
                <a:cxn ang="5400000">
                  <a:pos x="wd2" y="hd2"/>
                </a:cxn>
                <a:cxn ang="10800000">
                  <a:pos x="wd2" y="hd2"/>
                </a:cxn>
                <a:cxn ang="16200000">
                  <a:pos x="wd2" y="hd2"/>
                </a:cxn>
              </a:cxnLst>
              <a:rect l="0" t="0" r="r" b="b"/>
              <a:pathLst>
                <a:path w="21600" h="21600" extrusionOk="0">
                  <a:moveTo>
                    <a:pt x="14164" y="21600"/>
                  </a:moveTo>
                  <a:lnTo>
                    <a:pt x="0" y="0"/>
                  </a:lnTo>
                  <a:lnTo>
                    <a:pt x="7082"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7" name="Shape">
              <a:extLst>
                <a:ext uri="{FF2B5EF4-FFF2-40B4-BE49-F238E27FC236}">
                  <a16:creationId xmlns:a16="http://schemas.microsoft.com/office/drawing/2014/main" id="{AFBDF9BD-649A-41DA-98A3-AA06F3926C4D}"/>
                </a:ext>
              </a:extLst>
            </p:cNvPr>
            <p:cNvSpPr/>
            <p:nvPr/>
          </p:nvSpPr>
          <p:spPr>
            <a:xfrm>
              <a:off x="2057993" y="3519350"/>
              <a:ext cx="173815" cy="110289"/>
            </a:xfrm>
            <a:custGeom>
              <a:avLst/>
              <a:gdLst/>
              <a:ahLst/>
              <a:cxnLst>
                <a:cxn ang="0">
                  <a:pos x="wd2" y="hd2"/>
                </a:cxn>
                <a:cxn ang="5400000">
                  <a:pos x="wd2" y="hd2"/>
                </a:cxn>
                <a:cxn ang="10800000">
                  <a:pos x="wd2" y="hd2"/>
                </a:cxn>
                <a:cxn ang="16200000">
                  <a:pos x="wd2" y="hd2"/>
                </a:cxn>
              </a:cxnLst>
              <a:rect l="0" t="0" r="r" b="b"/>
              <a:pathLst>
                <a:path w="21600" h="21600" extrusionOk="0">
                  <a:moveTo>
                    <a:pt x="0" y="17626"/>
                  </a:moveTo>
                  <a:cubicBezTo>
                    <a:pt x="1645" y="15552"/>
                    <a:pt x="3399" y="13651"/>
                    <a:pt x="5153" y="11923"/>
                  </a:cubicBezTo>
                  <a:cubicBezTo>
                    <a:pt x="6908" y="10195"/>
                    <a:pt x="8662" y="8467"/>
                    <a:pt x="10526" y="7085"/>
                  </a:cubicBezTo>
                  <a:cubicBezTo>
                    <a:pt x="12280" y="5530"/>
                    <a:pt x="14144" y="4320"/>
                    <a:pt x="16008" y="3110"/>
                  </a:cubicBezTo>
                  <a:cubicBezTo>
                    <a:pt x="17872" y="1901"/>
                    <a:pt x="19736" y="864"/>
                    <a:pt x="21600" y="0"/>
                  </a:cubicBezTo>
                  <a:lnTo>
                    <a:pt x="21381" y="6048"/>
                  </a:lnTo>
                  <a:cubicBezTo>
                    <a:pt x="19736" y="6739"/>
                    <a:pt x="18091" y="7776"/>
                    <a:pt x="16556" y="8813"/>
                  </a:cubicBezTo>
                  <a:cubicBezTo>
                    <a:pt x="14912" y="9850"/>
                    <a:pt x="13377" y="11059"/>
                    <a:pt x="11732" y="12269"/>
                  </a:cubicBezTo>
                  <a:cubicBezTo>
                    <a:pt x="10197" y="13651"/>
                    <a:pt x="8552" y="15034"/>
                    <a:pt x="7017" y="16589"/>
                  </a:cubicBezTo>
                  <a:cubicBezTo>
                    <a:pt x="5482" y="18144"/>
                    <a:pt x="3947" y="19872"/>
                    <a:pt x="2522" y="21600"/>
                  </a:cubicBezTo>
                  <a:lnTo>
                    <a:pt x="0" y="17626"/>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8" name="Shape">
              <a:extLst>
                <a:ext uri="{FF2B5EF4-FFF2-40B4-BE49-F238E27FC236}">
                  <a16:creationId xmlns:a16="http://schemas.microsoft.com/office/drawing/2014/main" id="{3EBA9128-CD77-46CD-A380-1CFBA0FE6553}"/>
                </a:ext>
              </a:extLst>
            </p:cNvPr>
            <p:cNvSpPr/>
            <p:nvPr/>
          </p:nvSpPr>
          <p:spPr>
            <a:xfrm>
              <a:off x="5057847" y="3536996"/>
              <a:ext cx="52055" cy="142935"/>
            </a:xfrm>
            <a:custGeom>
              <a:avLst/>
              <a:gdLst/>
              <a:ahLst/>
              <a:cxnLst>
                <a:cxn ang="0">
                  <a:pos x="wd2" y="hd2"/>
                </a:cxn>
                <a:cxn ang="5400000">
                  <a:pos x="wd2" y="hd2"/>
                </a:cxn>
                <a:cxn ang="10800000">
                  <a:pos x="wd2" y="hd2"/>
                </a:cxn>
                <a:cxn ang="16200000">
                  <a:pos x="wd2" y="hd2"/>
                </a:cxn>
              </a:cxnLst>
              <a:rect l="0" t="0" r="r" b="b"/>
              <a:pathLst>
                <a:path w="21600" h="21600" extrusionOk="0">
                  <a:moveTo>
                    <a:pt x="5857" y="21600"/>
                  </a:moveTo>
                  <a:lnTo>
                    <a:pt x="0" y="0"/>
                  </a:lnTo>
                  <a:lnTo>
                    <a:pt x="15010"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29" name="Shape">
              <a:extLst>
                <a:ext uri="{FF2B5EF4-FFF2-40B4-BE49-F238E27FC236}">
                  <a16:creationId xmlns:a16="http://schemas.microsoft.com/office/drawing/2014/main" id="{CE11E7C8-1D69-4705-A044-14947A7F6878}"/>
                </a:ext>
              </a:extLst>
            </p:cNvPr>
            <p:cNvSpPr/>
            <p:nvPr/>
          </p:nvSpPr>
          <p:spPr>
            <a:xfrm>
              <a:off x="2949126" y="3563464"/>
              <a:ext cx="79408" cy="136760"/>
            </a:xfrm>
            <a:custGeom>
              <a:avLst/>
              <a:gdLst/>
              <a:ahLst/>
              <a:cxnLst>
                <a:cxn ang="0">
                  <a:pos x="wd2" y="hd2"/>
                </a:cxn>
                <a:cxn ang="5400000">
                  <a:pos x="wd2" y="hd2"/>
                </a:cxn>
                <a:cxn ang="10800000">
                  <a:pos x="wd2" y="hd2"/>
                </a:cxn>
                <a:cxn ang="16200000">
                  <a:pos x="wd2" y="hd2"/>
                </a:cxn>
              </a:cxnLst>
              <a:rect l="0" t="0" r="r" b="b"/>
              <a:pathLst>
                <a:path w="21600" h="21600" extrusionOk="0">
                  <a:moveTo>
                    <a:pt x="8880" y="0"/>
                  </a:moveTo>
                  <a:cubicBezTo>
                    <a:pt x="11040" y="1254"/>
                    <a:pt x="12960" y="2787"/>
                    <a:pt x="14400" y="4181"/>
                  </a:cubicBezTo>
                  <a:cubicBezTo>
                    <a:pt x="16080" y="5714"/>
                    <a:pt x="17280" y="7246"/>
                    <a:pt x="18480" y="9058"/>
                  </a:cubicBezTo>
                  <a:cubicBezTo>
                    <a:pt x="19680" y="10730"/>
                    <a:pt x="20400" y="12542"/>
                    <a:pt x="20880" y="14354"/>
                  </a:cubicBezTo>
                  <a:cubicBezTo>
                    <a:pt x="21360" y="16165"/>
                    <a:pt x="21600" y="18116"/>
                    <a:pt x="21600" y="20206"/>
                  </a:cubicBezTo>
                  <a:lnTo>
                    <a:pt x="11040" y="21600"/>
                  </a:lnTo>
                  <a:cubicBezTo>
                    <a:pt x="11040" y="19788"/>
                    <a:pt x="11040" y="18116"/>
                    <a:pt x="10560" y="16444"/>
                  </a:cubicBezTo>
                  <a:cubicBezTo>
                    <a:pt x="10080" y="14772"/>
                    <a:pt x="9360" y="13239"/>
                    <a:pt x="8400" y="11706"/>
                  </a:cubicBezTo>
                  <a:cubicBezTo>
                    <a:pt x="7440" y="10173"/>
                    <a:pt x="6240" y="8779"/>
                    <a:pt x="4800" y="7525"/>
                  </a:cubicBezTo>
                  <a:cubicBezTo>
                    <a:pt x="3360" y="6132"/>
                    <a:pt x="1680" y="5017"/>
                    <a:pt x="0" y="3763"/>
                  </a:cubicBezTo>
                  <a:lnTo>
                    <a:pt x="8880"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0" name="Shape">
              <a:extLst>
                <a:ext uri="{FF2B5EF4-FFF2-40B4-BE49-F238E27FC236}">
                  <a16:creationId xmlns:a16="http://schemas.microsoft.com/office/drawing/2014/main" id="{8C344732-E9C1-48AB-9F71-49D02A4A266F}"/>
                </a:ext>
              </a:extLst>
            </p:cNvPr>
            <p:cNvSpPr/>
            <p:nvPr/>
          </p:nvSpPr>
          <p:spPr>
            <a:xfrm>
              <a:off x="4034367" y="3598758"/>
              <a:ext cx="52055" cy="1464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6590" y="0"/>
                  </a:lnTo>
                  <a:lnTo>
                    <a:pt x="21600" y="0"/>
                  </a:lnTo>
                  <a:lnTo>
                    <a:pt x="15742"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1" name="Shape">
              <a:extLst>
                <a:ext uri="{FF2B5EF4-FFF2-40B4-BE49-F238E27FC236}">
                  <a16:creationId xmlns:a16="http://schemas.microsoft.com/office/drawing/2014/main" id="{DB05EDC7-D22D-4606-A1FA-DDAB1A9C467A}"/>
                </a:ext>
              </a:extLst>
            </p:cNvPr>
            <p:cNvSpPr/>
            <p:nvPr/>
          </p:nvSpPr>
          <p:spPr>
            <a:xfrm>
              <a:off x="6081325" y="3616404"/>
              <a:ext cx="82937" cy="147346"/>
            </a:xfrm>
            <a:custGeom>
              <a:avLst/>
              <a:gdLst/>
              <a:ahLst/>
              <a:cxnLst>
                <a:cxn ang="0">
                  <a:pos x="wd2" y="hd2"/>
                </a:cxn>
                <a:cxn ang="5400000">
                  <a:pos x="wd2" y="hd2"/>
                </a:cxn>
                <a:cxn ang="10800000">
                  <a:pos x="wd2" y="hd2"/>
                </a:cxn>
                <a:cxn ang="16200000">
                  <a:pos x="wd2" y="hd2"/>
                </a:cxn>
              </a:cxnLst>
              <a:rect l="0" t="0" r="r" b="b"/>
              <a:pathLst>
                <a:path w="21600" h="21600" extrusionOk="0">
                  <a:moveTo>
                    <a:pt x="11719" y="21600"/>
                  </a:moveTo>
                  <a:lnTo>
                    <a:pt x="0" y="0"/>
                  </a:lnTo>
                  <a:lnTo>
                    <a:pt x="9651"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2" name="Shape">
              <a:extLst>
                <a:ext uri="{FF2B5EF4-FFF2-40B4-BE49-F238E27FC236}">
                  <a16:creationId xmlns:a16="http://schemas.microsoft.com/office/drawing/2014/main" id="{E06EA4F0-EBF2-48D4-8D49-5328448F5F25}"/>
                </a:ext>
              </a:extLst>
            </p:cNvPr>
            <p:cNvSpPr/>
            <p:nvPr/>
          </p:nvSpPr>
          <p:spPr>
            <a:xfrm>
              <a:off x="1846239" y="3757574"/>
              <a:ext cx="119111" cy="157050"/>
            </a:xfrm>
            <a:custGeom>
              <a:avLst/>
              <a:gdLst/>
              <a:ahLst/>
              <a:cxnLst>
                <a:cxn ang="0">
                  <a:pos x="wd2" y="hd2"/>
                </a:cxn>
                <a:cxn ang="5400000">
                  <a:pos x="wd2" y="hd2"/>
                </a:cxn>
                <a:cxn ang="10800000">
                  <a:pos x="wd2" y="hd2"/>
                </a:cxn>
                <a:cxn ang="16200000">
                  <a:pos x="wd2" y="hd2"/>
                </a:cxn>
              </a:cxnLst>
              <a:rect l="0" t="0" r="r" b="b"/>
              <a:pathLst>
                <a:path w="21600" h="21600" extrusionOk="0">
                  <a:moveTo>
                    <a:pt x="14240" y="971"/>
                  </a:moveTo>
                  <a:cubicBezTo>
                    <a:pt x="14240" y="849"/>
                    <a:pt x="14400" y="849"/>
                    <a:pt x="14400" y="728"/>
                  </a:cubicBezTo>
                  <a:cubicBezTo>
                    <a:pt x="14400" y="607"/>
                    <a:pt x="14560" y="607"/>
                    <a:pt x="14560" y="485"/>
                  </a:cubicBezTo>
                  <a:cubicBezTo>
                    <a:pt x="14560" y="364"/>
                    <a:pt x="14720" y="364"/>
                    <a:pt x="14720" y="243"/>
                  </a:cubicBezTo>
                  <a:cubicBezTo>
                    <a:pt x="14720" y="121"/>
                    <a:pt x="14880" y="121"/>
                    <a:pt x="14880" y="0"/>
                  </a:cubicBezTo>
                  <a:lnTo>
                    <a:pt x="21600" y="121"/>
                  </a:lnTo>
                  <a:cubicBezTo>
                    <a:pt x="21600" y="243"/>
                    <a:pt x="21440" y="243"/>
                    <a:pt x="21440" y="364"/>
                  </a:cubicBezTo>
                  <a:cubicBezTo>
                    <a:pt x="21440" y="485"/>
                    <a:pt x="21280" y="485"/>
                    <a:pt x="21280" y="607"/>
                  </a:cubicBezTo>
                  <a:cubicBezTo>
                    <a:pt x="21280" y="728"/>
                    <a:pt x="21120" y="728"/>
                    <a:pt x="21120" y="849"/>
                  </a:cubicBezTo>
                  <a:cubicBezTo>
                    <a:pt x="21120" y="971"/>
                    <a:pt x="20960" y="971"/>
                    <a:pt x="20960" y="1092"/>
                  </a:cubicBezTo>
                  <a:lnTo>
                    <a:pt x="7040" y="21600"/>
                  </a:lnTo>
                  <a:lnTo>
                    <a:pt x="0" y="21600"/>
                  </a:lnTo>
                  <a:lnTo>
                    <a:pt x="14240" y="971"/>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3" name="Shape">
              <a:extLst>
                <a:ext uri="{FF2B5EF4-FFF2-40B4-BE49-F238E27FC236}">
                  <a16:creationId xmlns:a16="http://schemas.microsoft.com/office/drawing/2014/main" id="{5AE63A11-16E6-478A-9806-AB700873987A}"/>
                </a:ext>
              </a:extLst>
            </p:cNvPr>
            <p:cNvSpPr/>
            <p:nvPr/>
          </p:nvSpPr>
          <p:spPr>
            <a:xfrm>
              <a:off x="7184212" y="3766397"/>
              <a:ext cx="118232" cy="156170"/>
            </a:xfrm>
            <a:custGeom>
              <a:avLst/>
              <a:gdLst/>
              <a:ahLst/>
              <a:cxnLst>
                <a:cxn ang="0">
                  <a:pos x="wd2" y="hd2"/>
                </a:cxn>
                <a:cxn ang="5400000">
                  <a:pos x="wd2" y="hd2"/>
                </a:cxn>
                <a:cxn ang="10800000">
                  <a:pos x="wd2" y="hd2"/>
                </a:cxn>
                <a:cxn ang="16200000">
                  <a:pos x="wd2" y="hd2"/>
                </a:cxn>
              </a:cxnLst>
              <a:rect l="0" t="0" r="r" b="b"/>
              <a:pathLst>
                <a:path w="21600" h="21600" extrusionOk="0">
                  <a:moveTo>
                    <a:pt x="14185" y="21112"/>
                  </a:moveTo>
                  <a:lnTo>
                    <a:pt x="0" y="0"/>
                  </a:lnTo>
                  <a:lnTo>
                    <a:pt x="6931" y="0"/>
                  </a:lnTo>
                  <a:lnTo>
                    <a:pt x="21600" y="21600"/>
                  </a:lnTo>
                  <a:lnTo>
                    <a:pt x="14507"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4" name="Shape">
              <a:extLst>
                <a:ext uri="{FF2B5EF4-FFF2-40B4-BE49-F238E27FC236}">
                  <a16:creationId xmlns:a16="http://schemas.microsoft.com/office/drawing/2014/main" id="{B92934CD-91A8-4667-9A76-FF5BB5D3A491}"/>
                </a:ext>
              </a:extLst>
            </p:cNvPr>
            <p:cNvSpPr/>
            <p:nvPr/>
          </p:nvSpPr>
          <p:spPr>
            <a:xfrm>
              <a:off x="5084315" y="3836981"/>
              <a:ext cx="65291" cy="165875"/>
            </a:xfrm>
            <a:custGeom>
              <a:avLst/>
              <a:gdLst/>
              <a:ahLst/>
              <a:cxnLst>
                <a:cxn ang="0">
                  <a:pos x="wd2" y="hd2"/>
                </a:cxn>
                <a:cxn ang="5400000">
                  <a:pos x="wd2" y="hd2"/>
                </a:cxn>
                <a:cxn ang="10800000">
                  <a:pos x="wd2" y="hd2"/>
                </a:cxn>
                <a:cxn ang="16200000">
                  <a:pos x="wd2" y="hd2"/>
                </a:cxn>
              </a:cxnLst>
              <a:rect l="0" t="0" r="r" b="b"/>
              <a:pathLst>
                <a:path w="21600" h="21600" extrusionOk="0">
                  <a:moveTo>
                    <a:pt x="12551" y="0"/>
                  </a:moveTo>
                  <a:lnTo>
                    <a:pt x="15470" y="10570"/>
                  </a:lnTo>
                  <a:cubicBezTo>
                    <a:pt x="15762" y="11374"/>
                    <a:pt x="16054" y="12179"/>
                    <a:pt x="16346" y="12983"/>
                  </a:cubicBezTo>
                  <a:cubicBezTo>
                    <a:pt x="16638" y="13787"/>
                    <a:pt x="17222" y="14592"/>
                    <a:pt x="17513" y="15396"/>
                  </a:cubicBezTo>
                  <a:cubicBezTo>
                    <a:pt x="18097" y="16200"/>
                    <a:pt x="18680" y="17004"/>
                    <a:pt x="19265" y="17808"/>
                  </a:cubicBezTo>
                  <a:cubicBezTo>
                    <a:pt x="19848" y="18613"/>
                    <a:pt x="20724" y="19417"/>
                    <a:pt x="21600" y="20106"/>
                  </a:cubicBezTo>
                  <a:lnTo>
                    <a:pt x="9341" y="21600"/>
                  </a:lnTo>
                  <a:cubicBezTo>
                    <a:pt x="8465" y="20681"/>
                    <a:pt x="7589" y="19762"/>
                    <a:pt x="7005" y="18843"/>
                  </a:cubicBezTo>
                  <a:cubicBezTo>
                    <a:pt x="6129" y="17923"/>
                    <a:pt x="5546" y="17004"/>
                    <a:pt x="4962" y="16085"/>
                  </a:cubicBezTo>
                  <a:cubicBezTo>
                    <a:pt x="4378" y="15166"/>
                    <a:pt x="3795" y="14247"/>
                    <a:pt x="3503" y="13328"/>
                  </a:cubicBezTo>
                  <a:cubicBezTo>
                    <a:pt x="3210" y="12408"/>
                    <a:pt x="2919" y="11489"/>
                    <a:pt x="2627" y="10570"/>
                  </a:cubicBezTo>
                  <a:lnTo>
                    <a:pt x="0" y="0"/>
                  </a:lnTo>
                  <a:lnTo>
                    <a:pt x="12551"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5" name="Shape">
              <a:extLst>
                <a:ext uri="{FF2B5EF4-FFF2-40B4-BE49-F238E27FC236}">
                  <a16:creationId xmlns:a16="http://schemas.microsoft.com/office/drawing/2014/main" id="{396A1A16-F9FF-4D87-91EA-654ECEEE6EE1}"/>
                </a:ext>
              </a:extLst>
            </p:cNvPr>
            <p:cNvSpPr/>
            <p:nvPr/>
          </p:nvSpPr>
          <p:spPr>
            <a:xfrm>
              <a:off x="2922656" y="3854628"/>
              <a:ext cx="73010" cy="165877"/>
            </a:xfrm>
            <a:custGeom>
              <a:avLst/>
              <a:gdLst/>
              <a:ahLst/>
              <a:cxnLst>
                <a:cxn ang="0">
                  <a:pos x="wd2" y="hd2"/>
                </a:cxn>
                <a:cxn ang="5400000">
                  <a:pos x="wd2" y="hd2"/>
                </a:cxn>
                <a:cxn ang="10800000">
                  <a:pos x="wd2" y="hd2"/>
                </a:cxn>
                <a:cxn ang="16200000">
                  <a:pos x="wd2" y="hd2"/>
                </a:cxn>
              </a:cxnLst>
              <a:rect l="0" t="0" r="r" b="b"/>
              <a:pathLst>
                <a:path w="21535" h="21600" extrusionOk="0">
                  <a:moveTo>
                    <a:pt x="21535" y="0"/>
                  </a:moveTo>
                  <a:lnTo>
                    <a:pt x="15810" y="8387"/>
                  </a:lnTo>
                  <a:cubicBezTo>
                    <a:pt x="15029" y="9307"/>
                    <a:pt x="14508" y="10340"/>
                    <a:pt x="13988" y="11260"/>
                  </a:cubicBezTo>
                  <a:cubicBezTo>
                    <a:pt x="13468" y="12179"/>
                    <a:pt x="13207" y="13213"/>
                    <a:pt x="12947" y="14132"/>
                  </a:cubicBezTo>
                  <a:cubicBezTo>
                    <a:pt x="12687" y="15051"/>
                    <a:pt x="12427" y="16085"/>
                    <a:pt x="12427" y="17004"/>
                  </a:cubicBezTo>
                  <a:cubicBezTo>
                    <a:pt x="12427" y="17923"/>
                    <a:pt x="12427" y="18957"/>
                    <a:pt x="12427" y="19877"/>
                  </a:cubicBezTo>
                  <a:lnTo>
                    <a:pt x="195" y="21600"/>
                  </a:lnTo>
                  <a:cubicBezTo>
                    <a:pt x="-65" y="20566"/>
                    <a:pt x="-65" y="19417"/>
                    <a:pt x="195" y="18383"/>
                  </a:cubicBezTo>
                  <a:cubicBezTo>
                    <a:pt x="195" y="17234"/>
                    <a:pt x="455" y="16200"/>
                    <a:pt x="716" y="15051"/>
                  </a:cubicBezTo>
                  <a:cubicBezTo>
                    <a:pt x="976" y="13902"/>
                    <a:pt x="1496" y="12868"/>
                    <a:pt x="2017" y="11719"/>
                  </a:cubicBezTo>
                  <a:cubicBezTo>
                    <a:pt x="2537" y="10570"/>
                    <a:pt x="3318" y="9536"/>
                    <a:pt x="4099" y="8387"/>
                  </a:cubicBezTo>
                  <a:lnTo>
                    <a:pt x="10085" y="0"/>
                  </a:lnTo>
                  <a:lnTo>
                    <a:pt x="21535"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6" name="Shape">
              <a:extLst>
                <a:ext uri="{FF2B5EF4-FFF2-40B4-BE49-F238E27FC236}">
                  <a16:creationId xmlns:a16="http://schemas.microsoft.com/office/drawing/2014/main" id="{4BC94209-8BF1-4196-A02A-B8E3D27BBCA4}"/>
                </a:ext>
              </a:extLst>
            </p:cNvPr>
            <p:cNvSpPr/>
            <p:nvPr/>
          </p:nvSpPr>
          <p:spPr>
            <a:xfrm>
              <a:off x="3963782" y="3898743"/>
              <a:ext cx="90878" cy="167641"/>
            </a:xfrm>
            <a:custGeom>
              <a:avLst/>
              <a:gdLst/>
              <a:ahLst/>
              <a:cxnLst>
                <a:cxn ang="0">
                  <a:pos x="wd2" y="hd2"/>
                </a:cxn>
                <a:cxn ang="5400000">
                  <a:pos x="wd2" y="hd2"/>
                </a:cxn>
                <a:cxn ang="10800000">
                  <a:pos x="wd2" y="hd2"/>
                </a:cxn>
                <a:cxn ang="16200000">
                  <a:pos x="wd2" y="hd2"/>
                </a:cxn>
              </a:cxnLst>
              <a:rect l="0" t="0" r="r" b="b"/>
              <a:pathLst>
                <a:path w="21600" h="21600" extrusionOk="0">
                  <a:moveTo>
                    <a:pt x="11953" y="2046"/>
                  </a:moveTo>
                  <a:lnTo>
                    <a:pt x="12373" y="0"/>
                  </a:lnTo>
                  <a:lnTo>
                    <a:pt x="21600" y="0"/>
                  </a:lnTo>
                  <a:lnTo>
                    <a:pt x="21181" y="2046"/>
                  </a:lnTo>
                  <a:cubicBezTo>
                    <a:pt x="20971" y="3752"/>
                    <a:pt x="20342" y="5457"/>
                    <a:pt x="19713" y="7048"/>
                  </a:cubicBezTo>
                  <a:cubicBezTo>
                    <a:pt x="19084" y="8754"/>
                    <a:pt x="18035" y="10345"/>
                    <a:pt x="16986" y="12051"/>
                  </a:cubicBezTo>
                  <a:cubicBezTo>
                    <a:pt x="15938" y="13756"/>
                    <a:pt x="14470" y="15347"/>
                    <a:pt x="13002" y="16939"/>
                  </a:cubicBezTo>
                  <a:cubicBezTo>
                    <a:pt x="11534" y="18531"/>
                    <a:pt x="9647" y="20122"/>
                    <a:pt x="7759" y="21600"/>
                  </a:cubicBezTo>
                  <a:lnTo>
                    <a:pt x="0" y="18985"/>
                  </a:lnTo>
                  <a:cubicBezTo>
                    <a:pt x="1678" y="17735"/>
                    <a:pt x="3146" y="16370"/>
                    <a:pt x="4614" y="14893"/>
                  </a:cubicBezTo>
                  <a:cubicBezTo>
                    <a:pt x="5872" y="13529"/>
                    <a:pt x="7130" y="12164"/>
                    <a:pt x="8178" y="10686"/>
                  </a:cubicBezTo>
                  <a:cubicBezTo>
                    <a:pt x="9227" y="9208"/>
                    <a:pt x="10066" y="7844"/>
                    <a:pt x="10695" y="6366"/>
                  </a:cubicBezTo>
                  <a:cubicBezTo>
                    <a:pt x="11114" y="5002"/>
                    <a:pt x="11534" y="3524"/>
                    <a:pt x="11953" y="2046"/>
                  </a:cubicBez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7" name="Shape">
              <a:extLst>
                <a:ext uri="{FF2B5EF4-FFF2-40B4-BE49-F238E27FC236}">
                  <a16:creationId xmlns:a16="http://schemas.microsoft.com/office/drawing/2014/main" id="{231A5AF2-F53D-41BD-88A0-57E95ECFD0BE}"/>
                </a:ext>
              </a:extLst>
            </p:cNvPr>
            <p:cNvSpPr/>
            <p:nvPr/>
          </p:nvSpPr>
          <p:spPr>
            <a:xfrm>
              <a:off x="6178379" y="3916389"/>
              <a:ext cx="53821" cy="166757"/>
            </a:xfrm>
            <a:custGeom>
              <a:avLst/>
              <a:gdLst/>
              <a:ahLst/>
              <a:cxnLst>
                <a:cxn ang="0">
                  <a:pos x="wd2" y="hd2"/>
                </a:cxn>
                <a:cxn ang="5400000">
                  <a:pos x="wd2" y="hd2"/>
                </a:cxn>
                <a:cxn ang="10800000">
                  <a:pos x="wd2" y="hd2"/>
                </a:cxn>
                <a:cxn ang="16200000">
                  <a:pos x="wd2" y="hd2"/>
                </a:cxn>
              </a:cxnLst>
              <a:rect l="0" t="0" r="r" b="b"/>
              <a:pathLst>
                <a:path w="21600" h="21600" extrusionOk="0">
                  <a:moveTo>
                    <a:pt x="0" y="18857"/>
                  </a:moveTo>
                  <a:cubicBezTo>
                    <a:pt x="1771" y="17486"/>
                    <a:pt x="2833" y="16000"/>
                    <a:pt x="3896" y="14400"/>
                  </a:cubicBezTo>
                  <a:cubicBezTo>
                    <a:pt x="4604" y="12914"/>
                    <a:pt x="5312" y="11314"/>
                    <a:pt x="5312" y="9714"/>
                  </a:cubicBezTo>
                  <a:cubicBezTo>
                    <a:pt x="5312" y="8114"/>
                    <a:pt x="4957" y="6514"/>
                    <a:pt x="4249" y="4914"/>
                  </a:cubicBezTo>
                  <a:cubicBezTo>
                    <a:pt x="3541" y="3314"/>
                    <a:pt x="2479" y="1714"/>
                    <a:pt x="708" y="0"/>
                  </a:cubicBezTo>
                  <a:lnTo>
                    <a:pt x="16288" y="0"/>
                  </a:lnTo>
                  <a:cubicBezTo>
                    <a:pt x="18059" y="1943"/>
                    <a:pt x="19475" y="3771"/>
                    <a:pt x="20184" y="5600"/>
                  </a:cubicBezTo>
                  <a:cubicBezTo>
                    <a:pt x="21246" y="7429"/>
                    <a:pt x="21600" y="9371"/>
                    <a:pt x="21600" y="11086"/>
                  </a:cubicBezTo>
                  <a:cubicBezTo>
                    <a:pt x="21600" y="12914"/>
                    <a:pt x="21246" y="14743"/>
                    <a:pt x="20184" y="16457"/>
                  </a:cubicBezTo>
                  <a:cubicBezTo>
                    <a:pt x="19121" y="18171"/>
                    <a:pt x="17705" y="19886"/>
                    <a:pt x="15935" y="21600"/>
                  </a:cubicBezTo>
                  <a:lnTo>
                    <a:pt x="0" y="18857"/>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8" name="Shape">
              <a:extLst>
                <a:ext uri="{FF2B5EF4-FFF2-40B4-BE49-F238E27FC236}">
                  <a16:creationId xmlns:a16="http://schemas.microsoft.com/office/drawing/2014/main" id="{4BBD6926-4FA2-480B-809B-AF636DFBC789}"/>
                </a:ext>
              </a:extLst>
            </p:cNvPr>
            <p:cNvSpPr/>
            <p:nvPr/>
          </p:nvSpPr>
          <p:spPr>
            <a:xfrm>
              <a:off x="1546253" y="4057558"/>
              <a:ext cx="202933" cy="138524"/>
            </a:xfrm>
            <a:custGeom>
              <a:avLst/>
              <a:gdLst/>
              <a:ahLst/>
              <a:cxnLst>
                <a:cxn ang="0">
                  <a:pos x="wd2" y="hd2"/>
                </a:cxn>
                <a:cxn ang="5400000">
                  <a:pos x="wd2" y="hd2"/>
                </a:cxn>
                <a:cxn ang="10800000">
                  <a:pos x="wd2" y="hd2"/>
                </a:cxn>
                <a:cxn ang="16200000">
                  <a:pos x="wd2" y="hd2"/>
                </a:cxn>
              </a:cxnLst>
              <a:rect l="0" t="0" r="r" b="b"/>
              <a:pathLst>
                <a:path w="21600" h="21600" extrusionOk="0">
                  <a:moveTo>
                    <a:pt x="657" y="15684"/>
                  </a:moveTo>
                  <a:cubicBezTo>
                    <a:pt x="2254" y="14859"/>
                    <a:pt x="3944" y="13895"/>
                    <a:pt x="5541" y="12795"/>
                  </a:cubicBezTo>
                  <a:cubicBezTo>
                    <a:pt x="7137" y="11694"/>
                    <a:pt x="8734" y="10456"/>
                    <a:pt x="10330" y="9218"/>
                  </a:cubicBezTo>
                  <a:cubicBezTo>
                    <a:pt x="11927" y="7842"/>
                    <a:pt x="13430" y="6466"/>
                    <a:pt x="14932" y="4953"/>
                  </a:cubicBezTo>
                  <a:cubicBezTo>
                    <a:pt x="16435" y="3440"/>
                    <a:pt x="17937" y="1788"/>
                    <a:pt x="19346" y="0"/>
                  </a:cubicBezTo>
                  <a:lnTo>
                    <a:pt x="21600" y="3577"/>
                  </a:lnTo>
                  <a:cubicBezTo>
                    <a:pt x="20004" y="5641"/>
                    <a:pt x="18313" y="7429"/>
                    <a:pt x="16529" y="9218"/>
                  </a:cubicBezTo>
                  <a:cubicBezTo>
                    <a:pt x="14838" y="11006"/>
                    <a:pt x="13054" y="12657"/>
                    <a:pt x="11176" y="14171"/>
                  </a:cubicBezTo>
                  <a:cubicBezTo>
                    <a:pt x="9391" y="15684"/>
                    <a:pt x="7513" y="17060"/>
                    <a:pt x="5635" y="18298"/>
                  </a:cubicBezTo>
                  <a:cubicBezTo>
                    <a:pt x="3757" y="19536"/>
                    <a:pt x="1878" y="20637"/>
                    <a:pt x="0" y="21600"/>
                  </a:cubicBezTo>
                  <a:lnTo>
                    <a:pt x="657" y="15684"/>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39" name="Shape">
              <a:extLst>
                <a:ext uri="{FF2B5EF4-FFF2-40B4-BE49-F238E27FC236}">
                  <a16:creationId xmlns:a16="http://schemas.microsoft.com/office/drawing/2014/main" id="{43D5FE65-642E-490E-BCD9-20CBB0FBD469}"/>
                </a:ext>
              </a:extLst>
            </p:cNvPr>
            <p:cNvSpPr/>
            <p:nvPr/>
          </p:nvSpPr>
          <p:spPr>
            <a:xfrm>
              <a:off x="7395966" y="4066381"/>
              <a:ext cx="202931" cy="137642"/>
            </a:xfrm>
            <a:custGeom>
              <a:avLst/>
              <a:gdLst/>
              <a:ahLst/>
              <a:cxnLst>
                <a:cxn ang="0">
                  <a:pos x="wd2" y="hd2"/>
                </a:cxn>
                <a:cxn ang="5400000">
                  <a:pos x="wd2" y="hd2"/>
                </a:cxn>
                <a:cxn ang="10800000">
                  <a:pos x="wd2" y="hd2"/>
                </a:cxn>
                <a:cxn ang="16200000">
                  <a:pos x="wd2" y="hd2"/>
                </a:cxn>
              </a:cxnLst>
              <a:rect l="0" t="0" r="r" b="b"/>
              <a:pathLst>
                <a:path w="21600" h="21600" extrusionOk="0">
                  <a:moveTo>
                    <a:pt x="2254" y="0"/>
                  </a:moveTo>
                  <a:cubicBezTo>
                    <a:pt x="3663" y="1661"/>
                    <a:pt x="5165" y="3323"/>
                    <a:pt x="6668" y="4846"/>
                  </a:cubicBezTo>
                  <a:cubicBezTo>
                    <a:pt x="8170" y="6369"/>
                    <a:pt x="9767" y="7754"/>
                    <a:pt x="11269" y="9138"/>
                  </a:cubicBezTo>
                  <a:cubicBezTo>
                    <a:pt x="12866" y="10385"/>
                    <a:pt x="14462" y="11631"/>
                    <a:pt x="16059" y="12738"/>
                  </a:cubicBezTo>
                  <a:cubicBezTo>
                    <a:pt x="17656" y="13846"/>
                    <a:pt x="19346" y="14677"/>
                    <a:pt x="20943" y="15508"/>
                  </a:cubicBezTo>
                  <a:lnTo>
                    <a:pt x="21600" y="21600"/>
                  </a:lnTo>
                  <a:cubicBezTo>
                    <a:pt x="19722" y="20631"/>
                    <a:pt x="17843" y="19523"/>
                    <a:pt x="15965" y="18277"/>
                  </a:cubicBezTo>
                  <a:cubicBezTo>
                    <a:pt x="14087" y="17031"/>
                    <a:pt x="12209" y="15646"/>
                    <a:pt x="10424" y="14123"/>
                  </a:cubicBezTo>
                  <a:cubicBezTo>
                    <a:pt x="8640" y="12600"/>
                    <a:pt x="6856" y="10938"/>
                    <a:pt x="5071" y="9138"/>
                  </a:cubicBezTo>
                  <a:cubicBezTo>
                    <a:pt x="3287" y="7338"/>
                    <a:pt x="1596" y="5538"/>
                    <a:pt x="0" y="3462"/>
                  </a:cubicBezTo>
                  <a:lnTo>
                    <a:pt x="2254" y="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0" name="Shape">
              <a:extLst>
                <a:ext uri="{FF2B5EF4-FFF2-40B4-BE49-F238E27FC236}">
                  <a16:creationId xmlns:a16="http://schemas.microsoft.com/office/drawing/2014/main" id="{AE6BA077-45B8-4D37-862C-EAF0D122B6FC}"/>
                </a:ext>
              </a:extLst>
            </p:cNvPr>
            <p:cNvSpPr/>
            <p:nvPr/>
          </p:nvSpPr>
          <p:spPr>
            <a:xfrm>
              <a:off x="5234308" y="4119320"/>
              <a:ext cx="178229" cy="104996"/>
            </a:xfrm>
            <a:custGeom>
              <a:avLst/>
              <a:gdLst/>
              <a:ahLst/>
              <a:cxnLst>
                <a:cxn ang="0">
                  <a:pos x="wd2" y="hd2"/>
                </a:cxn>
                <a:cxn ang="5400000">
                  <a:pos x="wd2" y="hd2"/>
                </a:cxn>
                <a:cxn ang="10800000">
                  <a:pos x="wd2" y="hd2"/>
                </a:cxn>
                <a:cxn ang="16200000">
                  <a:pos x="wd2" y="hd2"/>
                </a:cxn>
              </a:cxnLst>
              <a:rect l="0" t="0" r="r" b="b"/>
              <a:pathLst>
                <a:path w="21600" h="21600" extrusionOk="0">
                  <a:moveTo>
                    <a:pt x="0" y="6534"/>
                  </a:moveTo>
                  <a:lnTo>
                    <a:pt x="2673" y="0"/>
                  </a:lnTo>
                  <a:cubicBezTo>
                    <a:pt x="4063" y="1815"/>
                    <a:pt x="5454" y="3449"/>
                    <a:pt x="6950" y="4901"/>
                  </a:cubicBezTo>
                  <a:cubicBezTo>
                    <a:pt x="8447" y="6353"/>
                    <a:pt x="9945" y="7623"/>
                    <a:pt x="11548" y="8712"/>
                  </a:cubicBezTo>
                  <a:cubicBezTo>
                    <a:pt x="13152" y="9801"/>
                    <a:pt x="14756" y="10709"/>
                    <a:pt x="16360" y="11435"/>
                  </a:cubicBezTo>
                  <a:cubicBezTo>
                    <a:pt x="17964" y="12161"/>
                    <a:pt x="19675" y="12706"/>
                    <a:pt x="21279" y="12887"/>
                  </a:cubicBezTo>
                  <a:lnTo>
                    <a:pt x="21600" y="21600"/>
                  </a:lnTo>
                  <a:cubicBezTo>
                    <a:pt x="19675" y="21237"/>
                    <a:pt x="17750" y="20692"/>
                    <a:pt x="15826" y="19966"/>
                  </a:cubicBezTo>
                  <a:cubicBezTo>
                    <a:pt x="13901" y="19240"/>
                    <a:pt x="12083" y="18151"/>
                    <a:pt x="10266" y="16881"/>
                  </a:cubicBezTo>
                  <a:cubicBezTo>
                    <a:pt x="8448" y="15610"/>
                    <a:pt x="6630" y="14158"/>
                    <a:pt x="4919" y="12524"/>
                  </a:cubicBezTo>
                  <a:cubicBezTo>
                    <a:pt x="3208" y="10346"/>
                    <a:pt x="1604" y="8531"/>
                    <a:pt x="0" y="6534"/>
                  </a:cubicBez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1" name="Shape">
              <a:extLst>
                <a:ext uri="{FF2B5EF4-FFF2-40B4-BE49-F238E27FC236}">
                  <a16:creationId xmlns:a16="http://schemas.microsoft.com/office/drawing/2014/main" id="{1E11CC32-4596-4281-B6A8-5A66A43A4328}"/>
                </a:ext>
              </a:extLst>
            </p:cNvPr>
            <p:cNvSpPr/>
            <p:nvPr/>
          </p:nvSpPr>
          <p:spPr>
            <a:xfrm>
              <a:off x="2984418" y="4128144"/>
              <a:ext cx="168522" cy="94409"/>
            </a:xfrm>
            <a:custGeom>
              <a:avLst/>
              <a:gdLst/>
              <a:ahLst/>
              <a:cxnLst>
                <a:cxn ang="0">
                  <a:pos x="wd2" y="hd2"/>
                </a:cxn>
                <a:cxn ang="5400000">
                  <a:pos x="wd2" y="hd2"/>
                </a:cxn>
                <a:cxn ang="10800000">
                  <a:pos x="wd2" y="hd2"/>
                </a:cxn>
                <a:cxn ang="16200000">
                  <a:pos x="wd2" y="hd2"/>
                </a:cxn>
              </a:cxnLst>
              <a:rect l="0" t="0" r="r" b="b"/>
              <a:pathLst>
                <a:path w="21600" h="21600" extrusionOk="0">
                  <a:moveTo>
                    <a:pt x="0" y="7671"/>
                  </a:moveTo>
                  <a:lnTo>
                    <a:pt x="4297" y="0"/>
                  </a:lnTo>
                  <a:cubicBezTo>
                    <a:pt x="5428" y="1817"/>
                    <a:pt x="6559" y="3432"/>
                    <a:pt x="7916" y="4845"/>
                  </a:cubicBezTo>
                  <a:cubicBezTo>
                    <a:pt x="9160" y="6258"/>
                    <a:pt x="10630" y="7469"/>
                    <a:pt x="11987" y="8479"/>
                  </a:cubicBezTo>
                  <a:cubicBezTo>
                    <a:pt x="13458" y="9488"/>
                    <a:pt x="14928" y="10295"/>
                    <a:pt x="16624" y="10901"/>
                  </a:cubicBezTo>
                  <a:cubicBezTo>
                    <a:pt x="18207" y="11507"/>
                    <a:pt x="19904" y="11910"/>
                    <a:pt x="21600" y="11910"/>
                  </a:cubicBezTo>
                  <a:lnTo>
                    <a:pt x="20017" y="21600"/>
                  </a:lnTo>
                  <a:cubicBezTo>
                    <a:pt x="17981" y="21398"/>
                    <a:pt x="16059" y="20994"/>
                    <a:pt x="14249" y="20389"/>
                  </a:cubicBezTo>
                  <a:cubicBezTo>
                    <a:pt x="12440" y="19783"/>
                    <a:pt x="10630" y="18774"/>
                    <a:pt x="8934" y="17563"/>
                  </a:cubicBezTo>
                  <a:cubicBezTo>
                    <a:pt x="7238" y="16351"/>
                    <a:pt x="5654" y="14938"/>
                    <a:pt x="4184" y="13323"/>
                  </a:cubicBezTo>
                  <a:cubicBezTo>
                    <a:pt x="2601" y="11910"/>
                    <a:pt x="1244" y="9892"/>
                    <a:pt x="0" y="7671"/>
                  </a:cubicBez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2" name="Shape">
              <a:extLst>
                <a:ext uri="{FF2B5EF4-FFF2-40B4-BE49-F238E27FC236}">
                  <a16:creationId xmlns:a16="http://schemas.microsoft.com/office/drawing/2014/main" id="{3D31FBEA-A776-494B-81F6-CCC1DE19A2A0}"/>
                </a:ext>
              </a:extLst>
            </p:cNvPr>
            <p:cNvSpPr/>
            <p:nvPr/>
          </p:nvSpPr>
          <p:spPr>
            <a:xfrm>
              <a:off x="1184506" y="4181082"/>
              <a:ext cx="199403" cy="4235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772" y="0"/>
                  </a:lnTo>
                  <a:lnTo>
                    <a:pt x="21600" y="0"/>
                  </a:lnTo>
                  <a:lnTo>
                    <a:pt x="18924"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3" name="Shape">
              <a:extLst>
                <a:ext uri="{FF2B5EF4-FFF2-40B4-BE49-F238E27FC236}">
                  <a16:creationId xmlns:a16="http://schemas.microsoft.com/office/drawing/2014/main" id="{80002550-4EF4-4BB3-888C-59681FD7DB31}"/>
                </a:ext>
              </a:extLst>
            </p:cNvPr>
            <p:cNvSpPr/>
            <p:nvPr/>
          </p:nvSpPr>
          <p:spPr>
            <a:xfrm>
              <a:off x="5578408" y="4181082"/>
              <a:ext cx="182639" cy="42352"/>
            </a:xfrm>
            <a:custGeom>
              <a:avLst/>
              <a:gdLst/>
              <a:ahLst/>
              <a:cxnLst>
                <a:cxn ang="0">
                  <a:pos x="wd2" y="hd2"/>
                </a:cxn>
                <a:cxn ang="5400000">
                  <a:pos x="wd2" y="hd2"/>
                </a:cxn>
                <a:cxn ang="10800000">
                  <a:pos x="wd2" y="hd2"/>
                </a:cxn>
                <a:cxn ang="16200000">
                  <a:pos x="wd2" y="hd2"/>
                </a:cxn>
              </a:cxnLst>
              <a:rect l="0" t="0" r="r" b="b"/>
              <a:pathLst>
                <a:path w="21600" h="21600" extrusionOk="0">
                  <a:moveTo>
                    <a:pt x="939" y="21600"/>
                  </a:moveTo>
                  <a:lnTo>
                    <a:pt x="0" y="0"/>
                  </a:lnTo>
                  <a:lnTo>
                    <a:pt x="20557"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4" name="Shape">
              <a:extLst>
                <a:ext uri="{FF2B5EF4-FFF2-40B4-BE49-F238E27FC236}">
                  <a16:creationId xmlns:a16="http://schemas.microsoft.com/office/drawing/2014/main" id="{45D014E3-9958-4950-AEF2-2D0309626445}"/>
                </a:ext>
              </a:extLst>
            </p:cNvPr>
            <p:cNvSpPr/>
            <p:nvPr/>
          </p:nvSpPr>
          <p:spPr>
            <a:xfrm>
              <a:off x="5922510" y="4163436"/>
              <a:ext cx="183520" cy="62645"/>
            </a:xfrm>
            <a:custGeom>
              <a:avLst/>
              <a:gdLst/>
              <a:ahLst/>
              <a:cxnLst>
                <a:cxn ang="0">
                  <a:pos x="wd2" y="hd2"/>
                </a:cxn>
                <a:cxn ang="5400000">
                  <a:pos x="wd2" y="hd2"/>
                </a:cxn>
                <a:cxn ang="10800000">
                  <a:pos x="wd2" y="hd2"/>
                </a:cxn>
                <a:cxn ang="16200000">
                  <a:pos x="wd2" y="hd2"/>
                </a:cxn>
              </a:cxnLst>
              <a:rect l="0" t="0" r="r" b="b"/>
              <a:pathLst>
                <a:path w="21600" h="21600" extrusionOk="0">
                  <a:moveTo>
                    <a:pt x="7165" y="6693"/>
                  </a:moveTo>
                  <a:cubicBezTo>
                    <a:pt x="8204" y="6693"/>
                    <a:pt x="9242" y="6693"/>
                    <a:pt x="10177" y="6389"/>
                  </a:cubicBezTo>
                  <a:cubicBezTo>
                    <a:pt x="11215" y="6085"/>
                    <a:pt x="12150" y="5780"/>
                    <a:pt x="13085" y="5172"/>
                  </a:cubicBezTo>
                  <a:cubicBezTo>
                    <a:pt x="14019" y="4563"/>
                    <a:pt x="14954" y="3955"/>
                    <a:pt x="15888" y="3042"/>
                  </a:cubicBezTo>
                  <a:cubicBezTo>
                    <a:pt x="16823" y="2129"/>
                    <a:pt x="17654" y="1217"/>
                    <a:pt x="18485" y="0"/>
                  </a:cubicBezTo>
                  <a:lnTo>
                    <a:pt x="21600" y="13386"/>
                  </a:lnTo>
                  <a:cubicBezTo>
                    <a:pt x="20665" y="14603"/>
                    <a:pt x="19627" y="15820"/>
                    <a:pt x="18589" y="17037"/>
                  </a:cubicBezTo>
                  <a:cubicBezTo>
                    <a:pt x="17550" y="17949"/>
                    <a:pt x="16512" y="18862"/>
                    <a:pt x="15369" y="19471"/>
                  </a:cubicBezTo>
                  <a:cubicBezTo>
                    <a:pt x="14227" y="20079"/>
                    <a:pt x="13085" y="20688"/>
                    <a:pt x="11942" y="20992"/>
                  </a:cubicBezTo>
                  <a:cubicBezTo>
                    <a:pt x="10800" y="21296"/>
                    <a:pt x="9554" y="21600"/>
                    <a:pt x="8411" y="21600"/>
                  </a:cubicBezTo>
                  <a:lnTo>
                    <a:pt x="1246" y="21600"/>
                  </a:lnTo>
                  <a:lnTo>
                    <a:pt x="0" y="6997"/>
                  </a:lnTo>
                  <a:lnTo>
                    <a:pt x="7165" y="6997"/>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5" name="Shape">
              <a:extLst>
                <a:ext uri="{FF2B5EF4-FFF2-40B4-BE49-F238E27FC236}">
                  <a16:creationId xmlns:a16="http://schemas.microsoft.com/office/drawing/2014/main" id="{07B7654C-93A5-4FB7-921F-19DA566394BD}"/>
                </a:ext>
              </a:extLst>
            </p:cNvPr>
            <p:cNvSpPr/>
            <p:nvPr/>
          </p:nvSpPr>
          <p:spPr>
            <a:xfrm>
              <a:off x="3663797" y="4154613"/>
              <a:ext cx="183521" cy="69702"/>
            </a:xfrm>
            <a:custGeom>
              <a:avLst/>
              <a:gdLst/>
              <a:ahLst/>
              <a:cxnLst>
                <a:cxn ang="0">
                  <a:pos x="wd2" y="hd2"/>
                </a:cxn>
                <a:cxn ang="5400000">
                  <a:pos x="wd2" y="hd2"/>
                </a:cxn>
                <a:cxn ang="10800000">
                  <a:pos x="wd2" y="hd2"/>
                </a:cxn>
                <a:cxn ang="16200000">
                  <a:pos x="wd2" y="hd2"/>
                </a:cxn>
              </a:cxnLst>
              <a:rect l="0" t="0" r="r" b="b"/>
              <a:pathLst>
                <a:path w="21600" h="21600" extrusionOk="0">
                  <a:moveTo>
                    <a:pt x="5815" y="8476"/>
                  </a:moveTo>
                  <a:cubicBezTo>
                    <a:pt x="7061" y="8476"/>
                    <a:pt x="8204" y="8203"/>
                    <a:pt x="9450" y="7929"/>
                  </a:cubicBezTo>
                  <a:cubicBezTo>
                    <a:pt x="10696" y="7656"/>
                    <a:pt x="11838" y="7109"/>
                    <a:pt x="13085" y="6289"/>
                  </a:cubicBezTo>
                  <a:cubicBezTo>
                    <a:pt x="14331" y="5468"/>
                    <a:pt x="15473" y="4648"/>
                    <a:pt x="16615" y="3555"/>
                  </a:cubicBezTo>
                  <a:cubicBezTo>
                    <a:pt x="17758" y="2461"/>
                    <a:pt x="19004" y="1367"/>
                    <a:pt x="20146" y="0"/>
                  </a:cubicBezTo>
                  <a:lnTo>
                    <a:pt x="21600" y="11757"/>
                  </a:lnTo>
                  <a:cubicBezTo>
                    <a:pt x="20250" y="13398"/>
                    <a:pt x="18900" y="14765"/>
                    <a:pt x="17550" y="16132"/>
                  </a:cubicBezTo>
                  <a:cubicBezTo>
                    <a:pt x="16200" y="17499"/>
                    <a:pt x="14850" y="18319"/>
                    <a:pt x="13396" y="19139"/>
                  </a:cubicBezTo>
                  <a:cubicBezTo>
                    <a:pt x="12046" y="19960"/>
                    <a:pt x="10592" y="20507"/>
                    <a:pt x="9242" y="21053"/>
                  </a:cubicBezTo>
                  <a:cubicBezTo>
                    <a:pt x="7788" y="21600"/>
                    <a:pt x="6439" y="21600"/>
                    <a:pt x="4985" y="21600"/>
                  </a:cubicBezTo>
                  <a:lnTo>
                    <a:pt x="0" y="21600"/>
                  </a:lnTo>
                  <a:lnTo>
                    <a:pt x="831" y="8476"/>
                  </a:lnTo>
                  <a:lnTo>
                    <a:pt x="5815" y="8476"/>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6" name="Shape">
              <a:extLst>
                <a:ext uri="{FF2B5EF4-FFF2-40B4-BE49-F238E27FC236}">
                  <a16:creationId xmlns:a16="http://schemas.microsoft.com/office/drawing/2014/main" id="{3BC18707-358A-4B24-B1AF-7DA40B25C0D5}"/>
                </a:ext>
              </a:extLst>
            </p:cNvPr>
            <p:cNvSpPr/>
            <p:nvPr/>
          </p:nvSpPr>
          <p:spPr>
            <a:xfrm>
              <a:off x="3319695" y="4181082"/>
              <a:ext cx="182640" cy="4235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43" y="0"/>
                  </a:lnTo>
                  <a:lnTo>
                    <a:pt x="21600" y="0"/>
                  </a:lnTo>
                  <a:lnTo>
                    <a:pt x="20557"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7" name="Shape">
              <a:extLst>
                <a:ext uri="{FF2B5EF4-FFF2-40B4-BE49-F238E27FC236}">
                  <a16:creationId xmlns:a16="http://schemas.microsoft.com/office/drawing/2014/main" id="{BEC0B061-015F-4D8A-B251-8D096D790C71}"/>
                </a:ext>
              </a:extLst>
            </p:cNvPr>
            <p:cNvSpPr/>
            <p:nvPr/>
          </p:nvSpPr>
          <p:spPr>
            <a:xfrm>
              <a:off x="7775361" y="4181082"/>
              <a:ext cx="198520" cy="42352"/>
            </a:xfrm>
            <a:custGeom>
              <a:avLst/>
              <a:gdLst/>
              <a:ahLst/>
              <a:cxnLst>
                <a:cxn ang="0">
                  <a:pos x="wd2" y="hd2"/>
                </a:cxn>
                <a:cxn ang="5400000">
                  <a:pos x="wd2" y="hd2"/>
                </a:cxn>
                <a:cxn ang="10800000">
                  <a:pos x="wd2" y="hd2"/>
                </a:cxn>
                <a:cxn ang="16200000">
                  <a:pos x="wd2" y="hd2"/>
                </a:cxn>
              </a:cxnLst>
              <a:rect l="0" t="0" r="r" b="b"/>
              <a:pathLst>
                <a:path w="21600" h="21600" extrusionOk="0">
                  <a:moveTo>
                    <a:pt x="2688" y="21600"/>
                  </a:moveTo>
                  <a:lnTo>
                    <a:pt x="0" y="0"/>
                  </a:lnTo>
                  <a:lnTo>
                    <a:pt x="18816" y="0"/>
                  </a:lnTo>
                  <a:lnTo>
                    <a:pt x="21600"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8" name="Shape">
              <a:extLst>
                <a:ext uri="{FF2B5EF4-FFF2-40B4-BE49-F238E27FC236}">
                  <a16:creationId xmlns:a16="http://schemas.microsoft.com/office/drawing/2014/main" id="{4F2169A4-21FC-4341-AE6B-F1247BEF5450}"/>
                </a:ext>
              </a:extLst>
            </p:cNvPr>
            <p:cNvSpPr/>
            <p:nvPr/>
          </p:nvSpPr>
          <p:spPr>
            <a:xfrm>
              <a:off x="8119461" y="4181082"/>
              <a:ext cx="202049" cy="4235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582" y="0"/>
                  </a:lnTo>
                  <a:lnTo>
                    <a:pt x="21600" y="21600"/>
                  </a:lnTo>
                  <a:lnTo>
                    <a:pt x="2924"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49" name="Shape">
              <a:extLst>
                <a:ext uri="{FF2B5EF4-FFF2-40B4-BE49-F238E27FC236}">
                  <a16:creationId xmlns:a16="http://schemas.microsoft.com/office/drawing/2014/main" id="{2FAA9389-E443-4E4E-A513-0204FCC32234}"/>
                </a:ext>
              </a:extLst>
            </p:cNvPr>
            <p:cNvSpPr/>
            <p:nvPr/>
          </p:nvSpPr>
          <p:spPr>
            <a:xfrm>
              <a:off x="831581" y="4181082"/>
              <a:ext cx="202050" cy="4235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113" y="0"/>
                  </a:lnTo>
                  <a:lnTo>
                    <a:pt x="21600" y="0"/>
                  </a:lnTo>
                  <a:lnTo>
                    <a:pt x="18676" y="21600"/>
                  </a:lnTo>
                  <a:close/>
                </a:path>
              </a:pathLst>
            </a:custGeom>
            <a:solidFill>
              <a:srgbClr val="F6F6F6"/>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grpSp>
        <p:nvGrpSpPr>
          <p:cNvPr id="104" name="Group 103">
            <a:extLst>
              <a:ext uri="{FF2B5EF4-FFF2-40B4-BE49-F238E27FC236}">
                <a16:creationId xmlns:a16="http://schemas.microsoft.com/office/drawing/2014/main" id="{D52CAD90-FA42-4F41-A3FA-5FF76524B3AC}"/>
              </a:ext>
            </a:extLst>
          </p:cNvPr>
          <p:cNvGrpSpPr/>
          <p:nvPr/>
        </p:nvGrpSpPr>
        <p:grpSpPr>
          <a:xfrm>
            <a:off x="9965369" y="3543971"/>
            <a:ext cx="454100" cy="810131"/>
            <a:chOff x="10390674" y="3443589"/>
            <a:chExt cx="605466" cy="1080175"/>
          </a:xfrm>
        </p:grpSpPr>
        <p:sp>
          <p:nvSpPr>
            <p:cNvPr id="71" name="Circle">
              <a:extLst>
                <a:ext uri="{FF2B5EF4-FFF2-40B4-BE49-F238E27FC236}">
                  <a16:creationId xmlns:a16="http://schemas.microsoft.com/office/drawing/2014/main" id="{BCB53C49-42EA-4225-A4D0-0014B26A1B2C}"/>
                </a:ext>
              </a:extLst>
            </p:cNvPr>
            <p:cNvSpPr/>
            <p:nvPr/>
          </p:nvSpPr>
          <p:spPr>
            <a:xfrm>
              <a:off x="10633409" y="4403770"/>
              <a:ext cx="119997" cy="119994"/>
            </a:xfrm>
            <a:prstGeom prst="ellipse">
              <a:avLst/>
            </a:prstGeom>
            <a:solidFill>
              <a:srgbClr val="58595B"/>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2" name="Shape">
              <a:extLst>
                <a:ext uri="{FF2B5EF4-FFF2-40B4-BE49-F238E27FC236}">
                  <a16:creationId xmlns:a16="http://schemas.microsoft.com/office/drawing/2014/main" id="{799045D6-1F16-480C-A2D0-0C1330284C32}"/>
                </a:ext>
              </a:extLst>
            </p:cNvPr>
            <p:cNvSpPr/>
            <p:nvPr/>
          </p:nvSpPr>
          <p:spPr>
            <a:xfrm>
              <a:off x="10390674" y="3443589"/>
              <a:ext cx="605466" cy="1023776"/>
            </a:xfrm>
            <a:custGeom>
              <a:avLst/>
              <a:gdLst/>
              <a:ahLst/>
              <a:cxnLst>
                <a:cxn ang="0">
                  <a:pos x="wd2" y="hd2"/>
                </a:cxn>
                <a:cxn ang="5400000">
                  <a:pos x="wd2" y="hd2"/>
                </a:cxn>
                <a:cxn ang="10800000">
                  <a:pos x="wd2" y="hd2"/>
                </a:cxn>
                <a:cxn ang="16200000">
                  <a:pos x="wd2" y="hd2"/>
                </a:cxn>
              </a:cxnLst>
              <a:rect l="0" t="0" r="r" b="b"/>
              <a:pathLst>
                <a:path w="19711" h="21003" extrusionOk="0">
                  <a:moveTo>
                    <a:pt x="18827" y="8785"/>
                  </a:moveTo>
                  <a:cubicBezTo>
                    <a:pt x="20665" y="6227"/>
                    <a:pt x="19631" y="3065"/>
                    <a:pt x="15763" y="1231"/>
                  </a:cubicBezTo>
                  <a:cubicBezTo>
                    <a:pt x="12316" y="-410"/>
                    <a:pt x="7414" y="-410"/>
                    <a:pt x="3967" y="1231"/>
                  </a:cubicBezTo>
                  <a:cubicBezTo>
                    <a:pt x="61" y="3089"/>
                    <a:pt x="-935" y="6251"/>
                    <a:pt x="865" y="8785"/>
                  </a:cubicBezTo>
                  <a:lnTo>
                    <a:pt x="8525" y="20442"/>
                  </a:lnTo>
                  <a:cubicBezTo>
                    <a:pt x="9022" y="21190"/>
                    <a:pt x="10707" y="21190"/>
                    <a:pt x="11205" y="20442"/>
                  </a:cubicBezTo>
                  <a:lnTo>
                    <a:pt x="18827" y="8785"/>
                  </a:lnTo>
                  <a:close/>
                </a:path>
              </a:pathLst>
            </a:custGeom>
            <a:solidFill>
              <a:schemeClr val="tx2">
                <a:lumMod val="50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3" name="Circle">
              <a:extLst>
                <a:ext uri="{FF2B5EF4-FFF2-40B4-BE49-F238E27FC236}">
                  <a16:creationId xmlns:a16="http://schemas.microsoft.com/office/drawing/2014/main" id="{E5373B65-2EB7-4073-9B78-02D7C7460DC7}"/>
                </a:ext>
              </a:extLst>
            </p:cNvPr>
            <p:cNvSpPr/>
            <p:nvPr/>
          </p:nvSpPr>
          <p:spPr>
            <a:xfrm>
              <a:off x="10449890" y="3502410"/>
              <a:ext cx="487034" cy="487034"/>
            </a:xfrm>
            <a:prstGeom prst="ellipse">
              <a:avLst/>
            </a:prstGeom>
            <a:solidFill>
              <a:schemeClr val="bg1">
                <a:lumMod val="95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pic>
          <p:nvPicPr>
            <p:cNvPr id="75" name="Graphic 74" descr="Alarm Ringing with solid fill">
              <a:extLst>
                <a:ext uri="{FF2B5EF4-FFF2-40B4-BE49-F238E27FC236}">
                  <a16:creationId xmlns:a16="http://schemas.microsoft.com/office/drawing/2014/main" id="{AC076A44-AAF8-4E09-B5B4-EFB706B0AF5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0485517" y="3549466"/>
              <a:ext cx="415781" cy="415781"/>
            </a:xfrm>
            <a:prstGeom prst="rect">
              <a:avLst/>
            </a:prstGeom>
          </p:spPr>
        </p:pic>
      </p:grpSp>
      <p:sp>
        <p:nvSpPr>
          <p:cNvPr id="81" name="TextBox 80">
            <a:extLst>
              <a:ext uri="{FF2B5EF4-FFF2-40B4-BE49-F238E27FC236}">
                <a16:creationId xmlns:a16="http://schemas.microsoft.com/office/drawing/2014/main" id="{390E9C54-AB8D-4193-9B96-F6AAF1939B2E}"/>
              </a:ext>
            </a:extLst>
          </p:cNvPr>
          <p:cNvSpPr txBox="1"/>
          <p:nvPr/>
        </p:nvSpPr>
        <p:spPr>
          <a:xfrm>
            <a:off x="2078159" y="2942104"/>
            <a:ext cx="879410" cy="461665"/>
          </a:xfrm>
          <a:prstGeom prst="rect">
            <a:avLst/>
          </a:prstGeom>
          <a:noFill/>
        </p:spPr>
        <p:txBody>
          <a:bodyPr wrap="square" lIns="0" rIns="0" rtlCol="0" anchor="b">
            <a:spAutoFit/>
          </a:bodyPr>
          <a:lstStyle/>
          <a:p>
            <a:pPr algn="ctr"/>
            <a:r>
              <a:rPr lang="en-US" sz="1200" b="1" noProof="1">
                <a:solidFill>
                  <a:schemeClr val="bg1"/>
                </a:solidFill>
              </a:rPr>
              <a:t>Lorem</a:t>
            </a:r>
          </a:p>
          <a:p>
            <a:pPr algn="ctr"/>
            <a:r>
              <a:rPr lang="en-US" sz="1200" b="1" noProof="1">
                <a:solidFill>
                  <a:schemeClr val="bg1"/>
                </a:solidFill>
              </a:rPr>
              <a:t>Ipsum</a:t>
            </a:r>
          </a:p>
        </p:txBody>
      </p:sp>
      <p:sp>
        <p:nvSpPr>
          <p:cNvPr id="82" name="TextBox 81">
            <a:extLst>
              <a:ext uri="{FF2B5EF4-FFF2-40B4-BE49-F238E27FC236}">
                <a16:creationId xmlns:a16="http://schemas.microsoft.com/office/drawing/2014/main" id="{50C2ACBC-C01C-414A-87A8-07C9A8857A01}"/>
              </a:ext>
            </a:extLst>
          </p:cNvPr>
          <p:cNvSpPr txBox="1"/>
          <p:nvPr/>
        </p:nvSpPr>
        <p:spPr>
          <a:xfrm>
            <a:off x="3615086" y="2032467"/>
            <a:ext cx="879410" cy="461665"/>
          </a:xfrm>
          <a:prstGeom prst="rect">
            <a:avLst/>
          </a:prstGeom>
          <a:noFill/>
        </p:spPr>
        <p:txBody>
          <a:bodyPr wrap="square" lIns="0" rIns="0" rtlCol="0" anchor="b">
            <a:spAutoFit/>
          </a:bodyPr>
          <a:lstStyle/>
          <a:p>
            <a:pPr algn="ctr"/>
            <a:r>
              <a:rPr lang="en-US" sz="1200" b="1" noProof="1">
                <a:solidFill>
                  <a:schemeClr val="bg1"/>
                </a:solidFill>
              </a:rPr>
              <a:t>Lorem</a:t>
            </a:r>
          </a:p>
          <a:p>
            <a:pPr algn="ctr"/>
            <a:r>
              <a:rPr lang="en-US" sz="1200" b="1" noProof="1">
                <a:solidFill>
                  <a:schemeClr val="bg1"/>
                </a:solidFill>
              </a:rPr>
              <a:t>Ipsum</a:t>
            </a:r>
          </a:p>
        </p:txBody>
      </p:sp>
      <p:sp>
        <p:nvSpPr>
          <p:cNvPr id="83" name="TextBox 82">
            <a:extLst>
              <a:ext uri="{FF2B5EF4-FFF2-40B4-BE49-F238E27FC236}">
                <a16:creationId xmlns:a16="http://schemas.microsoft.com/office/drawing/2014/main" id="{784D0629-DB5C-4552-84B7-331B0EDBB160}"/>
              </a:ext>
            </a:extLst>
          </p:cNvPr>
          <p:cNvSpPr txBox="1"/>
          <p:nvPr/>
        </p:nvSpPr>
        <p:spPr>
          <a:xfrm>
            <a:off x="4448979" y="5031110"/>
            <a:ext cx="879410" cy="461665"/>
          </a:xfrm>
          <a:prstGeom prst="rect">
            <a:avLst/>
          </a:prstGeom>
          <a:noFill/>
        </p:spPr>
        <p:txBody>
          <a:bodyPr wrap="square" lIns="0" rIns="0" rtlCol="0" anchor="b">
            <a:spAutoFit/>
          </a:bodyPr>
          <a:lstStyle/>
          <a:p>
            <a:pPr algn="ctr"/>
            <a:r>
              <a:rPr lang="en-US" sz="1200" b="1" noProof="1">
                <a:solidFill>
                  <a:schemeClr val="bg1"/>
                </a:solidFill>
              </a:rPr>
              <a:t>Lorem</a:t>
            </a:r>
          </a:p>
          <a:p>
            <a:pPr algn="ctr"/>
            <a:r>
              <a:rPr lang="en-US" sz="1200" b="1" noProof="1">
                <a:solidFill>
                  <a:schemeClr val="bg1"/>
                </a:solidFill>
              </a:rPr>
              <a:t>Ipsum</a:t>
            </a:r>
          </a:p>
        </p:txBody>
      </p:sp>
      <p:sp>
        <p:nvSpPr>
          <p:cNvPr id="84" name="TextBox 83">
            <a:extLst>
              <a:ext uri="{FF2B5EF4-FFF2-40B4-BE49-F238E27FC236}">
                <a16:creationId xmlns:a16="http://schemas.microsoft.com/office/drawing/2014/main" id="{1BC5DE0B-2222-40CA-BBB8-3B914F00A910}"/>
              </a:ext>
            </a:extLst>
          </p:cNvPr>
          <p:cNvSpPr txBox="1"/>
          <p:nvPr/>
        </p:nvSpPr>
        <p:spPr>
          <a:xfrm>
            <a:off x="5666363" y="1478656"/>
            <a:ext cx="879410" cy="461665"/>
          </a:xfrm>
          <a:prstGeom prst="rect">
            <a:avLst/>
          </a:prstGeom>
          <a:noFill/>
        </p:spPr>
        <p:txBody>
          <a:bodyPr wrap="square" lIns="0" rIns="0" rtlCol="0" anchor="b">
            <a:spAutoFit/>
          </a:bodyPr>
          <a:lstStyle/>
          <a:p>
            <a:pPr algn="ctr"/>
            <a:r>
              <a:rPr lang="en-US" sz="1200" b="1" noProof="1">
                <a:solidFill>
                  <a:schemeClr val="bg1"/>
                </a:solidFill>
              </a:rPr>
              <a:t>Lorem</a:t>
            </a:r>
          </a:p>
          <a:p>
            <a:pPr algn="ctr"/>
            <a:r>
              <a:rPr lang="en-US" sz="1200" b="1" noProof="1">
                <a:solidFill>
                  <a:schemeClr val="bg1"/>
                </a:solidFill>
              </a:rPr>
              <a:t>Ipsum</a:t>
            </a:r>
          </a:p>
        </p:txBody>
      </p:sp>
      <p:sp>
        <p:nvSpPr>
          <p:cNvPr id="85" name="TextBox 84">
            <a:extLst>
              <a:ext uri="{FF2B5EF4-FFF2-40B4-BE49-F238E27FC236}">
                <a16:creationId xmlns:a16="http://schemas.microsoft.com/office/drawing/2014/main" id="{9CE4B111-78FE-4280-BA80-CFCC83C99B32}"/>
              </a:ext>
            </a:extLst>
          </p:cNvPr>
          <p:cNvSpPr txBox="1"/>
          <p:nvPr/>
        </p:nvSpPr>
        <p:spPr>
          <a:xfrm>
            <a:off x="7947034" y="1633315"/>
            <a:ext cx="879410" cy="461665"/>
          </a:xfrm>
          <a:prstGeom prst="rect">
            <a:avLst/>
          </a:prstGeom>
          <a:noFill/>
        </p:spPr>
        <p:txBody>
          <a:bodyPr wrap="square" lIns="0" rIns="0" rtlCol="0" anchor="b">
            <a:spAutoFit/>
          </a:bodyPr>
          <a:lstStyle/>
          <a:p>
            <a:pPr algn="ctr"/>
            <a:r>
              <a:rPr lang="en-US" sz="1200" b="1" noProof="1">
                <a:solidFill>
                  <a:schemeClr val="bg1"/>
                </a:solidFill>
              </a:rPr>
              <a:t>Lorem</a:t>
            </a:r>
          </a:p>
          <a:p>
            <a:pPr algn="ctr"/>
            <a:r>
              <a:rPr lang="en-US" sz="1200" b="1" noProof="1">
                <a:solidFill>
                  <a:schemeClr val="bg1"/>
                </a:solidFill>
              </a:rPr>
              <a:t>Ipsum</a:t>
            </a:r>
          </a:p>
        </p:txBody>
      </p:sp>
      <p:sp>
        <p:nvSpPr>
          <p:cNvPr id="86" name="TextBox 85">
            <a:extLst>
              <a:ext uri="{FF2B5EF4-FFF2-40B4-BE49-F238E27FC236}">
                <a16:creationId xmlns:a16="http://schemas.microsoft.com/office/drawing/2014/main" id="{C7443A9B-6814-4569-AE57-AC0051242E5A}"/>
              </a:ext>
            </a:extLst>
          </p:cNvPr>
          <p:cNvSpPr txBox="1"/>
          <p:nvPr/>
        </p:nvSpPr>
        <p:spPr>
          <a:xfrm>
            <a:off x="9132102" y="2948228"/>
            <a:ext cx="879410" cy="461665"/>
          </a:xfrm>
          <a:prstGeom prst="rect">
            <a:avLst/>
          </a:prstGeom>
          <a:noFill/>
        </p:spPr>
        <p:txBody>
          <a:bodyPr wrap="square" lIns="0" rIns="0" rtlCol="0" anchor="b">
            <a:spAutoFit/>
          </a:bodyPr>
          <a:lstStyle/>
          <a:p>
            <a:pPr algn="ctr"/>
            <a:r>
              <a:rPr lang="en-US" sz="1200" b="1" noProof="1">
                <a:solidFill>
                  <a:schemeClr val="bg1"/>
                </a:solidFill>
              </a:rPr>
              <a:t>Lorem</a:t>
            </a:r>
          </a:p>
          <a:p>
            <a:pPr algn="ctr"/>
            <a:r>
              <a:rPr lang="en-US" sz="1200" b="1" noProof="1">
                <a:solidFill>
                  <a:schemeClr val="bg1"/>
                </a:solidFill>
              </a:rPr>
              <a:t>Ipsum</a:t>
            </a:r>
          </a:p>
        </p:txBody>
      </p:sp>
      <p:sp>
        <p:nvSpPr>
          <p:cNvPr id="110" name="TextBox 109">
            <a:extLst>
              <a:ext uri="{FF2B5EF4-FFF2-40B4-BE49-F238E27FC236}">
                <a16:creationId xmlns:a16="http://schemas.microsoft.com/office/drawing/2014/main" id="{84F9CF6E-42DC-4351-8BF2-A7799EBF0DFC}"/>
              </a:ext>
            </a:extLst>
          </p:cNvPr>
          <p:cNvSpPr txBox="1"/>
          <p:nvPr/>
        </p:nvSpPr>
        <p:spPr>
          <a:xfrm>
            <a:off x="542178" y="2158589"/>
            <a:ext cx="1562134" cy="1200329"/>
          </a:xfrm>
          <a:prstGeom prst="rect">
            <a:avLst/>
          </a:prstGeom>
          <a:noFill/>
        </p:spPr>
        <p:txBody>
          <a:bodyPr wrap="square" lIns="0" rIns="0" rtlCol="0" anchor="t">
            <a:spAutoFit/>
          </a:bodyPr>
          <a:lstStyle/>
          <a:p>
            <a:pPr algn="ctr"/>
            <a:r>
              <a:rPr lang="en-US" sz="1200" noProof="1"/>
              <a:t>Un mini-frigider de brand costă mult mai mult decât 50 lei, iar adăugarea a 24 de doze la acest preț este extrem de suspectă.</a:t>
            </a:r>
          </a:p>
        </p:txBody>
      </p:sp>
      <p:sp>
        <p:nvSpPr>
          <p:cNvPr id="135" name="TextBox 134">
            <a:extLst>
              <a:ext uri="{FF2B5EF4-FFF2-40B4-BE49-F238E27FC236}">
                <a16:creationId xmlns:a16="http://schemas.microsoft.com/office/drawing/2014/main" id="{27B1E640-EBD8-A92F-59B4-30BB2F45E5AC}"/>
              </a:ext>
            </a:extLst>
          </p:cNvPr>
          <p:cNvSpPr txBox="1"/>
          <p:nvPr/>
        </p:nvSpPr>
        <p:spPr>
          <a:xfrm>
            <a:off x="3462976" y="4564372"/>
            <a:ext cx="1562134" cy="1569660"/>
          </a:xfrm>
          <a:prstGeom prst="rect">
            <a:avLst/>
          </a:prstGeom>
          <a:noFill/>
        </p:spPr>
        <p:txBody>
          <a:bodyPr wrap="square" lIns="0" rIns="0" rtlCol="0" anchor="t">
            <a:spAutoFit/>
          </a:bodyPr>
          <a:lstStyle/>
          <a:p>
            <a:pPr algn="ctr"/>
            <a:r>
              <a:rPr lang="en-US" sz="1200" noProof="1"/>
              <a:t> „SET 24 BORCANE” în loc de „doze” – lucru care nu ar apărea într-o reclamă oficială.</a:t>
            </a:r>
          </a:p>
          <a:p>
            <a:pPr algn="ctr"/>
            <a:r>
              <a:rPr lang="en-US" sz="1200" noProof="1"/>
              <a:t>O companie mare precum Coca-Cola nu ar face astfel de greșeli în comunicarea lor oficială.</a:t>
            </a:r>
          </a:p>
        </p:txBody>
      </p:sp>
      <p:sp>
        <p:nvSpPr>
          <p:cNvPr id="136" name="TextBox 135">
            <a:extLst>
              <a:ext uri="{FF2B5EF4-FFF2-40B4-BE49-F238E27FC236}">
                <a16:creationId xmlns:a16="http://schemas.microsoft.com/office/drawing/2014/main" id="{6EEC9E60-9BC4-1618-D6FF-70295749630B}"/>
              </a:ext>
            </a:extLst>
          </p:cNvPr>
          <p:cNvSpPr txBox="1"/>
          <p:nvPr/>
        </p:nvSpPr>
        <p:spPr>
          <a:xfrm>
            <a:off x="6382372" y="4604856"/>
            <a:ext cx="1562134" cy="1384995"/>
          </a:xfrm>
          <a:prstGeom prst="rect">
            <a:avLst/>
          </a:prstGeom>
          <a:noFill/>
        </p:spPr>
        <p:txBody>
          <a:bodyPr wrap="square" lIns="0" rIns="0" rtlCol="0" anchor="t">
            <a:spAutoFit/>
          </a:bodyPr>
          <a:lstStyle/>
          <a:p>
            <a:pPr algn="ctr"/>
            <a:r>
              <a:rPr lang="en-US" sz="1200" noProof="1"/>
              <a:t>Niciuna dintre reclame nu menționează un website oficial al Coca-Cola sau Red Bull.</a:t>
            </a:r>
          </a:p>
          <a:p>
            <a:pPr algn="ctr"/>
            <a:endParaRPr lang="en-US" sz="1200" noProof="1"/>
          </a:p>
          <a:p>
            <a:pPr algn="ctr"/>
            <a:r>
              <a:rPr lang="en-US" sz="1200" noProof="1"/>
              <a:t>Nu există link către site-ul companiei.</a:t>
            </a:r>
          </a:p>
        </p:txBody>
      </p:sp>
      <p:sp>
        <p:nvSpPr>
          <p:cNvPr id="137" name="TextBox 136">
            <a:extLst>
              <a:ext uri="{FF2B5EF4-FFF2-40B4-BE49-F238E27FC236}">
                <a16:creationId xmlns:a16="http://schemas.microsoft.com/office/drawing/2014/main" id="{0BDC89D5-CF36-C2B9-90CE-5C9AF6E2941B}"/>
              </a:ext>
            </a:extLst>
          </p:cNvPr>
          <p:cNvSpPr txBox="1"/>
          <p:nvPr/>
        </p:nvSpPr>
        <p:spPr>
          <a:xfrm>
            <a:off x="9376660" y="1938350"/>
            <a:ext cx="1562134" cy="1754326"/>
          </a:xfrm>
          <a:prstGeom prst="rect">
            <a:avLst/>
          </a:prstGeom>
          <a:noFill/>
        </p:spPr>
        <p:txBody>
          <a:bodyPr wrap="square" lIns="0" rIns="0" rtlCol="0" anchor="t">
            <a:spAutoFit/>
          </a:bodyPr>
          <a:lstStyle/>
          <a:p>
            <a:pPr algn="ctr"/>
            <a:r>
              <a:rPr lang="en-US" sz="1200" noProof="1"/>
              <a:t>„GRĂBIȚI-VĂ! Oferta este limitată!” </a:t>
            </a:r>
            <a:r>
              <a:rPr lang="ro-RO" sz="1200" noProof="1"/>
              <a:t> - Escrocii încearcă să te facă să acționezi rapid fără să gândești logic.</a:t>
            </a:r>
          </a:p>
          <a:p>
            <a:pPr algn="ctr"/>
            <a:r>
              <a:rPr lang="ro-RO" sz="1200" noProof="1"/>
              <a:t>Ofertele reale nu dispar instantaneu și nu cer decizii impulsive.</a:t>
            </a:r>
          </a:p>
          <a:p>
            <a:pPr algn="ctr"/>
            <a:endParaRPr lang="en-US" sz="1200" noProof="1"/>
          </a:p>
        </p:txBody>
      </p:sp>
      <p:grpSp>
        <p:nvGrpSpPr>
          <p:cNvPr id="144" name="Group 143">
            <a:extLst>
              <a:ext uri="{FF2B5EF4-FFF2-40B4-BE49-F238E27FC236}">
                <a16:creationId xmlns:a16="http://schemas.microsoft.com/office/drawing/2014/main" id="{B80E701B-045E-9B82-E04B-37353A9FA1B8}"/>
              </a:ext>
            </a:extLst>
          </p:cNvPr>
          <p:cNvGrpSpPr/>
          <p:nvPr/>
        </p:nvGrpSpPr>
        <p:grpSpPr>
          <a:xfrm>
            <a:off x="933760" y="3527392"/>
            <a:ext cx="454100" cy="810131"/>
            <a:chOff x="10390674" y="3443589"/>
            <a:chExt cx="605466" cy="1080175"/>
          </a:xfrm>
        </p:grpSpPr>
        <p:sp>
          <p:nvSpPr>
            <p:cNvPr id="145" name="Circle">
              <a:extLst>
                <a:ext uri="{FF2B5EF4-FFF2-40B4-BE49-F238E27FC236}">
                  <a16:creationId xmlns:a16="http://schemas.microsoft.com/office/drawing/2014/main" id="{82E9E881-FF02-69A2-E4FB-B16DE7679A8E}"/>
                </a:ext>
              </a:extLst>
            </p:cNvPr>
            <p:cNvSpPr/>
            <p:nvPr/>
          </p:nvSpPr>
          <p:spPr>
            <a:xfrm>
              <a:off x="10633409" y="4403770"/>
              <a:ext cx="119997" cy="119994"/>
            </a:xfrm>
            <a:prstGeom prst="ellipse">
              <a:avLst/>
            </a:prstGeom>
            <a:solidFill>
              <a:srgbClr val="58595B"/>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46" name="Shape">
              <a:extLst>
                <a:ext uri="{FF2B5EF4-FFF2-40B4-BE49-F238E27FC236}">
                  <a16:creationId xmlns:a16="http://schemas.microsoft.com/office/drawing/2014/main" id="{05D3D613-4A98-96BD-C0DD-E586C0B06080}"/>
                </a:ext>
              </a:extLst>
            </p:cNvPr>
            <p:cNvSpPr/>
            <p:nvPr/>
          </p:nvSpPr>
          <p:spPr>
            <a:xfrm>
              <a:off x="10390674" y="3443589"/>
              <a:ext cx="605466" cy="1023776"/>
            </a:xfrm>
            <a:custGeom>
              <a:avLst/>
              <a:gdLst/>
              <a:ahLst/>
              <a:cxnLst>
                <a:cxn ang="0">
                  <a:pos x="wd2" y="hd2"/>
                </a:cxn>
                <a:cxn ang="5400000">
                  <a:pos x="wd2" y="hd2"/>
                </a:cxn>
                <a:cxn ang="10800000">
                  <a:pos x="wd2" y="hd2"/>
                </a:cxn>
                <a:cxn ang="16200000">
                  <a:pos x="wd2" y="hd2"/>
                </a:cxn>
              </a:cxnLst>
              <a:rect l="0" t="0" r="r" b="b"/>
              <a:pathLst>
                <a:path w="19711" h="21003" extrusionOk="0">
                  <a:moveTo>
                    <a:pt x="18827" y="8785"/>
                  </a:moveTo>
                  <a:cubicBezTo>
                    <a:pt x="20665" y="6227"/>
                    <a:pt x="19631" y="3065"/>
                    <a:pt x="15763" y="1231"/>
                  </a:cubicBezTo>
                  <a:cubicBezTo>
                    <a:pt x="12316" y="-410"/>
                    <a:pt x="7414" y="-410"/>
                    <a:pt x="3967" y="1231"/>
                  </a:cubicBezTo>
                  <a:cubicBezTo>
                    <a:pt x="61" y="3089"/>
                    <a:pt x="-935" y="6251"/>
                    <a:pt x="865" y="8785"/>
                  </a:cubicBezTo>
                  <a:lnTo>
                    <a:pt x="8525" y="20442"/>
                  </a:lnTo>
                  <a:cubicBezTo>
                    <a:pt x="9022" y="21190"/>
                    <a:pt x="10707" y="21190"/>
                    <a:pt x="11205" y="20442"/>
                  </a:cubicBezTo>
                  <a:lnTo>
                    <a:pt x="18827" y="8785"/>
                  </a:lnTo>
                  <a:close/>
                </a:path>
              </a:pathLst>
            </a:custGeom>
            <a:solidFill>
              <a:schemeClr val="accent1">
                <a:lumMod val="20000"/>
                <a:lumOff val="80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47" name="Circle">
              <a:extLst>
                <a:ext uri="{FF2B5EF4-FFF2-40B4-BE49-F238E27FC236}">
                  <a16:creationId xmlns:a16="http://schemas.microsoft.com/office/drawing/2014/main" id="{4C00A890-2F0C-7F4E-9FCE-69F4D44A8104}"/>
                </a:ext>
              </a:extLst>
            </p:cNvPr>
            <p:cNvSpPr/>
            <p:nvPr/>
          </p:nvSpPr>
          <p:spPr>
            <a:xfrm>
              <a:off x="10449890" y="3502410"/>
              <a:ext cx="487034" cy="487034"/>
            </a:xfrm>
            <a:prstGeom prst="ellipse">
              <a:avLst/>
            </a:prstGeom>
            <a:solidFill>
              <a:schemeClr val="bg1">
                <a:lumMod val="95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pic>
          <p:nvPicPr>
            <p:cNvPr id="148" name="Graphic 147" descr="Dollar with solid fill">
              <a:extLst>
                <a:ext uri="{FF2B5EF4-FFF2-40B4-BE49-F238E27FC236}">
                  <a16:creationId xmlns:a16="http://schemas.microsoft.com/office/drawing/2014/main" id="{4AEB998D-621E-5516-EC57-1D266DD151C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485517" y="3549466"/>
              <a:ext cx="415781" cy="415781"/>
            </a:xfrm>
            <a:prstGeom prst="rect">
              <a:avLst/>
            </a:prstGeom>
          </p:spPr>
        </p:pic>
      </p:grpSp>
      <p:grpSp>
        <p:nvGrpSpPr>
          <p:cNvPr id="149" name="Group 148">
            <a:extLst>
              <a:ext uri="{FF2B5EF4-FFF2-40B4-BE49-F238E27FC236}">
                <a16:creationId xmlns:a16="http://schemas.microsoft.com/office/drawing/2014/main" id="{FFE47B07-2BA2-0B3B-5E8C-9C4000C71534}"/>
              </a:ext>
            </a:extLst>
          </p:cNvPr>
          <p:cNvGrpSpPr/>
          <p:nvPr/>
        </p:nvGrpSpPr>
        <p:grpSpPr>
          <a:xfrm>
            <a:off x="3951806" y="3506242"/>
            <a:ext cx="454100" cy="810131"/>
            <a:chOff x="10390674" y="3443589"/>
            <a:chExt cx="605466" cy="1080175"/>
          </a:xfrm>
        </p:grpSpPr>
        <p:sp>
          <p:nvSpPr>
            <p:cNvPr id="150" name="Circle">
              <a:extLst>
                <a:ext uri="{FF2B5EF4-FFF2-40B4-BE49-F238E27FC236}">
                  <a16:creationId xmlns:a16="http://schemas.microsoft.com/office/drawing/2014/main" id="{EE6B5047-7B1F-91F0-6663-E8D92B647B5E}"/>
                </a:ext>
              </a:extLst>
            </p:cNvPr>
            <p:cNvSpPr/>
            <p:nvPr/>
          </p:nvSpPr>
          <p:spPr>
            <a:xfrm>
              <a:off x="10633409" y="4403770"/>
              <a:ext cx="119997" cy="119994"/>
            </a:xfrm>
            <a:prstGeom prst="ellipse">
              <a:avLst/>
            </a:prstGeom>
            <a:solidFill>
              <a:srgbClr val="58595B"/>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51" name="Shape">
              <a:extLst>
                <a:ext uri="{FF2B5EF4-FFF2-40B4-BE49-F238E27FC236}">
                  <a16:creationId xmlns:a16="http://schemas.microsoft.com/office/drawing/2014/main" id="{692BA8B9-196A-C4D0-42F1-0FBEBE0A4ED6}"/>
                </a:ext>
              </a:extLst>
            </p:cNvPr>
            <p:cNvSpPr/>
            <p:nvPr/>
          </p:nvSpPr>
          <p:spPr>
            <a:xfrm>
              <a:off x="10390674" y="3443589"/>
              <a:ext cx="605466" cy="1023776"/>
            </a:xfrm>
            <a:custGeom>
              <a:avLst/>
              <a:gdLst/>
              <a:ahLst/>
              <a:cxnLst>
                <a:cxn ang="0">
                  <a:pos x="wd2" y="hd2"/>
                </a:cxn>
                <a:cxn ang="5400000">
                  <a:pos x="wd2" y="hd2"/>
                </a:cxn>
                <a:cxn ang="10800000">
                  <a:pos x="wd2" y="hd2"/>
                </a:cxn>
                <a:cxn ang="16200000">
                  <a:pos x="wd2" y="hd2"/>
                </a:cxn>
              </a:cxnLst>
              <a:rect l="0" t="0" r="r" b="b"/>
              <a:pathLst>
                <a:path w="19711" h="21003" extrusionOk="0">
                  <a:moveTo>
                    <a:pt x="18827" y="8785"/>
                  </a:moveTo>
                  <a:cubicBezTo>
                    <a:pt x="20665" y="6227"/>
                    <a:pt x="19631" y="3065"/>
                    <a:pt x="15763" y="1231"/>
                  </a:cubicBezTo>
                  <a:cubicBezTo>
                    <a:pt x="12316" y="-410"/>
                    <a:pt x="7414" y="-410"/>
                    <a:pt x="3967" y="1231"/>
                  </a:cubicBezTo>
                  <a:cubicBezTo>
                    <a:pt x="61" y="3089"/>
                    <a:pt x="-935" y="6251"/>
                    <a:pt x="865" y="8785"/>
                  </a:cubicBezTo>
                  <a:lnTo>
                    <a:pt x="8525" y="20442"/>
                  </a:lnTo>
                  <a:cubicBezTo>
                    <a:pt x="9022" y="21190"/>
                    <a:pt x="10707" y="21190"/>
                    <a:pt x="11205" y="20442"/>
                  </a:cubicBezTo>
                  <a:lnTo>
                    <a:pt x="18827" y="8785"/>
                  </a:lnTo>
                  <a:close/>
                </a:path>
              </a:pathLst>
            </a:custGeom>
            <a:solidFill>
              <a:schemeClr val="accent1">
                <a:lumMod val="60000"/>
                <a:lumOff val="40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52" name="Circle">
              <a:extLst>
                <a:ext uri="{FF2B5EF4-FFF2-40B4-BE49-F238E27FC236}">
                  <a16:creationId xmlns:a16="http://schemas.microsoft.com/office/drawing/2014/main" id="{FA581227-4924-6324-06A3-A0E62E749A79}"/>
                </a:ext>
              </a:extLst>
            </p:cNvPr>
            <p:cNvSpPr/>
            <p:nvPr/>
          </p:nvSpPr>
          <p:spPr>
            <a:xfrm>
              <a:off x="10449890" y="3502410"/>
              <a:ext cx="487034" cy="487034"/>
            </a:xfrm>
            <a:prstGeom prst="ellipse">
              <a:avLst/>
            </a:prstGeom>
            <a:solidFill>
              <a:schemeClr val="bg1">
                <a:lumMod val="95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pic>
          <p:nvPicPr>
            <p:cNvPr id="153" name="Graphic 152" descr="Close with solid fill">
              <a:extLst>
                <a:ext uri="{FF2B5EF4-FFF2-40B4-BE49-F238E27FC236}">
                  <a16:creationId xmlns:a16="http://schemas.microsoft.com/office/drawing/2014/main" id="{1F6EDB97-3365-7CAB-9546-F4D492350D0F}"/>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485517" y="3549466"/>
              <a:ext cx="415781" cy="415781"/>
            </a:xfrm>
            <a:prstGeom prst="rect">
              <a:avLst/>
            </a:prstGeom>
          </p:spPr>
        </p:pic>
      </p:grpSp>
      <p:grpSp>
        <p:nvGrpSpPr>
          <p:cNvPr id="154" name="Group 153">
            <a:extLst>
              <a:ext uri="{FF2B5EF4-FFF2-40B4-BE49-F238E27FC236}">
                <a16:creationId xmlns:a16="http://schemas.microsoft.com/office/drawing/2014/main" id="{7761E145-C894-BCBA-A2CA-C95FFC77C6A7}"/>
              </a:ext>
            </a:extLst>
          </p:cNvPr>
          <p:cNvGrpSpPr/>
          <p:nvPr/>
        </p:nvGrpSpPr>
        <p:grpSpPr>
          <a:xfrm>
            <a:off x="6942928" y="3557062"/>
            <a:ext cx="454100" cy="810131"/>
            <a:chOff x="10390674" y="3443589"/>
            <a:chExt cx="605466" cy="1080175"/>
          </a:xfrm>
        </p:grpSpPr>
        <p:sp>
          <p:nvSpPr>
            <p:cNvPr id="155" name="Circle">
              <a:extLst>
                <a:ext uri="{FF2B5EF4-FFF2-40B4-BE49-F238E27FC236}">
                  <a16:creationId xmlns:a16="http://schemas.microsoft.com/office/drawing/2014/main" id="{F110937A-B58F-AA2E-6AD7-E0203748D66B}"/>
                </a:ext>
              </a:extLst>
            </p:cNvPr>
            <p:cNvSpPr/>
            <p:nvPr/>
          </p:nvSpPr>
          <p:spPr>
            <a:xfrm>
              <a:off x="10633409" y="4403770"/>
              <a:ext cx="119997" cy="119994"/>
            </a:xfrm>
            <a:prstGeom prst="ellipse">
              <a:avLst/>
            </a:prstGeom>
            <a:solidFill>
              <a:srgbClr val="58595B"/>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156" name="Shape">
              <a:extLst>
                <a:ext uri="{FF2B5EF4-FFF2-40B4-BE49-F238E27FC236}">
                  <a16:creationId xmlns:a16="http://schemas.microsoft.com/office/drawing/2014/main" id="{CFA781F5-E95A-46BD-80E4-1BD225D2E70A}"/>
                </a:ext>
              </a:extLst>
            </p:cNvPr>
            <p:cNvSpPr/>
            <p:nvPr/>
          </p:nvSpPr>
          <p:spPr>
            <a:xfrm>
              <a:off x="10390674" y="3443589"/>
              <a:ext cx="605466" cy="1023776"/>
            </a:xfrm>
            <a:custGeom>
              <a:avLst/>
              <a:gdLst/>
              <a:ahLst/>
              <a:cxnLst>
                <a:cxn ang="0">
                  <a:pos x="wd2" y="hd2"/>
                </a:cxn>
                <a:cxn ang="5400000">
                  <a:pos x="wd2" y="hd2"/>
                </a:cxn>
                <a:cxn ang="10800000">
                  <a:pos x="wd2" y="hd2"/>
                </a:cxn>
                <a:cxn ang="16200000">
                  <a:pos x="wd2" y="hd2"/>
                </a:cxn>
              </a:cxnLst>
              <a:rect l="0" t="0" r="r" b="b"/>
              <a:pathLst>
                <a:path w="19711" h="21003" extrusionOk="0">
                  <a:moveTo>
                    <a:pt x="18827" y="8785"/>
                  </a:moveTo>
                  <a:cubicBezTo>
                    <a:pt x="20665" y="6227"/>
                    <a:pt x="19631" y="3065"/>
                    <a:pt x="15763" y="1231"/>
                  </a:cubicBezTo>
                  <a:cubicBezTo>
                    <a:pt x="12316" y="-410"/>
                    <a:pt x="7414" y="-410"/>
                    <a:pt x="3967" y="1231"/>
                  </a:cubicBezTo>
                  <a:cubicBezTo>
                    <a:pt x="61" y="3089"/>
                    <a:pt x="-935" y="6251"/>
                    <a:pt x="865" y="8785"/>
                  </a:cubicBezTo>
                  <a:lnTo>
                    <a:pt x="8525" y="20442"/>
                  </a:lnTo>
                  <a:cubicBezTo>
                    <a:pt x="9022" y="21190"/>
                    <a:pt x="10707" y="21190"/>
                    <a:pt x="11205" y="20442"/>
                  </a:cubicBezTo>
                  <a:lnTo>
                    <a:pt x="18827" y="8785"/>
                  </a:lnTo>
                  <a:close/>
                </a:path>
              </a:pathLst>
            </a:custGeom>
            <a:solidFill>
              <a:schemeClr val="accent1">
                <a:lumMod val="75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dirty="0"/>
            </a:p>
          </p:txBody>
        </p:sp>
        <p:sp>
          <p:nvSpPr>
            <p:cNvPr id="157" name="Circle">
              <a:extLst>
                <a:ext uri="{FF2B5EF4-FFF2-40B4-BE49-F238E27FC236}">
                  <a16:creationId xmlns:a16="http://schemas.microsoft.com/office/drawing/2014/main" id="{066DB0DD-2571-23FF-092B-6517BD8BE71B}"/>
                </a:ext>
              </a:extLst>
            </p:cNvPr>
            <p:cNvSpPr/>
            <p:nvPr/>
          </p:nvSpPr>
          <p:spPr>
            <a:xfrm>
              <a:off x="10449890" y="3502410"/>
              <a:ext cx="487034" cy="487034"/>
            </a:xfrm>
            <a:prstGeom prst="ellipse">
              <a:avLst/>
            </a:prstGeom>
            <a:solidFill>
              <a:schemeClr val="bg1">
                <a:lumMod val="95000"/>
              </a:schemeClr>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pic>
          <p:nvPicPr>
            <p:cNvPr id="158" name="Graphic 157" descr="Badge Tick with solid fill">
              <a:extLst>
                <a:ext uri="{FF2B5EF4-FFF2-40B4-BE49-F238E27FC236}">
                  <a16:creationId xmlns:a16="http://schemas.microsoft.com/office/drawing/2014/main" id="{D05A20FC-7552-830C-8797-32C0F23A739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485517" y="3549466"/>
              <a:ext cx="415781" cy="415781"/>
            </a:xfrm>
            <a:prstGeom prst="rect">
              <a:avLst/>
            </a:prstGeom>
          </p:spPr>
        </p:pic>
      </p:grpSp>
    </p:spTree>
    <p:extLst>
      <p:ext uri="{BB962C8B-B14F-4D97-AF65-F5344CB8AC3E}">
        <p14:creationId xmlns:p14="http://schemas.microsoft.com/office/powerpoint/2010/main" val="3497920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413AA-FB3E-B78B-CF3F-9AFDAE4B54F9}"/>
              </a:ext>
            </a:extLst>
          </p:cNvPr>
          <p:cNvSpPr>
            <a:spLocks noGrp="1"/>
          </p:cNvSpPr>
          <p:nvPr>
            <p:ph type="title"/>
          </p:nvPr>
        </p:nvSpPr>
        <p:spPr/>
        <p:txBody>
          <a:bodyPr>
            <a:normAutofit/>
          </a:bodyPr>
          <a:lstStyle/>
          <a:p>
            <a:r>
              <a:rPr lang="ro-RO" sz="3600" dirty="0"/>
              <a:t>Cum ar putea evolua in viitor aceste scam-uri?</a:t>
            </a:r>
            <a:endParaRPr lang="en-GB" sz="3600" dirty="0"/>
          </a:p>
        </p:txBody>
      </p:sp>
      <p:graphicFrame>
        <p:nvGraphicFramePr>
          <p:cNvPr id="9" name="TextBox 6">
            <a:extLst>
              <a:ext uri="{FF2B5EF4-FFF2-40B4-BE49-F238E27FC236}">
                <a16:creationId xmlns:a16="http://schemas.microsoft.com/office/drawing/2014/main" id="{57F44BAB-F051-EF3E-81C8-B36242F43E77}"/>
              </a:ext>
            </a:extLst>
          </p:cNvPr>
          <p:cNvGraphicFramePr/>
          <p:nvPr/>
        </p:nvGraphicFramePr>
        <p:xfrm>
          <a:off x="1092609" y="2413337"/>
          <a:ext cx="9976301" cy="203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04879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DA35D4B-E7CB-962A-9A57-35DDA2F3D976}"/>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72792EF6-731E-455D-8D11-9405F313A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854D1299-B15F-4C1F-9693-7B7464B1A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9642" y="234760"/>
            <a:ext cx="4386138" cy="63870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16206-EA87-3555-97C6-80B472555147}"/>
              </a:ext>
            </a:extLst>
          </p:cNvPr>
          <p:cNvSpPr>
            <a:spLocks noGrp="1"/>
          </p:cNvSpPr>
          <p:nvPr>
            <p:ph type="title"/>
          </p:nvPr>
        </p:nvSpPr>
        <p:spPr>
          <a:xfrm>
            <a:off x="7989455" y="609599"/>
            <a:ext cx="3574471" cy="5403273"/>
          </a:xfrm>
        </p:spPr>
        <p:txBody>
          <a:bodyPr vert="horz" lIns="91440" tIns="45720" rIns="91440" bIns="45720" rtlCol="0" anchor="ctr">
            <a:normAutofit/>
          </a:bodyPr>
          <a:lstStyle/>
          <a:p>
            <a:r>
              <a:rPr lang="en-US" sz="5600" noProof="0" dirty="0" err="1">
                <a:solidFill>
                  <a:srgbClr val="FFFFFF"/>
                </a:solidFill>
              </a:rPr>
              <a:t>Implicațiile</a:t>
            </a:r>
            <a:r>
              <a:rPr lang="en-US" sz="5600" noProof="0" dirty="0">
                <a:solidFill>
                  <a:srgbClr val="FFFFFF"/>
                </a:solidFill>
              </a:rPr>
              <a:t> </a:t>
            </a:r>
            <a:r>
              <a:rPr lang="en-US" sz="5600" noProof="0" dirty="0" err="1">
                <a:solidFill>
                  <a:srgbClr val="FFFFFF"/>
                </a:solidFill>
              </a:rPr>
              <a:t>etice</a:t>
            </a:r>
            <a:r>
              <a:rPr lang="en-US" sz="5600" noProof="0" dirty="0">
                <a:solidFill>
                  <a:srgbClr val="FFFFFF"/>
                </a:solidFill>
              </a:rPr>
              <a:t> ale</a:t>
            </a:r>
            <a:r>
              <a:rPr lang="en-US" sz="5600" dirty="0">
                <a:solidFill>
                  <a:srgbClr val="FFFFFF"/>
                </a:solidFill>
              </a:rPr>
              <a:t> scam-</a:t>
            </a:r>
            <a:r>
              <a:rPr lang="en-US" sz="5600" dirty="0" err="1">
                <a:solidFill>
                  <a:srgbClr val="FFFFFF"/>
                </a:solidFill>
              </a:rPr>
              <a:t>urilor</a:t>
            </a:r>
            <a:r>
              <a:rPr lang="en-US" sz="5600" dirty="0">
                <a:solidFill>
                  <a:srgbClr val="FFFFFF"/>
                </a:solidFill>
              </a:rPr>
              <a:t> online</a:t>
            </a:r>
            <a:endParaRPr lang="en-US" sz="5600" noProof="0" dirty="0">
              <a:solidFill>
                <a:srgbClr val="FFFFFF"/>
              </a:solidFill>
            </a:endParaRPr>
          </a:p>
        </p:txBody>
      </p:sp>
      <p:sp>
        <p:nvSpPr>
          <p:cNvPr id="17" name="Rectangle 16">
            <a:extLst>
              <a:ext uri="{FF2B5EF4-FFF2-40B4-BE49-F238E27FC236}">
                <a16:creationId xmlns:a16="http://schemas.microsoft.com/office/drawing/2014/main" id="{7D9C61E2-EF37-4CA3-B47E-397503484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3680" y="240031"/>
            <a:ext cx="11724640" cy="6377939"/>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8" name="TextBox 2">
            <a:extLst>
              <a:ext uri="{FF2B5EF4-FFF2-40B4-BE49-F238E27FC236}">
                <a16:creationId xmlns:a16="http://schemas.microsoft.com/office/drawing/2014/main" id="{5BE71F9A-3054-8715-4041-F41E3E95DE37}"/>
              </a:ext>
            </a:extLst>
          </p:cNvPr>
          <p:cNvGraphicFramePr/>
          <p:nvPr/>
        </p:nvGraphicFramePr>
        <p:xfrm>
          <a:off x="862013" y="881063"/>
          <a:ext cx="6054725" cy="51323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4443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B15F-DF40-7CAB-F782-2B49B326DEAE}"/>
              </a:ext>
            </a:extLst>
          </p:cNvPr>
          <p:cNvSpPr>
            <a:spLocks noGrp="1"/>
          </p:cNvSpPr>
          <p:nvPr>
            <p:ph type="title"/>
          </p:nvPr>
        </p:nvSpPr>
        <p:spPr>
          <a:xfrm>
            <a:off x="1143000" y="429818"/>
            <a:ext cx="9875520" cy="1356360"/>
          </a:xfrm>
        </p:spPr>
        <p:txBody>
          <a:bodyPr/>
          <a:lstStyle/>
          <a:p>
            <a:r>
              <a:rPr lang="en-GB" dirty="0"/>
              <a:t>Solu</a:t>
            </a:r>
            <a:r>
              <a:rPr lang="ro-RO" dirty="0"/>
              <a:t>ții și concluzii</a:t>
            </a:r>
            <a:endParaRPr lang="en-GB" dirty="0"/>
          </a:p>
        </p:txBody>
      </p:sp>
      <p:sp>
        <p:nvSpPr>
          <p:cNvPr id="5" name="TextBox 4">
            <a:extLst>
              <a:ext uri="{FF2B5EF4-FFF2-40B4-BE49-F238E27FC236}">
                <a16:creationId xmlns:a16="http://schemas.microsoft.com/office/drawing/2014/main" id="{E1A66E31-1018-8CD3-6C38-F511629553AA}"/>
              </a:ext>
            </a:extLst>
          </p:cNvPr>
          <p:cNvSpPr txBox="1"/>
          <p:nvPr/>
        </p:nvSpPr>
        <p:spPr>
          <a:xfrm>
            <a:off x="1143000" y="1543802"/>
            <a:ext cx="10375000" cy="2308324"/>
          </a:xfrm>
          <a:prstGeom prst="rect">
            <a:avLst/>
          </a:prstGeom>
          <a:noFill/>
        </p:spPr>
        <p:txBody>
          <a:bodyPr wrap="square" rtlCol="0">
            <a:spAutoFit/>
          </a:bodyPr>
          <a:lstStyle/>
          <a:p>
            <a:r>
              <a:rPr lang="ro-RO" sz="2400" dirty="0">
                <a:solidFill>
                  <a:schemeClr val="accent1"/>
                </a:solidFill>
              </a:rPr>
              <a:t>-82% dintre breșele de date din 2021 au implicat un factor uman, confirmând că oamenii joacă un rol major în incidentele de securitate și breșele de date.</a:t>
            </a:r>
          </a:p>
          <a:p>
            <a:r>
              <a:rPr lang="ro-RO" sz="2400" dirty="0">
                <a:solidFill>
                  <a:schemeClr val="accent1"/>
                </a:solidFill>
              </a:rPr>
              <a:t>-Consider că suntem responsabili să înțelegem pericolele din mediul online, să raportăm orice tentativă de fraudă vedem și să explicăm pericolele si celor mai puțini cunoscători și pricepuți pe internet. De asemenea, training-urile de specialitate au o importanță majoră.</a:t>
            </a:r>
            <a:endParaRPr lang="en-GB" sz="2400" dirty="0">
              <a:solidFill>
                <a:schemeClr val="accent1"/>
              </a:solidFill>
            </a:endParaRPr>
          </a:p>
        </p:txBody>
      </p:sp>
      <p:sp>
        <p:nvSpPr>
          <p:cNvPr id="6" name="TextBox 5">
            <a:extLst>
              <a:ext uri="{FF2B5EF4-FFF2-40B4-BE49-F238E27FC236}">
                <a16:creationId xmlns:a16="http://schemas.microsoft.com/office/drawing/2014/main" id="{6FF230D8-900D-FD55-FA71-3FC32A321DB3}"/>
              </a:ext>
            </a:extLst>
          </p:cNvPr>
          <p:cNvSpPr txBox="1"/>
          <p:nvPr/>
        </p:nvSpPr>
        <p:spPr>
          <a:xfrm>
            <a:off x="1143000" y="3966902"/>
            <a:ext cx="8947355" cy="2308324"/>
          </a:xfrm>
          <a:prstGeom prst="rect">
            <a:avLst/>
          </a:prstGeom>
          <a:noFill/>
        </p:spPr>
        <p:txBody>
          <a:bodyPr wrap="square" rtlCol="0">
            <a:spAutoFit/>
          </a:bodyPr>
          <a:lstStyle/>
          <a:p>
            <a:r>
              <a:rPr lang="ro-RO" sz="2400" dirty="0">
                <a:solidFill>
                  <a:schemeClr val="accent1"/>
                </a:solidFill>
              </a:rPr>
              <a:t>-Raportul "Phishing by Industry Benchmarking" realizat de KnowBe4: Acest studiu a analizat date de la peste 9,5 milioane de utilizatori din peste 30.000 de organizații, trimițând 23,4 milioane de e-mailuri simulate de phishing. Rezultatele au arătat că instruirea în materie de securitate a redus semnificativ susceptibilitatea angajaților la atacurile de tip phishing, de la  32.4% to 17.6%. </a:t>
            </a:r>
          </a:p>
        </p:txBody>
      </p:sp>
    </p:spTree>
    <p:extLst>
      <p:ext uri="{BB962C8B-B14F-4D97-AF65-F5344CB8AC3E}">
        <p14:creationId xmlns:p14="http://schemas.microsoft.com/office/powerpoint/2010/main" val="1986926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11696-6170-12B9-578F-81F16002D4E3}"/>
              </a:ext>
            </a:extLst>
          </p:cNvPr>
          <p:cNvSpPr>
            <a:spLocks noGrp="1"/>
          </p:cNvSpPr>
          <p:nvPr>
            <p:ph type="title"/>
          </p:nvPr>
        </p:nvSpPr>
        <p:spPr/>
        <p:txBody>
          <a:bodyPr/>
          <a:lstStyle/>
          <a:p>
            <a:r>
              <a:rPr lang="ro-RO" noProof="0"/>
              <a:t>Referințe I</a:t>
            </a:r>
            <a:endParaRPr lang="ro-RO" noProof="0" dirty="0"/>
          </a:p>
        </p:txBody>
      </p:sp>
      <p:sp>
        <p:nvSpPr>
          <p:cNvPr id="3" name="TextBox 2">
            <a:extLst>
              <a:ext uri="{FF2B5EF4-FFF2-40B4-BE49-F238E27FC236}">
                <a16:creationId xmlns:a16="http://schemas.microsoft.com/office/drawing/2014/main" id="{F396B5DE-86B2-19CB-02EE-36C28C29DF64}"/>
              </a:ext>
            </a:extLst>
          </p:cNvPr>
          <p:cNvSpPr txBox="1"/>
          <p:nvPr/>
        </p:nvSpPr>
        <p:spPr>
          <a:xfrm>
            <a:off x="1258529" y="1809135"/>
            <a:ext cx="9759991" cy="5027017"/>
          </a:xfrm>
          <a:prstGeom prst="rect">
            <a:avLst/>
          </a:prstGeom>
          <a:noFill/>
        </p:spPr>
        <p:txBody>
          <a:bodyPr wrap="square" rtlCol="0">
            <a:spAutoFit/>
          </a:bodyPr>
          <a:lstStyle/>
          <a:p>
            <a:pPr marL="342900" indent="-342900">
              <a:lnSpc>
                <a:spcPct val="150000"/>
              </a:lnSpc>
              <a:buFont typeface="+mj-lt"/>
              <a:buAutoNum type="arabicPeriod"/>
            </a:pPr>
            <a:r>
              <a:rPr lang="ro-RO" b="0" i="0" noProof="0" dirty="0">
                <a:solidFill>
                  <a:srgbClr val="222222"/>
                </a:solidFill>
                <a:effectLst/>
              </a:rPr>
              <a:t>SAENKO, Vladimir, et al. The </a:t>
            </a:r>
            <a:r>
              <a:rPr lang="ro-RO" b="0" i="0" noProof="0" dirty="0" err="1">
                <a:solidFill>
                  <a:srgbClr val="222222"/>
                </a:solidFill>
                <a:effectLst/>
              </a:rPr>
              <a:t>Chernobyl</a:t>
            </a:r>
            <a:r>
              <a:rPr lang="ro-RO" b="0" i="0" noProof="0">
                <a:solidFill>
                  <a:srgbClr val="222222"/>
                </a:solidFill>
                <a:effectLst/>
              </a:rPr>
              <a:t> accident and its consequences. </a:t>
            </a:r>
            <a:r>
              <a:rPr lang="ro-RO" b="0" i="1" noProof="0">
                <a:solidFill>
                  <a:srgbClr val="222222"/>
                </a:solidFill>
                <a:effectLst/>
              </a:rPr>
              <a:t>Clinical Oncology</a:t>
            </a:r>
            <a:r>
              <a:rPr lang="ro-RO" b="0" i="0" noProof="0">
                <a:solidFill>
                  <a:srgbClr val="222222"/>
                </a:solidFill>
                <a:effectLst/>
              </a:rPr>
              <a:t>, 2011, 23.4: 234-243.</a:t>
            </a:r>
          </a:p>
          <a:p>
            <a:pPr marL="342900" indent="-342900">
              <a:lnSpc>
                <a:spcPct val="150000"/>
              </a:lnSpc>
              <a:buFont typeface="+mj-lt"/>
              <a:buAutoNum type="arabicPeriod"/>
            </a:pPr>
            <a:r>
              <a:rPr lang="ro-RO" b="0" i="0" noProof="0">
                <a:solidFill>
                  <a:srgbClr val="222222"/>
                </a:solidFill>
                <a:effectLst/>
                <a:hlinkClick r:id="rId2"/>
              </a:rPr>
              <a:t>https://ceazisgeorgescu.ro/</a:t>
            </a:r>
            <a:endParaRPr lang="ro-RO" b="0" i="0" noProof="0">
              <a:solidFill>
                <a:srgbClr val="222222"/>
              </a:solidFill>
              <a:effectLst/>
            </a:endParaRPr>
          </a:p>
          <a:p>
            <a:pPr marL="342900" indent="-342900">
              <a:lnSpc>
                <a:spcPct val="150000"/>
              </a:lnSpc>
              <a:buFont typeface="+mj-lt"/>
              <a:buAutoNum type="arabicPeriod"/>
            </a:pPr>
            <a:r>
              <a:rPr lang="ro-RO" b="0" i="0" noProof="0">
                <a:solidFill>
                  <a:srgbClr val="222222"/>
                </a:solidFill>
                <a:effectLst/>
                <a:hlinkClick r:id="rId3"/>
              </a:rPr>
              <a:t>https://www.factual.ro/</a:t>
            </a:r>
            <a:endParaRPr lang="ro-RO" b="0" i="0" noProof="0">
              <a:solidFill>
                <a:srgbClr val="222222"/>
              </a:solidFill>
              <a:effectLst/>
            </a:endParaRPr>
          </a:p>
          <a:p>
            <a:pPr marL="342900" indent="-342900">
              <a:lnSpc>
                <a:spcPct val="150000"/>
              </a:lnSpc>
              <a:buFont typeface="+mj-lt"/>
              <a:buAutoNum type="arabicPeriod"/>
            </a:pPr>
            <a:r>
              <a:rPr lang="ro-RO" b="0" i="0" noProof="0">
                <a:solidFill>
                  <a:srgbClr val="222222"/>
                </a:solidFill>
                <a:effectLst/>
                <a:hlinkClick r:id="rId4"/>
              </a:rPr>
              <a:t>https://www.reddit.com/r/Romania/comments/1h3bbvu/votantii_din_diaspora_au_votat_cu_sens_dupa_ce_au/</a:t>
            </a:r>
            <a:endParaRPr lang="ro-RO" b="0" i="0" noProof="0">
              <a:solidFill>
                <a:srgbClr val="222222"/>
              </a:solidFill>
              <a:effectLst/>
            </a:endParaRPr>
          </a:p>
          <a:p>
            <a:pPr marL="342900" indent="-342900">
              <a:lnSpc>
                <a:spcPct val="150000"/>
              </a:lnSpc>
              <a:buFont typeface="+mj-lt"/>
              <a:buAutoNum type="arabicPeriod"/>
            </a:pPr>
            <a:r>
              <a:rPr lang="ro-RO" b="0" i="0" noProof="0">
                <a:solidFill>
                  <a:srgbClr val="222222"/>
                </a:solidFill>
                <a:effectLst/>
                <a:hlinkClick r:id="rId5"/>
              </a:rPr>
              <a:t>https://www.sgdsn.gouv.fr/publications/manipulation-dalgorithmes-et-instrumentalisation-dinfluenceurs-enseignements-de</a:t>
            </a:r>
            <a:endParaRPr lang="ro-RO" b="0" i="0" noProof="0">
              <a:solidFill>
                <a:srgbClr val="222222"/>
              </a:solidFill>
              <a:effectLst/>
            </a:endParaRPr>
          </a:p>
          <a:p>
            <a:pPr marL="342900" indent="-342900">
              <a:lnSpc>
                <a:spcPct val="150000"/>
              </a:lnSpc>
              <a:buFont typeface="+mj-lt"/>
              <a:buAutoNum type="arabicPeriod"/>
            </a:pPr>
            <a:r>
              <a:rPr lang="en-US" i="0">
                <a:solidFill>
                  <a:srgbClr val="333333"/>
                </a:solidFill>
                <a:effectLst/>
                <a:hlinkClick r:id="rId6"/>
              </a:rPr>
              <a:t>https://www.presidency.ro/ro/media/comunicat-de-presa1733327193</a:t>
            </a:r>
            <a:endParaRPr lang="ro-RO">
              <a:solidFill>
                <a:srgbClr val="222222"/>
              </a:solidFill>
            </a:endParaRPr>
          </a:p>
          <a:p>
            <a:pPr marL="342900" indent="-342900">
              <a:lnSpc>
                <a:spcPct val="150000"/>
              </a:lnSpc>
              <a:buFont typeface="+mj-lt"/>
              <a:buAutoNum type="arabicPeriod"/>
            </a:pPr>
            <a:r>
              <a:rPr lang="en-US" i="0">
                <a:solidFill>
                  <a:srgbClr val="333333"/>
                </a:solidFill>
                <a:effectLst/>
              </a:rPr>
              <a:t>Journalism, fake news &amp; disinformation: handbook for journalism education and training, </a:t>
            </a:r>
            <a:br>
              <a:rPr lang="en-US"/>
            </a:br>
            <a:r>
              <a:rPr lang="en-US" b="0" i="0" u="sng">
                <a:solidFill>
                  <a:srgbClr val="004B7F"/>
                </a:solidFill>
                <a:effectLst/>
              </a:rPr>
              <a:t>Ireton, Cherilyn, </a:t>
            </a:r>
            <a:r>
              <a:rPr lang="en-US" b="0" i="0" u="sng">
                <a:solidFill>
                  <a:srgbClr val="004B7F"/>
                </a:solidFill>
                <a:effectLst/>
                <a:hlinkClick r:id="rId7"/>
              </a:rPr>
              <a:t>Posetti, Julie </a:t>
            </a:r>
            <a:endParaRPr lang="en-US" b="0" i="0" u="sng">
              <a:solidFill>
                <a:srgbClr val="004B7F"/>
              </a:solidFill>
              <a:effectLst/>
            </a:endParaRPr>
          </a:p>
          <a:p>
            <a:pPr marL="342900" indent="-342900">
              <a:lnSpc>
                <a:spcPct val="150000"/>
              </a:lnSpc>
              <a:buFont typeface="+mj-lt"/>
              <a:buAutoNum type="arabicPeriod"/>
            </a:pPr>
            <a:endParaRPr lang="ro-RO" b="0" i="0" noProof="0">
              <a:solidFill>
                <a:srgbClr val="222222"/>
              </a:solidFill>
              <a:effectLst/>
            </a:endParaRPr>
          </a:p>
        </p:txBody>
      </p:sp>
    </p:spTree>
    <p:extLst>
      <p:ext uri="{BB962C8B-B14F-4D97-AF65-F5344CB8AC3E}">
        <p14:creationId xmlns:p14="http://schemas.microsoft.com/office/powerpoint/2010/main" val="621432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CE7E-7376-10F6-545E-9F91D7A668E7}"/>
              </a:ext>
            </a:extLst>
          </p:cNvPr>
          <p:cNvSpPr>
            <a:spLocks noGrp="1"/>
          </p:cNvSpPr>
          <p:nvPr>
            <p:ph type="title"/>
          </p:nvPr>
        </p:nvSpPr>
        <p:spPr/>
        <p:txBody>
          <a:bodyPr/>
          <a:lstStyle/>
          <a:p>
            <a:r>
              <a:rPr lang="ro-RO"/>
              <a:t>Referințe II</a:t>
            </a:r>
            <a:endParaRPr lang="en-GB"/>
          </a:p>
        </p:txBody>
      </p:sp>
      <p:sp>
        <p:nvSpPr>
          <p:cNvPr id="7" name="TextBox 6">
            <a:extLst>
              <a:ext uri="{FF2B5EF4-FFF2-40B4-BE49-F238E27FC236}">
                <a16:creationId xmlns:a16="http://schemas.microsoft.com/office/drawing/2014/main" id="{3CF1BEE6-D5E6-8634-E92A-C0D92D149C5C}"/>
              </a:ext>
            </a:extLst>
          </p:cNvPr>
          <p:cNvSpPr txBox="1"/>
          <p:nvPr/>
        </p:nvSpPr>
        <p:spPr>
          <a:xfrm>
            <a:off x="1339645" y="1769314"/>
            <a:ext cx="9954179" cy="3970318"/>
          </a:xfrm>
          <a:prstGeom prst="rect">
            <a:avLst/>
          </a:prstGeom>
          <a:noFill/>
        </p:spPr>
        <p:txBody>
          <a:bodyPr wrap="square">
            <a:spAutoFit/>
          </a:bodyPr>
          <a:lstStyle/>
          <a:p>
            <a:pPr marL="502920" indent="-457200">
              <a:buFont typeface="+mj-lt"/>
              <a:buAutoNum type="arabicPeriod" startAt="8"/>
            </a:pPr>
            <a:endParaRPr lang="en-US" sz="1400">
              <a:solidFill>
                <a:schemeClr val="tx1"/>
              </a:solidFill>
            </a:endParaRPr>
          </a:p>
          <a:p>
            <a:pPr marL="457200" indent="-457200">
              <a:buFont typeface="+mj-lt"/>
              <a:buAutoNum type="arabicPeriod" startAt="8"/>
            </a:pPr>
            <a:r>
              <a:rPr lang="en-US" sz="1400" b="1">
                <a:solidFill>
                  <a:schemeClr val="tx1"/>
                </a:solidFill>
              </a:rPr>
              <a:t>Forbes România</a:t>
            </a:r>
            <a:r>
              <a:rPr lang="en-US" sz="1400">
                <a:solidFill>
                  <a:schemeClr val="tx1"/>
                </a:solidFill>
              </a:rPr>
              <a:t>. (2020, aprilie 14). </a:t>
            </a:r>
            <a:r>
              <a:rPr lang="en-US" sz="1400" i="1">
                <a:solidFill>
                  <a:schemeClr val="tx1"/>
                </a:solidFill>
              </a:rPr>
              <a:t>Știre falsă despre un TIR plin cu morți de COVID, „descoperit” în București</a:t>
            </a:r>
            <a:r>
              <a:rPr lang="en-US" sz="1400">
                <a:solidFill>
                  <a:schemeClr val="tx1"/>
                </a:solidFill>
              </a:rPr>
              <a:t>. Forbes România. [https://www.forbes.ro/stire-falsa-despre-un-tir-plin-cu-morti-de-covid-descoperit-bucuresti-170162]</a:t>
            </a:r>
          </a:p>
          <a:p>
            <a:pPr marL="457200" indent="-457200">
              <a:buFont typeface="+mj-lt"/>
              <a:buAutoNum type="arabicPeriod" startAt="8"/>
            </a:pPr>
            <a:endParaRPr lang="en-US" sz="1400">
              <a:solidFill>
                <a:schemeClr val="tx1"/>
              </a:solidFill>
            </a:endParaRPr>
          </a:p>
          <a:p>
            <a:pPr marL="457200" indent="-457200">
              <a:buFont typeface="+mj-lt"/>
              <a:buAutoNum type="arabicPeriod" startAt="8"/>
            </a:pPr>
            <a:r>
              <a:rPr lang="en-US" sz="1400" b="1">
                <a:solidFill>
                  <a:schemeClr val="tx1"/>
                </a:solidFill>
              </a:rPr>
              <a:t>Serviciul de Informații și Securitate al Republicii Moldova (SIS)</a:t>
            </a:r>
            <a:r>
              <a:rPr lang="en-US" sz="1400">
                <a:solidFill>
                  <a:schemeClr val="tx1"/>
                </a:solidFill>
              </a:rPr>
              <a:t>. (2020). </a:t>
            </a:r>
            <a:r>
              <a:rPr lang="en-US" sz="1400" i="1">
                <a:solidFill>
                  <a:schemeClr val="tx1"/>
                </a:solidFill>
              </a:rPr>
              <a:t>Sursele informaționale care distribuie știri false despre COVID-19 rămân în atenția SIS</a:t>
            </a:r>
            <a:r>
              <a:rPr lang="en-US" sz="1400">
                <a:solidFill>
                  <a:schemeClr val="tx1"/>
                </a:solidFill>
              </a:rPr>
              <a:t>. SIS Moldova. [https://sis.md/ro/content/sursele-informa%C8%9Bionale-care-distribuie-%C8%99tiri-false-despre-covid-19-r%C4%83m%C3%A2n-%C3%AEn-aten%C8%9Bia-sis]  </a:t>
            </a:r>
          </a:p>
          <a:p>
            <a:pPr marL="457200" indent="-457200">
              <a:buFont typeface="+mj-lt"/>
              <a:buAutoNum type="arabicPeriod" startAt="8"/>
            </a:pPr>
            <a:endParaRPr lang="en-US" sz="1400">
              <a:solidFill>
                <a:schemeClr val="tx1"/>
              </a:solidFill>
            </a:endParaRPr>
          </a:p>
          <a:p>
            <a:pPr marL="457200" indent="-457200">
              <a:buFont typeface="+mj-lt"/>
              <a:buAutoNum type="arabicPeriod" startAt="8"/>
            </a:pPr>
            <a:r>
              <a:rPr lang="en-US" sz="1400" b="1">
                <a:solidFill>
                  <a:schemeClr val="tx1"/>
                </a:solidFill>
              </a:rPr>
              <a:t>Wikipedia</a:t>
            </a:r>
            <a:r>
              <a:rPr lang="en-US" sz="1400">
                <a:solidFill>
                  <a:schemeClr val="tx1"/>
                </a:solidFill>
              </a:rPr>
              <a:t>. (n.d.). </a:t>
            </a:r>
            <a:r>
              <a:rPr lang="en-US" sz="1400" i="1">
                <a:solidFill>
                  <a:schemeClr val="tx1"/>
                </a:solidFill>
              </a:rPr>
              <a:t>Dezinformarea privind vaccinurile</a:t>
            </a:r>
            <a:r>
              <a:rPr lang="en-US" sz="1400">
                <a:solidFill>
                  <a:schemeClr val="tx1"/>
                </a:solidFill>
              </a:rPr>
              <a:t>. Wikipedia. [https://ro.wikipedia.org/wiki/Dezinformarea_privind_vaccinurile</a:t>
            </a:r>
          </a:p>
          <a:p>
            <a:pPr marL="457200" indent="-457200">
              <a:buFont typeface="+mj-lt"/>
              <a:buAutoNum type="arabicPeriod" startAt="8"/>
            </a:pPr>
            <a:endParaRPr lang="en-US" sz="1400">
              <a:solidFill>
                <a:schemeClr val="tx1"/>
              </a:solidFill>
            </a:endParaRPr>
          </a:p>
          <a:p>
            <a:pPr marL="457200" indent="-457200">
              <a:buFont typeface="+mj-lt"/>
              <a:buAutoNum type="arabicPeriod" startAt="8"/>
            </a:pPr>
            <a:r>
              <a:rPr lang="en-US" sz="1400" b="1">
                <a:solidFill>
                  <a:schemeClr val="tx1"/>
                </a:solidFill>
              </a:rPr>
              <a:t>Wikipedia</a:t>
            </a:r>
            <a:r>
              <a:rPr lang="en-US" sz="1400">
                <a:solidFill>
                  <a:schemeClr val="tx1"/>
                </a:solidFill>
              </a:rPr>
              <a:t>. (n.d.). </a:t>
            </a:r>
            <a:r>
              <a:rPr lang="en-US" sz="1400" i="1">
                <a:solidFill>
                  <a:schemeClr val="tx1"/>
                </a:solidFill>
              </a:rPr>
              <a:t>Dezinformări privind pandemia de coronaviroză (COVID-19)</a:t>
            </a:r>
            <a:r>
              <a:rPr lang="en-US" sz="1400">
                <a:solidFill>
                  <a:schemeClr val="tx1"/>
                </a:solidFill>
              </a:rPr>
              <a:t>. Wikipedia. [https://ro.wikipedia.org/wiki/Dezinform%C4%83ri_privind_pandemia_de_coronaviroz%C4%83_(COVID-19)]</a:t>
            </a:r>
          </a:p>
          <a:p>
            <a:pPr marL="457200" indent="-457200">
              <a:buFont typeface="+mj-lt"/>
              <a:buAutoNum type="arabicPeriod" startAt="8"/>
            </a:pPr>
            <a:endParaRPr lang="en-US" sz="1400">
              <a:solidFill>
                <a:schemeClr val="tx1"/>
              </a:solidFill>
            </a:endParaRPr>
          </a:p>
          <a:p>
            <a:pPr marL="457200" indent="-457200">
              <a:buFont typeface="+mj-lt"/>
              <a:buAutoNum type="arabicPeriod" startAt="8"/>
            </a:pPr>
            <a:r>
              <a:rPr lang="en-US" sz="1400" b="1">
                <a:solidFill>
                  <a:schemeClr val="tx1"/>
                </a:solidFill>
              </a:rPr>
              <a:t>NCBI</a:t>
            </a:r>
            <a:r>
              <a:rPr lang="en-US" sz="1400">
                <a:solidFill>
                  <a:schemeClr val="tx1"/>
                </a:solidFill>
              </a:rPr>
              <a:t>. (2022). </a:t>
            </a:r>
            <a:r>
              <a:rPr lang="en-US" sz="1400" i="1">
                <a:solidFill>
                  <a:schemeClr val="tx1"/>
                </a:solidFill>
              </a:rPr>
              <a:t>Misinformation, fake news, and their impact on public health</a:t>
            </a:r>
            <a:r>
              <a:rPr lang="en-US" sz="1400">
                <a:solidFill>
                  <a:schemeClr val="tx1"/>
                </a:solidFill>
              </a:rPr>
              <a:t>. </a:t>
            </a:r>
            <a:r>
              <a:rPr lang="en-US" sz="1400" i="1">
                <a:solidFill>
                  <a:schemeClr val="tx1"/>
                </a:solidFill>
              </a:rPr>
              <a:t>National Center for Biotechnology Information (NCBI)</a:t>
            </a:r>
            <a:r>
              <a:rPr lang="en-US" sz="1400">
                <a:solidFill>
                  <a:schemeClr val="tx1"/>
                </a:solidFill>
              </a:rPr>
              <a:t>. [https://pmc.ncbi.nlm.nih.gov/articles/PMC9114791/]</a:t>
            </a:r>
          </a:p>
          <a:p>
            <a:pPr marL="457200" indent="-457200">
              <a:buFont typeface="+mj-lt"/>
              <a:buAutoNum type="arabicPeriod" startAt="8"/>
            </a:pPr>
            <a:endParaRPr lang="en-US" sz="1400">
              <a:solidFill>
                <a:schemeClr val="tx1"/>
              </a:solidFill>
            </a:endParaRPr>
          </a:p>
          <a:p>
            <a:pPr marL="457200" indent="-457200">
              <a:buFont typeface="+mj-lt"/>
              <a:buAutoNum type="arabicPeriod" startAt="8"/>
            </a:pPr>
            <a:r>
              <a:rPr lang="en-US" sz="1400" b="1">
                <a:solidFill>
                  <a:schemeClr val="tx1"/>
                </a:solidFill>
              </a:rPr>
              <a:t>Wikipedia</a:t>
            </a:r>
            <a:r>
              <a:rPr lang="en-US" sz="1400">
                <a:solidFill>
                  <a:schemeClr val="tx1"/>
                </a:solidFill>
              </a:rPr>
              <a:t>. (n.d.). </a:t>
            </a:r>
            <a:r>
              <a:rPr lang="en-US" sz="1400" i="1">
                <a:solidFill>
                  <a:schemeClr val="tx1"/>
                </a:solidFill>
              </a:rPr>
              <a:t>COVID-19 misinformation</a:t>
            </a:r>
            <a:r>
              <a:rPr lang="en-US" sz="1400">
                <a:solidFill>
                  <a:schemeClr val="tx1"/>
                </a:solidFill>
              </a:rPr>
              <a:t>. Wikipedia. [https://en.wikipedia.org/wiki/COVID-19_misinformation]</a:t>
            </a:r>
          </a:p>
        </p:txBody>
      </p:sp>
    </p:spTree>
    <p:extLst>
      <p:ext uri="{BB962C8B-B14F-4D97-AF65-F5344CB8AC3E}">
        <p14:creationId xmlns:p14="http://schemas.microsoft.com/office/powerpoint/2010/main" val="19224489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B90B1-7C60-4CC8-CEDD-0C4E0F96448E}"/>
              </a:ext>
            </a:extLst>
          </p:cNvPr>
          <p:cNvSpPr>
            <a:spLocks noGrp="1"/>
          </p:cNvSpPr>
          <p:nvPr>
            <p:ph type="ctrTitle"/>
          </p:nvPr>
        </p:nvSpPr>
        <p:spPr/>
        <p:txBody>
          <a:bodyPr/>
          <a:lstStyle/>
          <a:p>
            <a:r>
              <a:rPr lang="ro-RO"/>
              <a:t>Vă mulțumim</a:t>
            </a:r>
            <a:endParaRPr lang="en-GB"/>
          </a:p>
        </p:txBody>
      </p:sp>
    </p:spTree>
    <p:extLst>
      <p:ext uri="{BB962C8B-B14F-4D97-AF65-F5344CB8AC3E}">
        <p14:creationId xmlns:p14="http://schemas.microsoft.com/office/powerpoint/2010/main" val="20460012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Basis">
  <a:themeElements>
    <a:clrScheme name="Basis">
      <a:dk1>
        <a:sysClr val="windowText" lastClr="000000"/>
      </a:dk1>
      <a:lt1>
        <a:sysClr val="window" lastClr="FFFFFF"/>
      </a:lt1>
      <a:dk2>
        <a:srgbClr val="505046"/>
      </a:dk2>
      <a:lt2>
        <a:srgbClr val="EEECE1"/>
      </a:lt2>
      <a:accent1>
        <a:srgbClr val="DF5327"/>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name="Basi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3.xml><?xml version="1.0" encoding="utf-8"?>
<a:theme xmlns:a="http://schemas.openxmlformats.org/drawingml/2006/main" name="Basis">
  <a:themeElements>
    <a:clrScheme name="Custom 1">
      <a:dk1>
        <a:sysClr val="windowText" lastClr="000000"/>
      </a:dk1>
      <a:lt1>
        <a:sysClr val="window" lastClr="FFFFFF"/>
      </a:lt1>
      <a:dk2>
        <a:srgbClr val="39302A"/>
      </a:dk2>
      <a:lt2>
        <a:srgbClr val="E5DEDB"/>
      </a:lt2>
      <a:accent1>
        <a:srgbClr val="E2B200"/>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4.xml><?xml version="1.0" encoding="utf-8"?>
<a:theme xmlns:a="http://schemas.openxmlformats.org/drawingml/2006/main" name="Basis">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5.xml><?xml version="1.0" encoding="utf-8"?>
<a:theme xmlns:a="http://schemas.openxmlformats.org/drawingml/2006/main" name="Basis">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417</TotalTime>
  <Words>3907</Words>
  <Application>Microsoft Office PowerPoint</Application>
  <PresentationFormat>Widescreen</PresentationFormat>
  <Paragraphs>323</Paragraphs>
  <Slides>44</Slides>
  <Notes>3</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44</vt:i4>
      </vt:variant>
    </vt:vector>
  </HeadingPairs>
  <TitlesOfParts>
    <vt:vector size="54" baseType="lpstr">
      <vt:lpstr>MS Mincho</vt:lpstr>
      <vt:lpstr>Aptos</vt:lpstr>
      <vt:lpstr>Arial</vt:lpstr>
      <vt:lpstr>Corbel</vt:lpstr>
      <vt:lpstr>Wingdings</vt:lpstr>
      <vt:lpstr>Basis</vt:lpstr>
      <vt:lpstr>Basis</vt:lpstr>
      <vt:lpstr>Basis</vt:lpstr>
      <vt:lpstr>Basis</vt:lpstr>
      <vt:lpstr>Basis</vt:lpstr>
      <vt:lpstr>PowerPoint Presentation</vt:lpstr>
      <vt:lpstr>Cenzura în regimul sovietic</vt:lpstr>
      <vt:lpstr>Dezastrul de la Cernobîl</vt:lpstr>
      <vt:lpstr>Dezinformarea asupra dezastrului de la Cernobîl</vt:lpstr>
      <vt:lpstr>Implicațiile etice ale dezastrului de la Cernobîl</vt:lpstr>
      <vt:lpstr>Implicațiile etice ale dezastrului de la Cernobîl</vt:lpstr>
      <vt:lpstr>Implicațiile etice ale dezastrului de la Cernobîl</vt:lpstr>
      <vt:lpstr>Dacă social media ar fi existat în 1986</vt:lpstr>
      <vt:lpstr>Dacă social media ar fi existat în 1986</vt:lpstr>
      <vt:lpstr>Paralelă cu gestionarea crizelor moderne</vt:lpstr>
      <vt:lpstr>Pandemia COVID-19:</vt:lpstr>
      <vt:lpstr>Dezinformarea și teoriile conspirației</vt:lpstr>
      <vt:lpstr>Dezinformarea și teoriile conspirației</vt:lpstr>
      <vt:lpstr>PowerPoint Presentation</vt:lpstr>
      <vt:lpstr>Teorii ale conspirației legate de vaccinare</vt:lpstr>
      <vt:lpstr>PowerPoint Presentation</vt:lpstr>
      <vt:lpstr>Etica în mediile sociale în timpul pandemiei COVID-19 </vt:lpstr>
      <vt:lpstr>Manipularea Opiniei Publice: Politica Externă și Războiul</vt:lpstr>
      <vt:lpstr>Conflictul Ruso-Ucrainean</vt:lpstr>
      <vt:lpstr>Propaganda Rusiei și răspunsurile U.E.</vt:lpstr>
      <vt:lpstr>Modernizarea Dezinformării: Rolul Social Media</vt:lpstr>
      <vt:lpstr>Etică și moralitate – europeni</vt:lpstr>
      <vt:lpstr>Etică și moralitate – ruși</vt:lpstr>
      <vt:lpstr>Modalități de prevenire</vt:lpstr>
      <vt:lpstr>Influența externă a Rusiei în politicile interne</vt:lpstr>
      <vt:lpstr>PowerPoint Presentation</vt:lpstr>
      <vt:lpstr>(scoase din) Context</vt:lpstr>
      <vt:lpstr>Cum s-a putut întâmpla așa ceva?</vt:lpstr>
      <vt:lpstr>PowerPoint Presentation</vt:lpstr>
      <vt:lpstr> O campanie sofisticată de manipulare a algoritmilor</vt:lpstr>
      <vt:lpstr>Implicare factorului uman</vt:lpstr>
      <vt:lpstr>Informații aflate după alegeri</vt:lpstr>
      <vt:lpstr>Reacția autorităților române și a platformei TikTok</vt:lpstr>
      <vt:lpstr>Aspecte etice</vt:lpstr>
      <vt:lpstr>Scam-urile în mediul online</vt:lpstr>
      <vt:lpstr>Fraude sentimentale </vt:lpstr>
      <vt:lpstr>Studiu de caz – reclame false</vt:lpstr>
      <vt:lpstr>Cum detectăm un scam?</vt:lpstr>
      <vt:lpstr>Cum ar putea evolua in viitor aceste scam-uri?</vt:lpstr>
      <vt:lpstr>Implicațiile etice ale scam-urilor online</vt:lpstr>
      <vt:lpstr>Soluții și concluzii</vt:lpstr>
      <vt:lpstr>Referințe I</vt:lpstr>
      <vt:lpstr>Referințe II</vt:lpstr>
      <vt:lpstr>Vă mulțumim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VLAD-ANDREI ICHIM</dc:creator>
  <cp:lastModifiedBy>VLAD-ANDREI ICHIM</cp:lastModifiedBy>
  <cp:revision>68</cp:revision>
  <dcterms:created xsi:type="dcterms:W3CDTF">2025-03-02T17:58:46Z</dcterms:created>
  <dcterms:modified xsi:type="dcterms:W3CDTF">2025-03-04T07:26:50Z</dcterms:modified>
</cp:coreProperties>
</file>